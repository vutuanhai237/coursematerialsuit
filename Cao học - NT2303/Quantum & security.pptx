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87" r:id="rId2"/>
    <p:sldId id="386" r:id="rId3"/>
    <p:sldId id="380" r:id="rId4"/>
    <p:sldId id="381" r:id="rId5"/>
    <p:sldId id="382" r:id="rId6"/>
    <p:sldId id="385" r:id="rId7"/>
    <p:sldId id="383" r:id="rId8"/>
    <p:sldId id="384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hông có Kiểu, Lưới Bảng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745" autoAdjust="0"/>
    <p:restoredTop sz="95946" autoAdjust="0"/>
  </p:normalViewPr>
  <p:slideViewPr>
    <p:cSldViewPr snapToGrid="0">
      <p:cViewPr varScale="1">
        <p:scale>
          <a:sx n="109" d="100"/>
          <a:sy n="109" d="100"/>
        </p:scale>
        <p:origin x="21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1D66D-790A-42FE-9F35-47D6C83EFAA2}" type="datetimeFigureOut">
              <a:rPr lang="vi-VN" smtClean="0"/>
              <a:t>28/6/26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6DF54-78B0-4903-8B9A-8E88D0176F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398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56F43B-C421-4FC1-BF73-D6F1C86FA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C798ADB8-956B-47FE-B3AD-73B647B5B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643D3CF-139A-4E11-A7F5-D7ADD1A6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DBB0-DFBB-4DCA-A0C8-E8E421A3A1BE}" type="datetime1">
              <a:rPr lang="vi-VN" smtClean="0"/>
              <a:t>28/6/26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1140645-1512-4335-8476-F3108E95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5FEBEA6-BB46-4F2D-AE8C-1F0EABDA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368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DC0A4C-1EE4-4ED5-867C-BD41B7EBD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C15102C-474F-43F1-9B51-487124E87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41D3381-5C7A-445D-8756-295C2038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4ABA2-F96A-4642-AB00-30B67DAE18DC}" type="datetime1">
              <a:rPr lang="vi-VN" smtClean="0"/>
              <a:t>28/6/26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5DB3BAF-2010-405D-890A-A664927C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00C6BE0-E62F-4779-AF3C-85CA11D5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337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6818C3C-B515-4D3A-85A9-A3BAEB324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9B21172-A207-48AA-9F86-22FFA5295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D0A4E73-55C6-46C3-AF62-11D8BC17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10CBF-AA1C-442C-8908-2E147AAB595F}" type="datetime1">
              <a:rPr lang="vi-VN" smtClean="0"/>
              <a:t>28/6/26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E30C147-8040-43D9-A71E-FD5481DC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947C5C8-BE0B-4C86-A454-27BF2116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938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3C0710-FE88-4A9B-B9A3-E28490D4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1D57A46-12B4-4545-9D99-4174EB099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7924178-C40B-4F5C-BFAA-55FB178DA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1B8E41F-4A3E-4F22-9856-C461A5E3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5865D-2E54-4B89-8689-1A851FA9B0C2}" type="datetime1">
              <a:rPr lang="vi-VN" smtClean="0"/>
              <a:t>28/6/26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A43F3EF-66D9-4339-95A3-48314D14A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7038853-8DDD-4501-A476-2EFE83DD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379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1A0E904-EFCE-46FC-803C-6DB78BB9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7CCA23D-A113-4D05-8A66-6DD71FB58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01E6C1A-A0ED-4444-8CE3-E41398A0E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74EB86F6-8460-4399-85EB-856A1C5E3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EF8C5568-1A81-420E-ACBA-2DBF5C508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7BDF83D4-603F-4CE6-AC9B-88FCDD87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FCA60-D758-4057-AC39-283123382124}" type="datetime1">
              <a:rPr lang="vi-VN" smtClean="0"/>
              <a:t>28/6/26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B31F924-96E6-4EB1-8F2A-1208789DA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20C21F78-3645-4410-845B-0FD2AB3A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050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1E3E84A-DF91-462F-9EE9-7D0D2DD3A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994DF4E4-7B5C-455C-8042-0619075B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3298-1CF5-4179-AF41-9A5CDD968281}" type="datetime1">
              <a:rPr lang="vi-VN" smtClean="0"/>
              <a:t>28/6/26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041FB397-378F-476F-97A2-24AF8258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1DB2F8A-B207-4D73-B590-1C9BCA6C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0861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D019CFA5-4300-4497-855D-D2F78B44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16FA-DA8A-46A1-935B-81637D3DCF4F}" type="datetime1">
              <a:rPr lang="vi-VN" smtClean="0"/>
              <a:t>28/6/26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8A3CE94B-F3BD-4EA3-A014-339D5F8B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BDB017B-2A0B-4625-8D88-E7B81FF53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962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FAB6530-5BFA-4B78-BAFA-8DDE7EA72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CF86F9F-15C6-4351-A589-FCB4FC268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58C7C77-0C4C-408A-B92A-322BA7F5F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BC9DC99-427F-4FA4-9ADB-DD6F40A9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EEF0-E224-4B78-9425-C6F80B2F1143}" type="datetime1">
              <a:rPr lang="vi-VN" smtClean="0"/>
              <a:t>28/6/26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68396942-938D-4A49-A62C-DB5E58C2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E06AF21A-36C2-40E0-94FD-EA0E9FB2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965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301AA81-85A7-4AE6-855A-B7FAFC2B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22C34202-787D-471B-A284-ACCC756812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F11EC97-D276-47CC-8BCE-536F1F2DE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BB0E528-3994-4676-887A-B2A86503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E8C9-A9C3-4798-8CE0-26142FD84B4C}" type="datetime1">
              <a:rPr lang="vi-VN" smtClean="0"/>
              <a:t>28/6/26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6F8D4F5-69B2-48CF-8BDC-B697627D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82F01CB-0761-41F7-8BEE-B0F85FED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46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B464E48-B581-40BF-93D5-83DB4EF0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58DE2AE1-7C63-4442-A208-DCBD9176B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D5D391E-E8C8-4EFD-A5DB-00E6119B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BE2F6-B0D3-466A-82B2-ABEFC48B3338}" type="datetime1">
              <a:rPr lang="vi-VN" smtClean="0"/>
              <a:t>28/6/26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B0928B0-4D02-44C8-920F-49E2F7BC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C429E5E-68EC-41B2-AE5E-558FC8C1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9520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265135BA-1892-4F5F-8BA9-43936E428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F50FD219-85BA-47CA-A367-05D50FA0A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09665D-BCE3-4A48-924C-7D65F09B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DA87-581A-4368-87FF-97BD13CE399D}" type="datetime1">
              <a:rPr lang="vi-VN" smtClean="0"/>
              <a:t>28/6/26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D371709-9056-443A-A027-801FA2BC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C65B05A-913F-4031-B997-C3A362DE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554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A6C3BC26-C104-4EB0-B9AE-2A85E9E4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C32949E-5E5C-466F-9E49-642FDBDE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EA77896-A215-4959-99FB-F4F26F14B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E2CA6-4B42-4742-895B-98FFB0FAE4AD}" type="datetime1">
              <a:rPr lang="vi-VN" smtClean="0"/>
              <a:t>28/6/26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3128FEA-EA3A-4D0B-874A-417C16006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E48E849-C77C-466C-BFCD-EA23E387C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31178-9F85-4EDF-BDD3-1E7064DA4C5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335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F76F-6E09-745D-5FC3-42F9928E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E4BDE-A282-AD27-7B54-9429E08EB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Open slide Personal/Intro.pptx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82F06-B744-0687-5306-A2486A6EC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0043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068B0-4A2C-BDC3-BAF8-264195E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FF05A-1A7D-1922-2C2E-A0A8B341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2</a:t>
            </a:fld>
            <a:endParaRPr lang="vi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843D8B-1FBE-01FF-4EE9-022CD01E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122" y="177588"/>
            <a:ext cx="2815203" cy="281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64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FC7CC-EC4E-E2E6-C574-3A3BD9F9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3</a:t>
            </a:fld>
            <a:endParaRPr lang="vi-V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E7E7AB-90B9-B603-8E8F-265BC92FBFDE}"/>
              </a:ext>
            </a:extLst>
          </p:cNvPr>
          <p:cNvSpPr/>
          <p:nvPr/>
        </p:nvSpPr>
        <p:spPr>
          <a:xfrm>
            <a:off x="1237786" y="1083261"/>
            <a:ext cx="5945741" cy="46914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3832AA-8DC1-13C1-7B56-088A0B83E1B5}"/>
              </a:ext>
            </a:extLst>
          </p:cNvPr>
          <p:cNvSpPr/>
          <p:nvPr/>
        </p:nvSpPr>
        <p:spPr>
          <a:xfrm>
            <a:off x="3512632" y="860236"/>
            <a:ext cx="6757641" cy="52968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C4402-F5B4-5176-1981-84BA87FF0468}"/>
              </a:ext>
            </a:extLst>
          </p:cNvPr>
          <p:cNvSpPr txBox="1"/>
          <p:nvPr/>
        </p:nvSpPr>
        <p:spPr>
          <a:xfrm>
            <a:off x="1400407" y="2849054"/>
            <a:ext cx="27815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/>
              <a:t>Quantum technology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3C5011-8DA7-4C35-B58E-A957D6D30074}"/>
              </a:ext>
            </a:extLst>
          </p:cNvPr>
          <p:cNvSpPr/>
          <p:nvPr/>
        </p:nvSpPr>
        <p:spPr>
          <a:xfrm>
            <a:off x="4005394" y="1654218"/>
            <a:ext cx="2707965" cy="35495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F773E-21C2-ADEF-7FD6-481E648E40C7}"/>
              </a:ext>
            </a:extLst>
          </p:cNvPr>
          <p:cNvSpPr txBox="1"/>
          <p:nvPr/>
        </p:nvSpPr>
        <p:spPr>
          <a:xfrm>
            <a:off x="4358515" y="2188665"/>
            <a:ext cx="2786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b="1"/>
              <a:t>Quantum communication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AF6663-A117-8B22-881C-8FE74B543CDE}"/>
              </a:ext>
            </a:extLst>
          </p:cNvPr>
          <p:cNvSpPr txBox="1"/>
          <p:nvPr/>
        </p:nvSpPr>
        <p:spPr>
          <a:xfrm>
            <a:off x="4309264" y="3699489"/>
            <a:ext cx="2786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b="1"/>
              <a:t>Quantum computing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536EB9-F376-259B-B5FD-E356342BD517}"/>
              </a:ext>
            </a:extLst>
          </p:cNvPr>
          <p:cNvSpPr txBox="1"/>
          <p:nvPr/>
        </p:nvSpPr>
        <p:spPr>
          <a:xfrm>
            <a:off x="7328492" y="3095276"/>
            <a:ext cx="3817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/>
              <a:t>Communication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BB1F22-0625-C41C-7141-AF9EAC1ECD8C}"/>
              </a:ext>
            </a:extLst>
          </p:cNvPr>
          <p:cNvSpPr txBox="1"/>
          <p:nvPr/>
        </p:nvSpPr>
        <p:spPr>
          <a:xfrm>
            <a:off x="4309265" y="2910707"/>
            <a:ext cx="2786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b="1"/>
              <a:t>Post-quantum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335563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49A3-4D8C-963E-0C5F-CAF5039C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24" y="0"/>
            <a:ext cx="10515600" cy="1325563"/>
          </a:xfrm>
        </p:spPr>
        <p:txBody>
          <a:bodyPr/>
          <a:lstStyle/>
          <a:p>
            <a:r>
              <a:rPr lang="en-VN"/>
              <a:t>Why Quantum?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5E059-ADB9-6C0D-64EA-A955FF5DA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4</a:t>
            </a:fld>
            <a:endParaRPr lang="vi-VN"/>
          </a:p>
        </p:txBody>
      </p:sp>
      <p:pic>
        <p:nvPicPr>
          <p:cNvPr id="1026" name="Picture 2" descr="May be an image of text">
            <a:extLst>
              <a:ext uri="{FF2B5EF4-FFF2-40B4-BE49-F238E27FC236}">
                <a16:creationId xmlns:a16="http://schemas.microsoft.com/office/drawing/2014/main" id="{81CE6D9A-DF34-89E7-31B2-8CF594F37F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87" t="35166"/>
          <a:stretch>
            <a:fillRect/>
          </a:stretch>
        </p:blipFill>
        <p:spPr bwMode="auto">
          <a:xfrm>
            <a:off x="146824" y="1936168"/>
            <a:ext cx="5660846" cy="460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screenshot of a chat&#10;&#10;AI-generated content may be incorrect.">
            <a:extLst>
              <a:ext uri="{FF2B5EF4-FFF2-40B4-BE49-F238E27FC236}">
                <a16:creationId xmlns:a16="http://schemas.microsoft.com/office/drawing/2014/main" id="{289AC522-F861-4CFE-CEF6-FE150EE69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749" y="0"/>
            <a:ext cx="6470251" cy="46027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5A5817-30F4-77DC-98BD-5076370D5CF8}"/>
              </a:ext>
            </a:extLst>
          </p:cNvPr>
          <p:cNvSpPr txBox="1"/>
          <p:nvPr/>
        </p:nvSpPr>
        <p:spPr>
          <a:xfrm>
            <a:off x="146824" y="1002397"/>
            <a:ext cx="5660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Danh mục sản phẩm công nghệ chiến lược được Chính phủ ban hành 30/4/202</a:t>
            </a:r>
            <a:endParaRPr lang="en-V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44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D02FA-B695-E33E-715A-09090457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Overview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C05A80A-1510-F551-5055-558824408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12025"/>
              </p:ext>
            </p:extLst>
          </p:nvPr>
        </p:nvGraphicFramePr>
        <p:xfrm>
          <a:off x="838200" y="1568027"/>
          <a:ext cx="10515597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4727">
                  <a:extLst>
                    <a:ext uri="{9D8B030D-6E8A-4147-A177-3AD203B41FA5}">
                      <a16:colId xmlns:a16="http://schemas.microsoft.com/office/drawing/2014/main" val="2770412607"/>
                    </a:ext>
                  </a:extLst>
                </a:gridCol>
                <a:gridCol w="1940312">
                  <a:extLst>
                    <a:ext uri="{9D8B030D-6E8A-4147-A177-3AD203B41FA5}">
                      <a16:colId xmlns:a16="http://schemas.microsoft.com/office/drawing/2014/main" val="76900282"/>
                    </a:ext>
                  </a:extLst>
                </a:gridCol>
                <a:gridCol w="5510558">
                  <a:extLst>
                    <a:ext uri="{9D8B030D-6E8A-4147-A177-3AD203B41FA5}">
                      <a16:colId xmlns:a16="http://schemas.microsoft.com/office/drawing/2014/main" val="1759097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2400" b="1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 b="1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 b="1"/>
                        <a:t>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80368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VN" sz="2400"/>
                        <a:t>Quantum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Shor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Breaking RSA, ECC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3200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VN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Grover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Breaking AES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9195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VN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HHL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Fast linear eq system solver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52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2400"/>
                        <a:t>Quantum communication (QKD)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BB84, B92, EPR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New KEM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2812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VN" sz="2400"/>
                        <a:t>Post-quantum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CRYSTALS-Kyper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New KEM (ML-KEM / Module lattice Key-exchange mechanism)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1039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V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CRYSTALS-Dilithium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400"/>
                        <a:t>New DSA (ML-DSA / Module lattice Digital signature algorithm)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11782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F975A-D1FE-B3DD-206F-C4BE1CFA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5</a:t>
            </a:fld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2EA03-C4A6-137B-E5C5-0C00F1269A93}"/>
              </a:ext>
            </a:extLst>
          </p:cNvPr>
          <p:cNvSpPr/>
          <p:nvPr/>
        </p:nvSpPr>
        <p:spPr>
          <a:xfrm>
            <a:off x="691376" y="1951463"/>
            <a:ext cx="10805531" cy="23640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15B67-9882-A7AF-E435-A84F32689F23}"/>
              </a:ext>
            </a:extLst>
          </p:cNvPr>
          <p:cNvSpPr txBox="1"/>
          <p:nvPr/>
        </p:nvSpPr>
        <p:spPr>
          <a:xfrm rot="16200000">
            <a:off x="-730817" y="2893070"/>
            <a:ext cx="2252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</a:t>
            </a:r>
            <a:r>
              <a:rPr lang="en-VN">
                <a:solidFill>
                  <a:srgbClr val="FF0000"/>
                </a:solidFill>
              </a:rPr>
              <a:t>earn in next 2 weeks</a:t>
            </a:r>
          </a:p>
        </p:txBody>
      </p:sp>
    </p:spTree>
    <p:extLst>
      <p:ext uri="{BB962C8B-B14F-4D97-AF65-F5344CB8AC3E}">
        <p14:creationId xmlns:p14="http://schemas.microsoft.com/office/powerpoint/2010/main" val="40513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B057-F4D3-43B9-9976-F004D205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Introducing to quantum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28092-1D84-EA9B-F0E8-01F25A57B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Open slide S</a:t>
            </a:r>
            <a:r>
              <a:rPr lang="en-US"/>
              <a:t>E</a:t>
            </a:r>
            <a:r>
              <a:rPr lang="en-VN"/>
              <a:t>xxx-Quantum Computing/0.overview.pptx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99BFC-FE70-E542-3CD8-ABDCEC62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7990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CFF4-D109-C22D-806A-8D9DA1A7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52297"/>
          </a:xfrm>
        </p:spPr>
        <p:txBody>
          <a:bodyPr>
            <a:normAutofit/>
          </a:bodyPr>
          <a:lstStyle/>
          <a:p>
            <a:r>
              <a:rPr lang="en-VN" sz="4000"/>
              <a:t>Why quantum do something better than classical?</a:t>
            </a:r>
            <a:br>
              <a:rPr lang="en-VN" sz="4000"/>
            </a:br>
            <a:r>
              <a:rPr lang="en-VN" sz="4000"/>
              <a:t>See quantum / classical Turing machine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4341D-8E53-40F1-2929-27C21A22C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7</a:t>
            </a:fld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9525B-0821-C234-6142-4727401C1064}"/>
              </a:ext>
            </a:extLst>
          </p:cNvPr>
          <p:cNvSpPr txBox="1"/>
          <p:nvPr/>
        </p:nvSpPr>
        <p:spPr>
          <a:xfrm>
            <a:off x="838199" y="2194256"/>
            <a:ext cx="898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/>
              <a:t>Open slide S</a:t>
            </a:r>
            <a:r>
              <a:rPr lang="en-US" sz="2400"/>
              <a:t>E</a:t>
            </a:r>
            <a:r>
              <a:rPr lang="en-VN" sz="2400"/>
              <a:t>xxx-Quantum Computing/x.quantum_complexity.pptx </a:t>
            </a:r>
          </a:p>
        </p:txBody>
      </p:sp>
    </p:spTree>
    <p:extLst>
      <p:ext uri="{BB962C8B-B14F-4D97-AF65-F5344CB8AC3E}">
        <p14:creationId xmlns:p14="http://schemas.microsoft.com/office/powerpoint/2010/main" val="1083437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6F00-1217-7E21-0BCD-2A64BD2A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Example quantum algorithm: Quantum walk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F3575-E69B-E5B0-3079-974C4F521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Open slide S</a:t>
            </a:r>
            <a:r>
              <a:rPr lang="en-US"/>
              <a:t>E</a:t>
            </a:r>
            <a:r>
              <a:rPr lang="en-VN"/>
              <a:t>xxx-Quantum Computing/x.quantum_algo.pptx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C70B8-3502-3DB3-D076-D7076DB8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31178-9F85-4EDF-BDD3-1E7064DA4C59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39310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17302</TotalTime>
  <Words>173</Words>
  <Application>Microsoft Macintosh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Chủ đề Office</vt:lpstr>
      <vt:lpstr>About me</vt:lpstr>
      <vt:lpstr>Materials</vt:lpstr>
      <vt:lpstr>PowerPoint Presentation</vt:lpstr>
      <vt:lpstr>Why Quantum?</vt:lpstr>
      <vt:lpstr>Overview</vt:lpstr>
      <vt:lpstr>Introducing to quantum computing</vt:lpstr>
      <vt:lpstr>Why quantum do something better than classical? See quantum / classical Turing machine</vt:lpstr>
      <vt:lpstr>Example quantum algorithm: Quantum walk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computing</dc:title>
  <dc:creator>Tuan Hai</dc:creator>
  <cp:lastModifiedBy>Tuan Hai Vu</cp:lastModifiedBy>
  <cp:revision>115</cp:revision>
  <dcterms:created xsi:type="dcterms:W3CDTF">2021-10-22T13:04:24Z</dcterms:created>
  <dcterms:modified xsi:type="dcterms:W3CDTF">2026-06-29T18:00:51Z</dcterms:modified>
</cp:coreProperties>
</file>