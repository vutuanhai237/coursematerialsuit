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1028" r:id="rId3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85"/>
    <p:restoredTop sz="94552"/>
  </p:normalViewPr>
  <p:slideViewPr>
    <p:cSldViewPr snapToGrid="0">
      <p:cViewPr varScale="1">
        <p:scale>
          <a:sx n="109" d="100"/>
          <a:sy n="109" d="100"/>
        </p:scale>
        <p:origin x="9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5E20D-330D-AE4A-A6A6-1850AD2ED2D6}" type="datetimeFigureOut">
              <a:t>28/1/26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D1A52-94DB-CE4E-80E4-5A5A3CBD908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4126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879C-66BC-BE38-71AE-B0A52BE99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E43DC-52BF-FFC7-A6F7-77C3F65F6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B3760-1A42-A517-B329-17A032D0F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CC23C-BA29-DE42-B018-0A671B23AB5C}" type="datetime1">
              <a:t>28/1/26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3FEB5-9A1D-C760-3A59-6961C418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C8E25-5819-D9BB-2B7B-FD89ADD9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83324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E967-6FF5-2AB7-5A89-60DD8D39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7CEF-4815-3E95-7909-2FA3AD96C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71C15-89E5-727B-1490-05CC5367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D96D-7531-BC47-A011-B5D6B3D43310}" type="datetime1">
              <a:t>28/1/26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CB36A-D94F-AC92-80B1-8040A94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8F61-1BFA-0780-D5CD-C8709F5C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6BE16-5785-3287-F219-A63A98C1F6B4}"/>
              </a:ext>
            </a:extLst>
          </p:cNvPr>
          <p:cNvSpPr txBox="1"/>
          <p:nvPr userDrawn="1"/>
        </p:nvSpPr>
        <p:spPr>
          <a:xfrm>
            <a:off x="10025743" y="180459"/>
            <a:ext cx="2008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VN" b="1"/>
              <a:t>IT002 - OOP</a:t>
            </a:r>
          </a:p>
        </p:txBody>
      </p:sp>
    </p:spTree>
    <p:extLst>
      <p:ext uri="{BB962C8B-B14F-4D97-AF65-F5344CB8AC3E}">
        <p14:creationId xmlns:p14="http://schemas.microsoft.com/office/powerpoint/2010/main" val="3226230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098A-1FF5-4E9C-3958-AAAE5EB1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3F6B0-B22B-B8B5-5476-1A0488046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31000-AB74-AEFD-50FE-977A929A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F25-CCF5-1749-B789-DEA9DF3915D1}" type="datetime1">
              <a:t>28/1/26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11593-2B6B-2CA0-DB2F-19489B8C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FED81-0B56-6FA2-95D2-CECADDCD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69224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CBAD-C94E-8462-42F7-6CE1DEB6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A8E9-46E4-3722-3678-DB1E6624F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D4EB0-C0BC-93AB-256D-477F0B020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385DA-986F-905C-F93C-11946E71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BD3F-C60C-8F40-A1AA-746E79F526C8}" type="datetime1">
              <a:t>28/1/26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EEC57-B8A1-E8E8-D3C6-C712BD1EB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D3BD5-89C2-ABF6-BC50-26CCE3F3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7107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AD908-C8FB-B40D-5338-B12F38A31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DDE4-2F4D-BD99-A231-CA6008F12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206A1-A852-DFD4-176B-D30D76696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BD5B1-0FAD-D905-193A-A988870AE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492ABD-06A7-0A8A-B162-6B100DD63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FA0F5E-BC75-DA33-C23A-2C084BB4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63D55-6338-8241-BEA3-C8267015B326}" type="datetime1">
              <a:t>28/1/26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6DAFF-76C5-9BAB-7595-F3D8650B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A2C9E-5705-21CC-7F2F-2C316299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899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4701-A80A-232F-0854-5DA8AFC2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1774C-BD97-3E58-CD40-4C950D60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82EF4-4D34-8E49-9BB8-7FCD8F64F56C}" type="datetime1">
              <a:t>28/1/26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13042-37A8-CF0D-C96F-6512F274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67E85-AB14-0D13-176E-0A06051F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737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EB413-185C-B41C-723A-9D4A6A67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5D4F-1253-B847-8798-F89DBC53ECA3}" type="datetime1">
              <a:t>28/1/26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4A144-520E-E52F-DDF2-1E748F63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450AA-C86A-7829-97FB-257B463C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2151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9349-7940-BEF0-B4D4-5A7C8268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6DDD3-2B20-C5F9-4DC4-024003B7A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E6026-5F77-9B71-E592-DF3B22831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51FFE-290A-F231-2373-CB0706827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E56D-C72A-354F-B0FC-65EC27F745C6}" type="datetime1">
              <a:t>28/1/26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C637D-0DBB-9D94-B84C-DD221A50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D7C7B-EC72-7C24-BC80-9FF123A0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2212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795E-B04D-560C-A632-0313EB8BD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418B6-E0F2-379C-988E-BFAA86E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D15F2-ED27-6782-8C8C-9B6E07184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F3CA7-0F96-3431-B3F4-06BC0EFD0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E616-05B3-E949-A580-BAD4E917BCA4}" type="datetime1">
              <a:t>28/1/26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5F99E-A59B-DABF-2474-1B2A079D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90139-F785-8A64-8D32-C52E8E26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4178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89D33-1B65-702E-AF68-091EFE88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663F3-7D0E-B1DA-F503-E4430BF7B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C38CE-AAC4-CCE9-CDB5-8A582C91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8E9E1-1963-2549-A392-0CE442C818D3}" type="datetime1">
              <a:t>28/1/26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90330-95FE-A9AD-654D-097C1AB4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1C464-4061-61F4-DFB5-70DE041B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48787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DA118-9B30-AADB-BB00-1A29AD187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6A5B8-6D26-4874-BB54-AAA2C8A08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A1E27-ACFA-67B6-8F29-D119DAA1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FA920-85BE-4747-816A-47AD76A510FA}" type="datetime1">
              <a:t>28/1/26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8A6B8-C0F3-CDF8-2607-D9CE1D13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331BE-9413-D25C-37C9-D572037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8142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82CA9-C9D9-B13F-66CB-521D6AC8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7227C-7C52-761E-38B0-5791D2198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0B1A1-6E5E-9BBC-C985-0A43829F9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08FC7-06EA-184C-B437-1FD4117B159D}" type="datetime1">
              <a:t>28/1/26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9B3D4-A45B-92A5-6062-5A7DF6FA3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62E2A-F337-A4D9-6F2A-F99944438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99396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0750B-39EE-3B01-075B-7F8F62804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VN"/>
              <a:t>Intro OOP – IT002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2B4C0-AF9F-C53E-D24C-0775EFEFB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VN"/>
              <a:t>Vu Tuan Hai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02840-6693-8282-76B9-EE98C0B0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780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976F6-9288-2276-01AE-3CAAC7006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Intro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501DE5-8C72-FE68-D788-A9FC3E84DA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VN"/>
                  <a:t>OOP (Object-oriented programming) là môn cơ bản, phải nắm vững</a:t>
                </a:r>
              </a:p>
              <a:p>
                <a:pPr marL="0" indent="0">
                  <a:buNone/>
                </a:pPr>
                <a:r>
                  <a:rPr lang="en-VN"/>
                  <a:t>Ngôn ngữ sử dụng: C++ (any ver)</a:t>
                </a:r>
              </a:p>
              <a:p>
                <a:pPr marL="0" indent="0">
                  <a:buNone/>
                </a:pPr>
                <a:r>
                  <a:rPr lang="en-VN" b="1"/>
                  <a:t>Lớp lý thuyết (45 tiết / 15 buổi – 13 buổi học – 2 buổi thi):</a:t>
                </a:r>
              </a:p>
              <a:p>
                <a:r>
                  <a:rPr lang="en-VN"/>
                  <a:t>Tốc độ giảng sẽ rất nhanh </a:t>
                </a:r>
                <a14:m>
                  <m:oMath xmlns:m="http://schemas.openxmlformats.org/officeDocument/2006/math">
                    <m:r>
                      <a:rPr lang="vi-VN" b="0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VN"/>
                  <a:t> Rớt bút || cúp học = mất gốc</a:t>
                </a:r>
              </a:p>
              <a:p>
                <a:r>
                  <a:rPr lang="en-VN"/>
                  <a:t>Điểm danh ngẫu nhiên theo hình thức bài tập trên giấy</a:t>
                </a:r>
              </a:p>
              <a:p>
                <a:r>
                  <a:rPr lang="en-VN"/>
                  <a:t>Thi vấn đáp cuối kỳ 1 vs 1</a:t>
                </a:r>
              </a:p>
              <a:p>
                <a:pPr marL="0" indent="0">
                  <a:buNone/>
                </a:pPr>
                <a:r>
                  <a:rPr lang="en-VN" b="1"/>
                  <a:t>Lớp thực hành (30 tiết / 6 buổi – 5 buổi học – 1 buổi thi):</a:t>
                </a:r>
              </a:p>
              <a:p>
                <a:r>
                  <a:rPr lang="en-VN"/>
                  <a:t>Nộp bài tập hàng tuần (1-5) trên Hackkerank (tương tự Wecode)</a:t>
                </a:r>
              </a:p>
              <a:p>
                <a:r>
                  <a:rPr lang="en-VN"/>
                  <a:t>Đề thi thực hành kháng AI</a:t>
                </a:r>
              </a:p>
              <a:p>
                <a:pPr marL="0" indent="0">
                  <a:buNone/>
                </a:pPr>
                <a:r>
                  <a:rPr lang="en-VN" b="1"/>
                  <a:t>Điểm</a:t>
                </a:r>
                <a:r>
                  <a:rPr lang="en-VN"/>
                  <a:t>: Quá trình (20%) – Thực hành (30%) – Cuối kỳ ( 50%)</a:t>
                </a:r>
              </a:p>
              <a:p>
                <a:endParaRPr lang="en-VN"/>
              </a:p>
              <a:p>
                <a:pPr marL="0" indent="0">
                  <a:buNone/>
                </a:pPr>
                <a:endParaRPr lang="en-VN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501DE5-8C72-FE68-D788-A9FC3E84DA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1206" t="-284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8B667-1403-9F9B-7FCE-6EE55A1F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01468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12155</TotalTime>
  <Words>144</Words>
  <Application>Microsoft Macintosh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Intro OOP – IT002</vt:lpstr>
      <vt:lpstr>Intro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Thi Le  Thuy - Y19</dc:creator>
  <cp:lastModifiedBy>Nguyễn Thị Lê Thủy</cp:lastModifiedBy>
  <cp:revision>45</cp:revision>
  <dcterms:created xsi:type="dcterms:W3CDTF">2025-10-12T07:14:27Z</dcterms:created>
  <dcterms:modified xsi:type="dcterms:W3CDTF">2026-01-28T14:02:50Z</dcterms:modified>
</cp:coreProperties>
</file>