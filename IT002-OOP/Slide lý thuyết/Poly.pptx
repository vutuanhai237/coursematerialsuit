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1027" r:id="rId3"/>
    <p:sldId id="1028" r:id="rId4"/>
    <p:sldId id="1035" r:id="rId5"/>
    <p:sldId id="1029" r:id="rId6"/>
    <p:sldId id="1030" r:id="rId7"/>
    <p:sldId id="1031" r:id="rId8"/>
    <p:sldId id="1032" r:id="rId9"/>
    <p:sldId id="1033" r:id="rId10"/>
    <p:sldId id="1034" r:id="rId11"/>
    <p:sldId id="1036" r:id="rId12"/>
    <p:sldId id="1037" r:id="rId13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176"/>
    <p:restoredTop sz="94552"/>
  </p:normalViewPr>
  <p:slideViewPr>
    <p:cSldViewPr snapToGrid="0">
      <p:cViewPr varScale="1">
        <p:scale>
          <a:sx n="109" d="100"/>
          <a:sy n="109" d="100"/>
        </p:scale>
        <p:origin x="111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0:43:01.99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18627 8388 24575,'45'0'0,"1"0"0,1 0 0,0 0 0,0 0 0,0 0 0,4 0 0,1 0 0,-5 1 0,0-2 0,-1-11 0,2 0 0,9 10 0,1-2 0,-4-14 0,0 1 0,0 14 0,1 3 0,9-6 0,-1 0 0,-20 6 0,-1 0 0,9 0 0,1 0 0,0 0 0,-1 0 0,-9 0 0,1 0 0,9 0 0,-1 0 0,-11 0 0,-1 0 0,1 0 0,0 0 0,-1 0 0,1 0 0,-1 0 0,1 0 0,5 0 0,1 0 0,1 0 0,1 0 0,-2 0 0,2 0 0,8 0 0,2 0 0,2 0 0,1 0 0,5 0 0,3 0 0,-18 0 0,1 0 0,1 0-159,0 0 1,-1 0 0,2 0 158,-1 0 0,1-1 0,0 2 0,3 3 0,0 0 0,0 0 0,0-3 0,1 0 0,-3 0 0,14 4 0,0 2 0,-7 0 0,3 2 0,-3-2 0,8-4 0,1 0 0,-8 5 0,3 1 0,-1-2 0,-7-6 0,-1-2 0,1 1 0,4 3 0,0 2 0,-1-2 0,-2-2 0,-2-2 0,1 4 0,-1 8 0,-1 3 0,1-3 0,4-9 0,0-3 0,0 5 0,-6 10 0,-1 5 0,1-4 0,9-8 0,2-2 0,-2 0 0,-9 3 0,-1 1 0,-1 1 0,1 1 0,-1 2 0,-1-2 0,15-2 0,-2 0 0,1 4 0,-3 0 0,-14-6 0,-1-2 0,4-4 0,-1-2 0,-11 1 0,0 0 0,5 0 0,1 0 0,-5 0 0,0 0 237,6 0 1,-3 0-238,12 0 0,-13 0 0,-1 0 0,17 0 0,9 0 0,-19-6 0,-1 0 0,13 3 0,-10-14 0,1-1 0,-10 16 0,-4-2 0,6-31 0,15 32 0,-53-9 0,17 12 0</inkml:trace>
  <inkml:trace contextRef="#ctx0" brushRef="#br0" timeOffset="2585">18891 12356 24575,'38'0'0,"3"0"0,7 0 0,0 0 0,6-1 0,2 2-878,-2 3 0,3 2 0,2 1 0,1 0 878,8 0 0,2 0 0,1 1 0,-1-1 0,-3 1 0,1-1 0,-2 1 0,1-1 0,-4-1 0,1 1 0,-2-1 0,-2-2 42,9-2 1,-3-3-1,-1 0-42,-3 1 0,0 0 0,-3 0 275,15 0 1,-1 0-276,-1 0 0,0 0 0,-12 0 0,0 0 0,6 2 0,-2-4 0,-15-8 0,-1-3 0,3-2 0,0 0 870,-4 0 0,-2 1-870,-4 1 0,0 2 410,4 4 0,1 3-410,-6 2 0,-1 1 274,29-11-274,-30 11 0,0 2 0,30-1 0,-29 0 0,1 0 0,-1 0 0,2 0 0,10 0 0,1 0 0,-4-1 0,1 2 0,15 3 0,1 4 0,-5 5 0,1 0 0,5-5 0,0 2 0,-6 14 0,0-1 0,5-19 0,0-2 0,1 16 0,0-1 0,1-14 0,1-3 0,5 6 0,-2 0 0,-15-7 0,-3 2 0,0 10 0,-3 1 0,-10-9 0,-1 0 0,1 9 0,0 0 0,0-11 0,-1-2 0,29 1 0,-30 5 0,0 1 0,18-3 0,-17 3 0,-2 0 0,8-6 0,-4 11 0,3 2 0,15-8 0,-14 8 0,1-2 0,10-11 0,5 0 0,-31 0 0,20 0 0,-33 0-1696,30 0 0,-41 0 0,18 0 0</inkml:trace>
  <inkml:trace contextRef="#ctx0" brushRef="#br0" timeOffset="5121">18812 16563 24575,'38'0'0,"27"0"0,-20-11 0,4-1 0,9 8 0,4 2 0,-8-6 0,4-1 0,-2 2-321,-5 6 1,-1 2-1,2-1 321,8-3 0,1-2 0,0 2 0,-3 1 0,-2 2 0,1-1 0,-3-3 0,-1-1 0,1 2 0,3 2 0,1 1 0,-2 1 111,19 0 1,-3-2-112,-6-11 0,0 0 0,-1 10 0,-1-2 0,-3-8 0,-1 1 0,6 9 0,0 4 0,-11-2 0,-1 0 0,-2 0 0,-1 0 0,-11 0 0,-1 0 0,1 0 0,0 0 362,-1 0 1,1 0-363,11 0 0,1 0 7,-10 0 0,1 0-7,19 0 0,3 0 0,-10-1 0,-2 2 0,2 10 0,-1 1 0,4-3 0,-1 0 0,-4 3 0,0 3 0,-5 3 0,1-1 0,13-8 0,2-1 0,-9 6 0,-1-1 0,5-5 0,2-4 0,-10-3 0,1-2 0,-2 1 0,8 0 0,-1 0 0,-7 0 0,2 0 0,-1 0 0,15 0 0,0 0 0,1 0 0,1 0 0,-17 0 0,2 0 0,-1 0-159,1 0 1,0 0 0,0 0 158,0 0 0,1 0 0,1 0 0,2 0 0,0 0 0,-1 0 0,18 0 0,-1 0 0,0 0 0,-2 0 0,-9 0 0,-3 0 0,-6 0 0,-1 0-1326,8 0 1,-5 0 0,-5 0 0,9 0-1</inkml:trace>
  <inkml:trace contextRef="#ctx0" brushRef="#br0" timeOffset="40158">2249 5689 24575,'-46'19'0,"1"0"0,2 6 0,4 3 0,4 0 0,2 0 0,-5-2 0,2 1 0,-8 23 0,-20-21 0,34-2 0,7 8 0,23-6 0,-12 12 0,9 9 0,-9 3 0,12-9 0,0 18 0,0-21 0,0 0 0,0 21 0,0-18 0,0-6 0,0 1 0,0 28 0,0 1 0,5-30 0,2 0 0,6 8 0,0 0 0,-4-4 0,0 1 0,15 13 0,-1 2 0,-14 7 0,0 0 0,15-8 0,2 0 0,-15-7 0,-4 3 0,4-3 0,15 12 0,-2-3 0,-14 1 0,-2 0 0,10 0 0,-1-2 0,-14-10 0,-3-2 0,6 1 0,0-3 0,-6 12 0,0 6 0,0-21 0,0 0 0,0-14 0,0-16 0,-12 13 0,-14-18 0,-4 17 0,-20-23 0,-3 0 0,-3 0 0,3-23 0,3 17 0,21-18 0,-21 24 0,32 0 0,-17-11 0,32 8 0,-8-9 0,11 12 0,11 0 0,-8 0 0,32 0 0,7 0 0,2-24 0,17 18 0,-19-17 0,-1 23 0,9 23 0,-33-17 0,19 30 0,-33 2 0,8 18 0,-9-7 0,-4 5 0,2 0 0,0 0 0,0 0 0,0 1 0,0 9 0,0-1 0,0-21 0,0 1 0,0 20 0,0 0 0,0-19 0,0-3 0,0 0 0,0-2 0,0 34 0,0-29 0,0 21 0,0-24 0,0 9 0,0-32 0,0 17 0,0-8 0,0-10 0,0 19 0,0-10 0,0-8 0,0 17 0,24-9 0,-18 16 0,17-1 0,-23-15 0,12 9 0,-9-29 0,32 18 0,-29-24 0,18 12 0,-1-9 0,-17 8 0,29-11 0,-32 0 0,33 0 0,-31 0 0,19 0 0,-12 0 0,-9 0 0,32 0 0,-29 0 0,29 0 0,-32 0 0,9 0 0,11 0 0,-17 0 0,41 0 0,-41 0 0,18 0 0,-13 0 0,-8 0 0,9 0 0,-12 0 0,0 0 0,0 0 0</inkml:trace>
  <inkml:trace contextRef="#ctx0" brushRef="#br0" timeOffset="50388">23416 6694 24575,'-24'-53'0,"6"15"0,-5 0 0,-9 3 0,-4-1 0,-2-15 0,-3-1 0,-9 9 0,-3 4 0,0 5 0,-3 1 0,-3-7 0,-2 6 0,-4 23 0,0 1 0,5-20 0,0 2 0,5 23 0,1 4 0,2-11 0,1 0 0,11 11 0,1 2 0,-29-1 0,15 0 0,-8 0 0,16 0 0,8 0 0,-2 0 0,-29 0 0,30 12 0,-3 0 0,-10-10 0,-1 2 0,10 13 0,-1 1 0,-19-16 0,-3-1 0,11 16 0,0 1 0,-6-8 0,-1-2 0,1 4 0,3 2 0,9 5 0,2-2 0,-1-15 0,2 1 0,6 14 0,-1 2 0,-11-5 0,-1-2 0,9-4 0,1 2 0,-10 14 0,1-1 0,-17-17 0,30 10 0,0 3 0,-30 7 0,29-17 0,-1 0 0,0 10 0,1-3 0,-1-13 0,0-3 0,-27 12 0,27 0 0,3 0 0,-7-7 0,2 7 0,-1 0 0,-16 0 0,13-11 0,1 1 0,-11 9 0,12 2 0,3-2 0,5-5 0,-6 6 0,-1-1 0,-1-11 0,6 0 0,0 0 0,-18 0 0,3 24 0,3-18 0,21 17 0,-21-23 0,-3 0 0,-3 12 0,3-9 0,3 9 0,20-12 0,4 0 0,-9 23 0,17-17 0,-32 29 0,32-32 0,-29 9 0,30 12 0,-33-7 0,20 10 0,-20 8 0,33-29 0,-18 41 0,8-41 0,-14 29 0,0-32 0,-9 32 0,20-17 0,4 8 0,-9 10 0,29-19 0,-30 10 0,34 8 0,-10-29 0,-12 41 0,18-41 0,-17 17 0,23-11 0,0-9 0,0 32 0,0-29 0,0 30 0,0-34 0,23 10 0,-5 12 0,8-7 0,10 45 0,-19-18 0,7-11 0,2-1 0,4 9 0,20-15 0,-9 10 0,0-19 0,9 10 0,3 8 0,-9-29 0,-2 5 0,1 2 0,16-2 0,9-8 0,5 9 0,-29 12 0,21-19 0,0 19 0,-21-24 0,18 0 0,-33 0 0,44 0 0,-37 0 0,5 0 0,3 0 0,12 0 0,11 0 0,-28-11 0,-1-2 0,29 8 0,-28-7 0,2 0 0,5 5 0,-1 2 0,14 2 0,-16-1 0,-1-3 0,14-17 0,11 18 0,-28-6 0,-1 1 0,30 11 0,-1-12 0,-29 10 0,1 1 0,28-11 0,1 12 0,-30 0 0,0 0 0,30 0 0,-12 0 0,-12 0 0,-3 0 0,-6 0 0,39 0 0,-45 0 0,33 0 0,-18 0 0,21 0 0,-24 0 0,9 0 0,-21 0 0,21 0 0,-20 0 0,20 0 0,-9 0 0,0 0 0,-15 0 0,10 0 0,-19 0 0,33 0 0,-32 0 0,17 12 0,-8-9 0,14 9 0,0-12 0,21 0 0,-18 0 0,9 0 0,-3 0 0,-9 23 0,0-17 0,9 18 0,-21-24 0,21 0 0,-20 0 0,31 0 0,-16 0 0,19 0 0,1 0 0,3 0 0,-13 0 0,-11 0 0,-2 0 0,-7 0 0,7 0 0,1 0 0,1 0 0,9 0 0,-3 0 0,-9 0 0,0 0 0,9 0 0,-32 0 0,17 0 0,-8 0 0,2 0 0,21 0 0,-9 0 0,-11 0 0,29 0 0,-39 0 0,42 0 0,-9 0 0,3 0 0,-18 0 0,0 0 0,6 0 0,-6 0 0,-2 0 0,-30 0 0,29 0 0,-32 0 0,9-24 0,-12 18 0,0-17 0,0 23 0,23 0 0,-17-12 0,17 9 0,-23-9 0,0 12 0,0 0 0,24-23 0,-18 17 0,17-18 0,-23 24 0,0-12 0,0 10 0,0-34 0,12 30 0,-9-41 0,9 41 0,-12-17 0,0 11 0,0 9 0,0-32 0,0 29 0,0-29 0,0 32 0,0-9 0,0-11 0,0 17 0,0-30 0,0 34 0,0-10 0,0-12 0,0 18 0,0-29 0,0 32 0,-12-9 0,9-11 0,-9 17 0,12-41 0,-23 41 0,17-29 0,-41 32 0,29-32 0,-8 29 0,-9-18 0,29 12 0,-30 9 0,33-8 0,-8-13 0,11 18 0,-24-29 0,18 32 0,-17-9 0,23-11 0,0 17 0,0-18 0,0 24 0,0-23 0,0 17 0,0-17 0,0 11 0,0 9 0,0-9 0,0-11 0,0 17 0,0-18 0,0 12 0,0 9 0,0-8 0,0-13 0,0 18 0,0-17 0,0 11 0,0 9 0,0-9 0,0 12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0:49:47.87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13335 5821 24575,'-53'-23'0,"15"10"0,0-4 0,3-14 0,-1-2 0,-20 10 0,-3 1 0,6-13 0,-2-3 0,8 14 0,-2 2 0,1 0 0,-20-6 0,0-2 0,17 2 0,-1-2 0,0 2 0,2 9 0,1 2 0,1-3 0,-2-5 0,1-2 0,1 0 0,-1 4 0,1 1 0,1-1 0,1-2 0,2-1 0,1 1 0,-11-4 0,-1 2 0,-2 0 0,0 1 0,4 0 0,0 2 0,5 8 0,-1 3 0,-15 0 0,2-1 0,19-4 0,0 1 0,-20 13 0,0 2 0,20-9 0,1-1 0,-9-1 0,-1 2 0,0 9 0,1-2 0,4-12 0,-3-3 0,1 9 0,-3 1 0,0 2 0,-17-2 0,0 0-273,13-2 1,-1-2-1,-1 2 273,-2 1 0,-2 2 0,2-1 0,5 0 0,1 0 0,-2-2 0,-8-5 0,-2-1 0,2 0 0,10 2 0,0 1 0,1 2 0,-4 1 0,0 2 0,0-1 0,4-1 0,0-2 0,0 2-94,-20-3 0,-1 2 94,2 3 0,0 0 0,5-10 0,2 3 0,10 15 0,1-1 0,2-16 0,1 0 0,11 16 0,1-1 0,-1-15 0,1 0 405,-1 16 0,0 1-405,-27-10 98,28-2 0,1 2-98,-29 5 0,33-17 0,0-1 0,-3 14 0,-2 3 0,-5-7 0,-4 1 0,-15 5 0,-6 4 0,13 3 0,-2 2 0,-1-1-362,1 0 1,0 0 0,-3 0 361,5 0 0,-3 0 0,1 0 0,2 0 0,-2 0 0,3 0 0,-3 0 0,3 0 0,-3-1 0,-1 1 0,2 1 0,-7 3 0,3 0 0,-2 0 0,-7-3 0,-1 0 0,0 0 0,1 3 0,-1 0 0,1 0 0,3-3 0,0-2 0,1 1 0,0-1 0,1 0 0,-1 3 0,-4 4 0,0 4 0,1-3 0,9-5 0,1-2 0,-1 4 0,-9 10 0,-1 5 0,3-5 0,12-10 0,2-4 0,-1 2-116,-3 5 0,0 2 0,1-1 116,-19-3 0,3 1 0,11 7 0,1 1 0,-4-5 0,2-1 0,13 5 0,1-2 0,-16-9 0,-2-4 0,7 2 0,-2 0 0,-10 0 0,-2 0 0,0 0 0,-1 0 0,0-1 0,1 2 0,0 5 0,2 0 0,4-5 0,2 1 532,3 2 1,3 3-533,5 6 0,2-2 183,6-9 1,1 2-184,-1 14 0,1-1 0,4-15 0,0-1 0,-5 15 0,1 3 0,4-4 0,2 0 0,-1-1 0,1 1 0,-1 3 0,0-1 0,1-3 0,-1-1 0,-7 0 0,3 3 0,14 9 0,1 0 0,-14-10 0,1 0 0,-14 35 0,12-29 0,-3-1 0,6 0 0,0 1 0,-6 4 0,2 0 0,-10 4 0,23-4 0,2 0 0,-11 5 0,-1 20 0,-8-9 0,21 0 0,3 9 0,14-21 0,-12 21 0,18-20 0,-17 20 0,23-21 0,0 45 0,0-39 0,0 6 0,0 3 0,0 12 0,0-12 0,0 3 0,0-6 0,0 0 0,0 5 0,0 0 0,0-7 0,0 1 0,0 12 0,0-1 0,0 11 0,11-13 0,1-1 0,-6-4 0,30 20 0,-33-23 0,32 21 0,-18-41 0,10 38 0,-15-42 0,11 10 0,-17-16 0,18 13 0,-24-18 0,23 41 0,-17-29 0,29 32 0,-32-21 0,33 33 0,-19 5 0,-4-26 0,1 1 0,4 3 0,-1 1 0,-8-6 0,0-1 0,17 29 0,-7-29 0,-3-2 0,-10 7 0,18-7 0,-1 0 0,-17 7 0,18 9 0,-13 20 0,-8-37 0,9 37 0,-12-55 0,0 17 0,0-9 0,0 4 0,0-4 0,0 10 0,0-31 0,0 42 0,0-29 0,0 9 0,0 8 0,0-29 0,0 17 0,0-23 0,0 12 0,0-9 0,0 9 0,0 11 0,0-17 0,-12 18 0,9-13 0,-8-8 0,11 33 0,0-31 0,0 42 0,0-41 0,0 30 0,-24-33 0,18 32 0,-17-29 0,23 17 0,0-23 0,0 12 0,0-9 0,0 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0:52:21.47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19870 4657 24575,'-50'-24'0,"-6"7"0,7 4 0,-5-1 0,1-3 0,-2-1 0,-11 3 0,-1 1 0,8-1 0,-2 0 0,10 4 0,-1-1 0,2 0 0,-7-2 0,-1 2 0,8 6 0,-2 1 0,1-2 0,-9-10 0,0-1 0,-11 4 0,-2 1 0,6-2 0,-1 1 0,16 5 0,0 1 0,0-2 0,2-1 0,2-1 0,-1 0 0,-24-2 0,-1-1 0,22 1 0,0 0 0,0 1 0,-22-1 0,1 1 0,24 1 0,0 0 0,0 1-288,-2 5 0,-1 2 0,-1-4 288,-3-10 0,0-5 0,-2 2 0,-4 6 0,-1 1 0,0-1-387,-7-5 1,-1-2-1,0 0 387,16 5 0,-1 0 0,0 1 0,0 1 0,-3 3 0,-1 2 0,0 0 0,0-2 0,3-5 0,1-3 0,-1 0 0,-2 3 0,-7 4 0,-3 4 0,0-1 0,3-2 0,7-2 0,2-3 0,0 0 0,-3 1-477,-9-2 0,-3 2 0,0 0 1,0 1 476,5 3 0,0 2 0,0 0 0,1-2 0,-1-3 0,1-2 0,-1 1 0,-1 2 0,-3 4 0,-1 3 0,1 1 0,0 0 0,6-1 0,1 1 0,1-1 0,-1 0-274,1-2 0,-1-1 0,1 1 1,0 2 273,-12 5 0,0 2 0,2-4 0,2-10 0,2-5 0,0 5 0,6 10 0,0 4 0,1-2 6,0-5 1,0-3 0,1 4-7,3 4 0,1 3 0,1 0 0,-17-1 0,-1 0 0,22 0 0,-1 0 0,3 0 575,-7 0 1,2 0-576,-15-6 0,2 0 958,24 5 0,2-1-958,-3-4 0,-1 0 657,7 6 0,2 0-657,-31 0 312,29-10 1,-1-3-313,-1 5 0,3-2 0,4-15 0,0 0 0,-13 13 0,-6 6 0,-15 4 0,-8 4-684,24 1 0,-3 0 1,-3 2-1,-3 2 684,-4 2 0,-4 3 0,-2 1 0,-3 1 0,0 0-625,12-4 1,0 1-1,-2 0 1,-1 0-1,-1 1 1,-1 0-1,0 0 625,2 0 0,0 1 0,-2 0 0,0 1 0,-1 0 0,0 0 0,1 0 0,-1 1 0,-1 1 0,-1 0 0,0 0 0,0 1 0,0 0 0,0 0 0,0 0 0,0-1 0,2 0 0,0-1 0,0-1 0,0 1 0,0 0 0,1 0 0,0 0 0,1 1 0,-6 2 0,0 0 0,2 2 0,-1-1 0,2 0 0,0-1 0,1-1-339,-6 0 1,2-1 0,0 0 0,1-1 0,1 1 0,2 1 338,-4 3 0,2 1 0,2 0 0,0 0 0,2-1-282,-7 0 0,1-1 0,1 1 0,2 0 282,5 3 0,2 1 0,0-1 0,0-1 0,5-6 0,-1-3 0,1 1 0,0 1 212,-2 6 0,-1 2 0,2-1 0,0-2-212,-10-4 0,2-4 0,0 4 0,-4 7 0,0 5 0,1-3 0,6-5 0,0-1 0,1-2 1043,0-2 0,0-2 1,1 0-1044,3-1 0,1 0 0,1-1 0,3-1 0,-1-2 0,3 1 1269,-19 5 1,4 1-1270,16-1 0,6-1 1847,-6-2-1847,15-11 0,-5 14 0,-8 8 0,-4 4 0,-7 5 0,-4 3-445,10-5 0,-4 2 0,-2 1 1,-2 3-1,0 0 445,5-2 0,-2 1 0,0 2 0,-1 0 0,0 1 0,-1 1-410,6-2 0,-1 0 0,0 2 1,-1 0-1,1 0 0,0 0 1,0 0 409,2-2 0,-1 0 0,0 0 0,0 0 0,1 1 0,1 0 0,2 1 0,-4 5 0,1 1 0,2 0 0,0 1 0,1 0 0,0-2-326,-6 5 0,-1 0 1,1-1-1,3 0 0,2 1 326,-3 8 0,4 1 0,1 0 0,2-3-141,5-9 1,2 0 0,0-2-1,3 0 141,-5 10 0,4-1 0,1-1 787,4-7 0,2 0 1,3-3-788,0 8 0,1-1 1736,-5 4 0,2-1-1736,8-5 0,3-1 1176,4-3 0,0-1-1176,-4-7 0,3-1 970,13 29-970,-9-44 27,-11 5-27,17-23 0,-29 12 0,-4 50 0,9-18 0,-6 9 0,0 5-847,7-6 1,1 3 0,-2 5-1,-1 1 1,-1 2 846,1-6 0,-3 1 0,0 2 0,-2 1 0,1 2 0,1 0 0,2 2-502,4-3 0,2 2 0,0 1 0,1 1 0,0 1 0,0-1 0,-1 0 0,-1-2 502,-2-2 0,0 0 0,-2 0 0,1-1 0,-1-1 0,2 1 0,1-1 0,2 0 0,2 3 0,1 1 0,1 0 0,2-2 0,0 0 0,0-2 0,0-3-191,-5 8 1,1-2-1,1-2 1,-1-3 0,2-2 190,-2 1 0,0-3 0,2-3 0,4-1 0,2 26 0,-1-8 0,-14-20 0,4-5 2938,21 10-2938,-18-3 4668,24-33-4668,0 42 0,0-10 0,0 5 0,0 8 0,0 5-52,0 1 0,0 6 0,0 2 52,0-15 0,0 0 0,0 2 0,0 2-506,0-6 0,0 2 0,0 1 1,0 1-1,0 1 506,0 4 0,0 1 0,0 1 0,0 0 0,0-1 0,0-1 0,0-1 0,0 0 0,0-1 0,0-1-345,0 9 1,0 0-1,0-2 1,0-1 344,0-7 0,0 0 0,0-2 0,0-2-149,0 8 1,0-1 0,0-2 148,0-7 0,0-1 0,0-2 0,0 19 0,0-4 671,0-9 1,0-1-672,0 5 0,0-1 1227,-1-15 0,2-1-1227,11 5 0,0-3 1690,-6 17-1690,6-28 0,-1-1 615,-11 30-615,0-30 0,0 3 0,0 10 0,0 1 0,0-10 0,0 1 0,-2 20 0,4 0 0,10-20 0,0 0 0,-9 20 0,0 0 0,9-20 0,-1-1 0,-10 15 0,-2 1 0,5-5 0,4 0 0,5 6 0,0 2 0,-5 6 0,2-1 0,7-11 0,1-2 0,-4 5 0,-1-1 0,1-8 0,1-4 0,-2-9 0,0-1 0,7 7 0,-4 1 0,-13-3 0,0-1 0,13 3 0,3 2 0,-6 19 0,0 0 0,6-20 0,4-1 0,9 22 0,0-1 0,-10-20 0,0-1 0,10 10 0,-2-1 0,-16-10 0,1-3 0,20-3 0,4-2 0,-10 5 0,1 0 0,14-4 0,3 0 0,4 16 0,1 3 0,-5-10 0,3-1-280,-2-4 0,5 1 0,-1-1 280,-7-6 0,1-1 0,1 0 0,8 1 0,3-1 0,-1 0 0,-4 1 0,-1-1 0,2-3 0,5-7 0,2-5 0,1 3 0,-10 2 0,1 2 0,1 0 0,-1-5 0,14-4 0,1-5 0,3 3-438,-6 6 1,2 2-1,2 1 1,-3-6 437,-7-8 0,-2-3 0,0-2 0,3 3 0,10 3 0,3 2 0,1 0 0,-3-3 0,-9-5 0,-2-1 0,1-2 0,0 2 0,3 1 0,2 2 0,-1-1 0,-2 0-305,11-3 0,-3 0 1,-1 0 304,-3 0 0,-1 0 0,1 0 0,2-4 0,1-1 0,-3 2 0,-12 2 0,-1 2 0,1-4 0,10-8 0,1-3 0,-3 4-61,7 6 0,-1 2 61,-17-5 0,0-2 0,-4 1 360,-3 1 0,-4 2-360,-2 6 0,-2-5 1719,13-31-1719,5 40 0,14 8 0,-6-13 0,9-3 0,7-1 0,3 5-735,-17 4 1,3 2 0,3 2 0,2 1 0,2 0 0,3 1 0,1-1 734,-16-3 0,1 0 0,3 0 0,0 0 0,2 0 0,0 1 0,2-1 0,0 0 0,0 1 0,1-1 0,0 0-385,-1 0 0,2 0 0,1 0 0,0 0 0,0 0 0,2 0 0,-1 0 0,0 0 0,1 0 0,-1 0 0,0 1 0,0-1 385,-6 1 0,1 0 0,-1 0 0,0 1 0,0-1 0,1 1 0,-1 0 0,0-1 0,1 0 0,-1 0 0,0-1 0,0 0 0,0-1-264,5 0 1,0-1 0,0-1 0,0 0 0,0 0 0,0-1 0,0 0 0,0 0-1,-2 0 1,1 0 0,-2 0 0,0 0 263,6 1 0,-1 0 0,0 0 0,0 1 0,-2-1 0,0-1 0,0 1 0,-2-1 0,1 0 0,-1-1-186,1-1 1,0 0 0,-1-1 0,0 0 0,-1-1 0,-1 1-1,0-1 1,-1 1 0,-1 0 185,0 0 0,1 0 0,-2 0 0,0 0 0,-1 0 0,-2 0 0,-1 0 0,-1 0 199,6 0 0,-2 0 1,-1 0-1,-2 0 0,-1 0 1,-1 0-200,18 0 0,-1 0 0,-4 0 0,-5 0 943,-6 0 1,-5 0 0,-3 0-944,20 0 0,-12 0 4327,-19 0-4327,-8-12 4625,-36 9-4625,70-9 0,-12 10 0,12 3 0,8 0-466,-19-1 1,5 0 0,4 0 0,3 0 0,3 0 0,2 0 465,-11 0 0,3 0 0,2 0 0,3 0 0,0 0 0,2 0 0,0 0 0,0 0 0,0 0-439,-8 0 0,0 0 0,1 1 0,0-1 0,1 0 0,0 1 0,0-1 0,1 0 1,0-1-1,-1 1 0,1-1 439,2 0 0,0-1 0,1 0 0,0 0 0,0 0 0,0-1 0,0 1 0,0-1 0,-1 1 0,0 0 0,-1 0 0,2 0 0,0 1 0,1 0 0,-2 0 0,1 1 0,-2-1 0,0-1 0,-1 0 0,-1-2 0,-1 0-236,6-3 0,-1-1 1,-1-2-1,-1-1 1,-2 1-1,0 0 0,-2 0 1,-1 2 235,11 2 0,-2 1 0,-2 2 0,-1-2 0,-3-1 0,-2-4-116,-3-4 1,-1-3 0,-3-2 0,-3 1 0,-2 1 115,17-2 0,-5 2 0,-6-3 1370,10-14 1,-9 0-1371,-20 15 0,-8-3 5126,-7-25-5126,8 30 0,-16-35 0,3-17 0,5 23 0,8-2 0,3-3 0,0-4-159,-5 5 1,1-4-1,1-2 1,2-2-1,0-1 1,2 1 158,-1 2 0,1-1 0,1-1 0,1 0 0,1 0 0,0 0 0,1 0 0,1 0 0,1 0 0,1 0 0,1 1 0,-1 0 0,-1 0 0,-1 2-213,3-2 1,-2 0 0,1 1 0,-2 2 0,0 0 0,-2 0 212,3-2 0,-1 0 0,-1 2 0,-2 0 0,-2 1-245,0-5 1,-2 1 0,-3 2-1,0 1 245,3-2 0,-3 2 0,-2 0-9,-7-2 1,-3-1-1,-2 5 9,2 3 0,-3 1 1904,2-14 0,-6-2-1904,-13 10 0,-1-1 0,2 1 0,2-3 0,-2 0 0,-2 6 0,-1 1 0,-1-1 0,1-6 0,0 0 0,0 0 0,0 2 0,0-1 0,0-1 564,0-7 0,0-2 1,0-1-565,0-1 0,0 0 0,0-1 0,1-3 0,-1 1 0,-1 2 471,-2 10 1,-2 1-1,2 5-471,1-11 0,1 7 20,-6 16 1,2 3-21,5-24 0,0 32 0,-10-4 0,-4-5 1277,-3-32-1277,-7 15 0,-2-5 0,4 1 0,3-1 0,4 0 0,0 2 0,-4 10 0,3 4 0,14 5 0,1 3 0,-11-4 0,-11-21 0,17 7 0,-12 10 0,0-2 0,17 0 0,0 0 0,-17 1 0,0-2 0,14-7 0,2-4 0,-9-11 0,-1-4-610,7 14 1,2-3 0,-1-3 609,-2 7 0,0-3 0,-1-2 0,0-1 0,0-6 0,0-2 0,0 0 0,-2-1 0,0 15 0,-1-2 0,0 1 0,-1 1 0,1 2 0,0-7 0,0 2 0,0 2 0,-1 2 0,-2-10 0,-1 2 0,0 8 0,0 8 0,2 6 0,0-20 0,12 37 0,0-8 0,12-30 0,1 22 0,5-6 0,0-3 0,4-9 0,1-3 0,3-2-26,1 6 1,3-4 0,1 1 0,-1 0 25,-5 5 0,-1 1 0,-1 0 0,2 0 0,1-3 0,0 0 0,0 1 0,-1 3-24,-1-2 0,-2 4 1,-1 1 23,-3 4 0,-1 2 0,1 2 0,8-9 0,-2 5 0,5-10 0,-14 21 0,-3 3 0,0 5 0,-12 4 1921,0-9-1921,0 17 79,23-32-79,-17-3 0,18-14 0,-23 28 0,-2-2 0,-1-9 0,4-3 0,9-5 0,1-4 0,-9 11 0,-2-3 0,1 0-149,5 0 1,3 1-1,-3-2 149,-6-2 0,-2 0 0,1 1 0,0-18 0,0 1 0,0 0 0,0 2 0,0 9 0,0 3 0,0 6 0,0 0 0,0-5 0,0 2 0,-1 12 0,2 2 0,-1-4 0,0 1 0,0-8 0,0 3 446,0 9-446,-24 0 0,18 15 0,-17-10 0,23 19 0,0-33 0,0 20 0,-24-20 0,18 9 0,-17 0 0,23-9 0,0 32 0,0-17 0,-12 9 0,9 8 0,-9-17 0,12 8 0,0-14 0,0 0 0,-23-21 0,5 6 0,-6 17 0,-2-1 0,-3-28 0,5 30 0,-2 0 0,-15-18 0,11 3 0,-5 27 0,32-9 0,-9 29 0,-11-18 0,17 24 0,-18-12 0,12 9 0,10-8 0,-34 11 0,30 0 0,-17 0 0,23-24 0,-12 18 0,9-17 0,-9 23 0,-11 0 0,17 0 0,-17-24 0,11 18 0,9-17 0,-9 23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0:58:48.451"/>
    </inkml:context>
    <inkml:brush xml:id="br0">
      <inkml:brushProperty name="width" value="0.05292" units="cm"/>
      <inkml:brushProperty name="height" value="0.05292" units="cm"/>
      <inkml:brushProperty name="color" value="#00B050"/>
    </inkml:brush>
  </inkml:definitions>
  <inkml:trace contextRef="#ctx0" brushRef="#br0">18759 12198 24575,'-41'0'0,"-15"-3"0,-9-6 0,13-7 0,-2-6 0,-4-2-1349,-4 2 1,-4-1 0,-4-1 0,0-4 1348,15 5 0,-1-3 0,-1 0 0,-1-2 0,0 0 0,1 0-389,-1 0 0,0 0 0,1-1 0,-2 0 0,1 0 0,-2-1 389,-4-2 0,-1-1 0,-1 0 0,0-1 0,-1 1 0,1 1 0,0 0 0,1 0 0,-1 1 0,0 0 0,-1 0 0,0 0 0,9 4 0,-1 0 0,1 0 0,-1 0 0,0 1 0,0 0 0,0 1 0,-8-4 0,1 2 0,-1 0 0,0 0 0,1 2 0,-1 1 0,1 2 0,0 1 0,0 1 0,0 0 0,1 1 0,0 0-84,-8-2 0,1-1 0,0 2 0,1 0 0,0 0 84,4 3 0,0 1 0,1 1 0,0 0 0,0-1 0,3 0 0,-1 0 0,1 0 0,1 0 0,0 1-303,-12-3 1,1 0 0,0 1 0,2 2 302,3 3 0,1 2 0,1 0 0,-1 1 0,1-1 0,1 0 0,0 1 0,0 3 0,1 3 0,2 3 0,-1 0 0,2 0 263,3-3 1,0 0-1,1-1 1,0 2-264,-18 1 0,0 1 0,2 1 0,6-1 0,1 0 0,2 0 806,5 0 0,1 0 0,1 0-806,3 0 0,1 0 0,2 0 1197,-11 0 1,3 0-1198,6 0 0,3 0 923,10 0 0,1 0-923,-29 0 1211,15 0-1211,27 0 432,-9 0-432,-7 0 0,-15 0 0,-12 0 0,19 0 0,-2 0 0,-11 0-687,5 0 1,-10 0 0,-7 0 0,-4 0 0,0 0-1,2 0 1,5 0 686,3 0 0,4 0 0,1 0 0,-1 0 0,-2 0 0,-6 0 0,11 0 0,-3 0 0,-4 0 0,-1 0 0,-2 0 0,0 0 0,0 0 0,2 0 0,2 0 0,3 0 0,-10 0 0,3 0 0,1 0 0,1 0 0,1 0 0,0 0 0,-2 0 0,-1 0 0,0 0 0,0 0 0,-1 0 0,1 0 0,0 0 0,0 0 0,0 0 0,0 0 0,0-1 0,0 1 0,1 0 0,1 0 0,2 1-428,-4 0 1,2 0 0,0 1 0,1 0 0,1 1 0,-1 0 427,3 0 0,-1 2 0,0-1 0,2 1 0,0 0 0,1-1-269,-4 0 0,1-1 1,1-1-1,1 2 0,2 1 269,-6 2 0,2 3 0,1-1 0,1 0-166,1-2 1,1-2 0,1 1-1,4 3 166,-4 3 0,4 3 0,1-1 1128,4-4 1,0-1 0,4 1-1129,-12 8 0,4-1 1416,3-5 0,2 3-1416,5 10 0,0 3 989,-5-7 1,1 2-990,4 7 0,0 2 575,-1-6 1,2 0-576,5 2 0,3 0 12,4-2 1,3 1-13,-10 23 0,-9 3 0,20 3 0,-20-3 0,-3-3 0,20-23 0,-1-1 0,0-5 0,0 2 0,-4 20 0,0-1 0,4-24 0,0-1 0,-5 21 0,-1-2 0,0-20 0,0-3 0,2 12 0,-3 0 0,-10-11 0,-1 2 0,10 14 0,-1 1 0,-20-9 0,0 1 0,19 9 0,2 0 0,-5-11 0,3-1 0,-9 30 0,3-32 0,33 6 0,-7-24 0,12-24 0,-26 42 0,-10-12 0,-7 5 0,14 14 0,0 9 0,-3-2-257,-11-3 1,-4-2 0,2 3 256,7 6 0,2 4 0,-1-2 0,1-6 0,-1-2 0,2 2 0,6 2 0,1 2 0,1 0 0,-5 2 0,0 2 0,2 0 0,9 0 0,1 1 0,0-2-95,-21 15 0,3 1 95,14 9 0,5-1 0,4-20 0,1-1 0,0 9 0,2 1 0,3-12 0,1-1 0,-2 0 0,3 1 380,3 11 1,5 1-381,5-9 0,0 0 99,-6 7 0,1 2-99,8 0 0,0-1 0,-9-3 0,1 1 0,9 10 0,4 0 0,-4-5 0,4-2 0,8-5 0,3 0 0,-7 11 0,6-1 0,22-15 0,5 1 0,-11 20 0,3 0 0,18-19 0,5-3 0,-19 1 0,-1 2 0,3-3 0,3-11 0,4-4 0,4 3 0,8 11 0,5 5 0,2 2 0,-2-5 0,-10-10 0,-1-3 0,1 0 0,3 1-420,0 0 0,3 2 0,2 0 0,-1-1 1,-4 0 419,1 2 0,-3 0 0,-1-1 0,3-4 0,1-5 0,1-3 0,1-1 0,-2 5 0,-1 5 0,-1 4 0,0 0 0,2-2 0,5-2 0,2-3 0,0 0 0,1 2 0,0 1 0,1 1 0,-1 0 0,0 1 0,-5 2 0,0 0 0,-1 0 0,2-2 0,1-5 0,3-2 0,-2-1 0,-1 1-420,8 6 1,-3 1 0,2-1 419,-15-10 0,1 0 0,0-2 0,0 0 0,18 6 0,0-2 0,-1 0-246,-6-4 0,-1-1 0,-2 4 246,-2 7 0,-2 4 0,-2-7 0,7-13 0,-4-1 0,-4 21 0,-5-5 1871,19-24-1871,-27 9 1342,-6-12-1342,3 0 0,9 0 0,2 0 0,7-1 0,6 1 0,4 1-654,-6 2 0,3 0 0,4 2 0,2 0 0,2-1 0,1-1 654,-7-1 0,1-1 0,2 0 0,0-1 0,2 0 0,1 0 0,0 1 0,0 0-526,-2 1 0,0 1 0,1 0 0,1 0 0,0 0 0,0 0 0,1 0 0,-1-1 0,0 0 526,1-1 0,0-1 0,1 1 0,-1-1 0,0-1 0,1 1 0,-1-1 0,0 1 0,0 0 0,-2 0 0,1 0 0,-1 0 0,1 0 0,-1 0 0,0 0 0,-1 0 0,-1 0 0,-1 0-307,11 0 0,-2 1 0,0-1 0,-1 1 0,-1-1 0,-1-1 0,-2 0 307,4-2 0,-1-1 0,-1-1 0,-1 1 0,-3-1 0,-2 2-137,-3 2 1,-2 1-1,-2 0 1,-1-1 0,-2-3 136,6-3 0,-2-4 0,-3 1 0,-2 3 828,6 6 1,-4 2 0,-4-4-829,8-14 0,-7-1 2292,-14 16 0,-5-2-2292,5-19 3710,21 23-3710,-9 10 0,8 3 0,-5-7 0,3-2 0,3 4-9,-7 4 0,2 5 1,1 0-1,1-2 9,3-2 0,0-3 0,1 0 0,0 2 0,0 1 0,-1 1 0,1 0 0,-1-3 0,-2-2 0,1-2 0,-1-1 0,0-1 0,0-1 0,0 0 0,0-2 0,-2 0-295,10-2 0,-2 0 1,0 0 294,4 0 0,-1 0 0,-2 0 0,-15 0 0,-2 0 0,1 0-108,4 0 0,2 0 1,-2 0 107,19 0 0,-4 0 0,-14 0 0,0 0 0,14 1 0,-2-2 760,-25-5 1,-1 0-761,22 6 0,-1-3 472,-20-14 0,-1-1-472,9 9 0,1 0 184,0-15 0,-1-2-184,-9 11 0,1 1 0,13-10 0,3-2 0,6 0 0,-1-1 0,-7-5 0,1-4-292,-1 3 0,4-2 0,-3 0 292,-11 7 0,-1 1 0,-1-3 0,8-11 0,0-3 0,0 3 0,-1 7 0,1 4 0,-2-3 0,-5-6 0,-2-1 0,1 1 0,0 7 0,0 1 0,-3 0 0,13-16 0,-4 3 0,-8 16 0,-6 0 0,4-34 0,6 45 0,-41-7 0,17-35 0,-6 4 0,2-10 0,-3 9 0,4-5 0,1-5 0,1-1-431,0 3 0,2-3 1,1-1-1,1-1 1,0 2 430,2-2 0,2 1 0,0 0 0,0-1 0,-1 2 0,0 0 0,1 0 0,-1 1 0,0 1 0,-2 3-223,2-1 0,-1 3 0,-1 1 0,-2 3 223,3-5 0,-2 4 0,0 2 0,6-13 0,-3 6 0,-7 21 0,-3 3 0,11-27 0,5 1 2874,-8 31-2874,-10-14 1047,19 44-1047,-34-32 0,10 29 0,12-17 0,-18 23 0,29 0 0,-32 0 0,32 0 0,-29 0 0,29 0 0,-8 0 0,14 0 0,0 0 0,21 0 0,-18 0 0,9 0 0,-3 0 0,-9 0 0,0-12 0,9 9 0,-21-9 0,-2-11 0,8 17 0,-29-18 0,29 1 0,-32 17 0,9-29 0,-12 32 0,0-33 0,24 19 0,-19-10 0,19-8 0,-24 17 0,23-32 0,-17 33 0,18-30 0,-24 41 0,0-18 0,0 13 0,0 8 0,0-33 0,0 31 0,0-19 0,12 24 0,-9 0 0,8-12 0,-11 9 0,0-8-1696,24 11 0,-18 0 0,17 0 0</inkml:trace>
  <inkml:trace contextRef="#ctx0" brushRef="#br0" timeOffset="21499">9948 13944 24575,'-50'0'0,"-5"0"0,10 0 0,-2 0 0,0 0 0,0 0 0,0 0 0,0 0 0,1 0 0,1 0 0,-23 0 0,30-2 0,0 4 0,-18 21 0,3-17 0,3 30 0,21-34 0,-21 34 0,9-30 0,0 29 0,-9-32 0,32 32 0,-17-29 0,32 29 0,-9-32 0,-12 33 0,19-31 0,-31 42 0,33-29 0,-8 32 0,11-21 0,0 21 0,0-20 0,0 43 0,0-14 0,0-13 0,0-1 0,0 11 0,-2-12 0,4-3 0,9-5 0,1 0 0,3 1 0,14 16 0,21-9 0,-20-6 0,20-2 0,-9-7 0,0 0 0,21 7 0,-18-33 0,-7 14 0,2 1 0,29-12 0,-29 12 0,1-1 0,0-15 0,0-1 0,-1 16 0,1 1 0,5-15 0,1 0 0,1 15 0,0-1 0,0-14 0,0-3 0,5 7 0,-1-2 0,-9-4 0,-2-2 0,6 1 0,0 0 0,-6 0 0,-1 0 0,1 0 0,-1 0 0,1 1 0,0-2 0,-1-5 0,1 0 0,6 6 0,-1-3 0,-4-13 0,0-3 0,5 11 0,0-1 0,-6-16 0,-1 0 0,1 10 0,-1 0 0,-5-11 0,0 2 0,5 16 0,-2-1 0,8-38 0,16 29 0,-43-32 0,29 21 0,-29 2 0,32-8 0,-33 17 0,3-17 0,-5-3 0,-12 2 0,15-6 0,0-1 0,-12-1 0,29-9 0,-32-20 0,9 37 0,0-1 0,-1 1 0,-5 6 0,17-20 0,-23 33 0,0-18 0,0 8 0,0-14 0,0 12 0,0-7 0,0 10 0,0 8 0,-23-17 0,17 8 0,-29-2 0,32-21 0,-32 9 0,17 11 0,-32-5 0,-3 9 0,-3-4 0,18 17 0,0 0 0,4-6 0,0 3 0,-4 12 0,-3 2 0,-10-16 0,-1 0 0,9 16 0,1 2 0,-10-5 0,1-2 0,10-5 0,2 0 0,0 9 0,-1 0 0,0-9 0,1 1 0,-29 11 0,3 0 0,1 0 0,20 0 0,-18 0 0,32 0 0,4 0 0,-9 0 0,29 0 0,-41 0 0,41 0 0,-29 0 0,32 0 0,-9 23 0,-12-17 0,18 18 0,-17-24 0,11 0 0,9 0 0,-8 0 0,11 0 0,-24 12 0,18-10 0,-17 10 0,23-12 0,0 0 0,0 24 0,0-18 0,0 29 0,0-32 0,0 9 0,0 11 0,0-17 0,-12 18 0,9-24 0,-9 0 0,12 0 0</inkml:trace>
  <inkml:trace contextRef="#ctx0" brushRef="#br0" timeOffset="36155">21378 17383 24575,'0'64'0,"0"-1"0,-6-15 0,-3 2 0,1 2 0,2 5 0,2 2 0,-4 1-629,-7 8 0,-3 2 0,1-2 629,6-8 0,2-2 0,0 0 0,0 1 0,1-1 0,-2-1 203,-2-4 0,-1 0 0,3-3-203,9 6 0,-4-4 156,-19-3 0,1-6-156,17-2 0,-17-18 0,23-23 0,0 0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01:17.131"/>
    </inkml:context>
    <inkml:brush xml:id="br0">
      <inkml:brushProperty name="width" value="0.05292" units="cm"/>
      <inkml:brushProperty name="height" value="0.05292" units="cm"/>
      <inkml:brushProperty name="color" value="#00B050"/>
    </inkml:brush>
  </inkml:definitions>
  <inkml:trace contextRef="#ctx0" brushRef="#br0">14367 12780 24575,'-65'0'0,"22"-5"0,-5-2 0,-22-5 0,-4-3-434,24 3 0,-1-3 0,-1 1 434,-7 1 0,-3-1 0,1 0 0,0-3 0,1 0 0,-1 1 0,-2 5 0,0 2 0,0 0 0,1 0 0,-1 1 0,0-2 0,2-2 0,1-1 0,-1 3 0,0 7 0,0 2 0,1-1 0,5-5 0,1-3 0,-2 4 0,-8 4 0,-2 3 0,2 0 0,9-1 0,2 0 0,-1 0 0,-3 0 0,0 1 0,1-2 0,-18-5 0,1 0 0,21 5 0,-1 0 0,2 0 0,-16-5 0,-1 0 0,16 5 0,0 2 0,0-1 0,-16 0 0,1 0 187,-6 0 0,2 0-187,10 0 0,1 0 0,-5 0 0,1 0 114,15 0 0,1 0-114,-4 0 0,1 0 0,10 0 0,3 0 0,-30 0 330,29 0 0,2 0-330,-19 0 40,3 0-40,3 12 0,20-9 0,-20 32 0,9-17 0,0 32 0,15-33 0,-10 19 0,31-10 0,-31 15 0,33 24 0,-8 3 0,-2-30 0,2 3 0,8 10 0,0 1 0,-9-4 0,1 1 0,7 14 0,8 3 0,7 0 0,1 1 0,-10 0 0,2 1 0,12 4 0,3 0 0,-5-11 0,-1-2 0,0 1 0,3-2 0,8-9 0,2-4 0,-5-10 0,-1-2 0,21 28 0,-14-31 0,8-4 0,-17-14 0,44 12 0,5-19 0,-21 6 0,2 2 0,10 0 0,2-3 0,0-7 0,0 0 0,0 9 0,1 0 0,-11-10 0,3-3 0,-3 0 0,7 1 0,0 0 0,-7 0 0,3 0 0,-3 0 0,12 0 0,-3 0 0,-4 0 0,-1 0 0,-2 0 0,-1 0 0,-11 0 0,-1 0 0,1 1 0,-1-2 0,1-11 0,0 0 0,27 6 0,-29-17 0,1-1 0,28 19 0,-33-12 0,0-2 0,4 5 0,0 2 0,30-6 0,-28-1 0,-1 3 0,29 13 0,-30-14 0,0-1 0,30 12 0,-34-12 0,0 0 0,3 17 0,2 0 0,6-15 0,1-4 0,-4 5 0,1 1 0,8-1 0,1 0 0,2-2 0,-5-1 0,13-8 0,-13 17 0,-1 0 0,8-14 0,-11 15 0,1 4 0,13 1 0,14-9 0,-20-11 0,-9 17 0,-7-7 0,0 2 0,7 11 0,-7 1 0,2-2 0,29-11 0,-28 11 0,-1 0 0,29-11 0,-29 0 0,-2 0 0,19 6 0,-3-17 0,-3 11 0,-21 9 0,21-9 0,-32 12 0,29-23 0,-41 17 0,18-41 0,-24 41 0,0-29 0,0 32 0,0-32 0,0 17 0,11-32 0,-8 21 0,9 2 0,-12-8 0,0 29 0,0-41 0,0 41 0,0-29 0,0 32 0,0-9 0,-12 12 0,9-23 0,-8 17 0,-13-18 0,18 24 0,-17 0 0</inkml:trace>
  <inkml:trace contextRef="#ctx0" brushRef="#br0" timeOffset="20106">27649 6509 24575,'-44'-6'0,"0"0"0,8-11 0,-2-4 0,-29 0 0,-4-2 0,10-8 0,-1-3-477,7 11 1,-3 1 0,0 3 476,4 3 0,0 3 0,0-2 0,-3-6 0,0-2 0,1 5 0,-18 8 0,1 2 0,21-3 0,-1-1 0,2 0 151,-17-1 0,1-1-151,1-5 0,0-3 0,15 8 0,0 0 0,0 1 0,-18 0 0,0 0 0,16 0 0,0 0 0,0 3 0,0 7 0,1 3 0,1-2 0,-17-10 0,1 0 0,0 5 0,1 2 0,1 4 0,1-1 0,4-4 0,0 1 0,-7 4 0,1 2 137,6-1 1,0 0-138,-5 0 0,0 0 0,5 0 0,0 0 0,-1 0 0,1 0 0,7 0 0,1 0 361,-7 0 1,3 0-362,13 0 0,1 0 64,-10 0 1,1 0-65,5 0 0,1 0 0,3 0 0,1 0 0,-4 0 0,-1 0 0,6-1 0,1 2 0,-1 4 0,0 1 0,1-6 0,-1 3 0,1 15 0,-1 0 0,-6-15 0,0-1 0,5 16 0,0 0 0,-6-17 0,3 1 0,-12 33 0,12-33 0,3 2 0,6 43 0,-1-38 0,-2-1 0,-15 42 0,9-20 0,13-7 0,0 4 0,-10 26 0,0 3 0,15-19 0,2 2 0,-5 29 0,4-18 0,0 3 0,10-11 0,0 1 0,-10 8 0,0 1 0,17-11 0,-1-3 0,-16-3 0,3-2 0,16 20 0,-18-3 0,24-21 0,0 21 0,0-21 0,0 21 0,0 3 0,0 15 0,0-1 0,0-27 0,0-3 0,0 7 0,-2-1 0,4-1 0,22-6 0,-18 37 0,41-44 0,-30 21 0,10-20 0,8 20 0,6-33 0,3 30 0,18-29 0,-9 9 0,3 8 0,-3-29 0,-3 29 0,-21-32 0,21 32 0,-9-29 0,0 29 0,9-32 0,-20 33 0,32-7 0,-18 0 0,20 7 0,-23-10 0,9-8 0,-20 17 0,20-32 0,-21 32 0,21-29 0,3 18 0,3-24 0,-17-1 0,-2 2 0,8 10 0,-4-9 0,3-1 0,15 11 0,-15-11 0,3-2 0,-7 1 0,-1 0 0,1 0 0,-1 0 0,1 0 0,0 0 0,0 0 0,-1 0 0,1 0 0,0 0 0,5 0 0,1 0 0,1 0 0,0 0 0,0 0 0,0 0 0,6 0 0,-3 0 0,9 0 0,-17 0 0,1 0 0,13 0 0,-12 0 0,3 0 0,-5 1 0,-2-2 0,28-11 0,5 9 0,-5-8 0,-28-2 0,2 2 0,4 9 0,-1-2 0,-5-14 0,0 1 0,-1 15 0,1 1 0,0-16 0,-1-1 0,1 9 0,0 0 0,5-16 0,1 0 0,-5 16 0,0 0 0,6-14 0,-3-1 0,12 7 0,-13-8 0,-1 0 0,17 7 0,-25 1 0,0-1 0,28-9 0,-33 10 0,-3-7 0,10 13 0,-19 8 0,10-9 0,8-12 0,-29 18 0,41-41 0,-41 42 0,29-31 0,-32 10 0,32 8 0,-29-17 0,30 8 0,-10 10 0,-8-19 0,17 34 0,-32-34 0,32 7 0,-29-1 0,18-5 0,-24 9 0,23 8 0,-17-17 0,18 8 0,-24 10 0,0-19 0,11 34 0,-8-34 0,9 30 0,-12-29 0,0 32 0,0-32 0,0 29 0,0-18 0,0 1 0,23 17 0,-17-17 0,18 11 0,-24 9 0,0-32 0,0 29 0,0-18 0,0 12 0,0 9 0,0-8 0,0 11 0,0-24 0,0 18 0,0-17 0,0 23 0,0 0 0,0-12 0,0 9 0,0-9 0,12 12 0,-9-23 0,8 17 0,-11-41 0,0 41 0,24-29 0,-18 32 0,17-32 0,-23 17 0,0-9 0,0-8 0,0 18 0,12-33 0,-9 32 0,9-29 0,-12 41 0,0-29 0,0 32 0,0-33 0,0 31 0,0-19 0,0 24 0,0 0 0</inkml:trace>
  <inkml:trace contextRef="#ctx0" brushRef="#br0" timeOffset="27434">27384 9340 24575,'-14'0'0,"-22"-23"0,19 5 0,-33-8 0,9-10 0,-1 30 0,-8-29 0,21 32 0,-33-9 0,-5-11 0,26 20 0,-1 0 0,-3-15 0,-1 1 0,6 15 0,1 1 0,-1-17 0,1 0 0,-1 16 0,0-1 0,0-21 0,1 1 0,0 19 0,-2 2 0,-5-16 0,1 0 0,-14 15 0,17-1 0,-1-3 0,-13-17 0,11 22 0,-1-2 0,-13-31 0,17 34 0,-1-1 0,-13-33 0,-11 17 0,28 5 0,1 0 0,-18 1 0,4-12 0,-10-5 0,18 0 0,-21-7 0,24 33 0,-21-32 0,18 18 0,-9-10 0,3-8 0,9 29 0,0-29 0,-9 32 0,20-9 0,4 12 0,-9 0 0,-6 0 0,-27 0 0,17 0 0,-1 0 0,9 0 0,1 0 0,-9 0 0,-1 0 0,0 0 0,1 0 0,8 0 0,1 0 0,-9 0 0,-1 0 0,0 0 0,1 0 0,9 0 0,-1 0 0,-21 0 0,1 0 0,20 0 0,1 0 0,-10 0 0,1 0 0,10 0 0,3 0 0,-30 0 0,29 0 0,2 0 0,-7 0 0,-18 0 0,32 0 0,-20 12 0,9-9 0,0 8 0,-9 13 0,21-18 0,-21 29 0,20-32 0,-20 32 0,9-17 0,12 8 0,-6 10 0,8-30 0,-2 41 0,-21-30 0,20 33 0,-20-20 0,9 20 0,0-21 0,15 21 0,-10-9 0,19 24 0,-10-21 0,9-8 0,1 1 0,-1 7 0,6-6 0,-2 1 0,-4-5 0,1 0 0,1 5 0,2 1 0,0-1 0,-1 1 0,-5 6 0,5-1 0,13-3 0,1-1 0,-17 4 0,0 1 0,15-7 0,0 1 0,-9 11 0,1 1 0,10-9 0,2-1 0,-1 10 0,0-1 0,0-10 0,0-2 0,0 28 0,0-14 0,23-3 0,-17-20 0,30 20 0,-33-33 0,32 30 0,-29-29 0,41 8 0,-30 10 0,33-19 0,-32 10 0,41 8 0,-39-29 0,42 29 0,-21-8 0,0-10 0,9 30 0,-20-29 0,20 8 0,3 10 0,3-31 0,-4 19 0,-2-12 0,-20-9 0,20 8 0,-21-11 0,21 0 0,-9 24 0,0-18 0,-14 17 0,8-23 0,-17 0 0,32 0 0,-21 0 0,21 12 0,-32-9 0,29 9 0,-29-12 0,32 0 0,-21 0 0,-3 0 0,10 0 0,5 0 0,15 0 0,-3 0 0,-3 0 0,-21 0 0,33 0 0,-18 0 0,20 0 0,-22 0 0,8 0 0,-21 0 0,21 0 0,-21 0 0,21 0 0,3 23 0,3-17 0,-3 18 0,-3-24 0,3 0 0,-9 0 0,-2 0 0,1 0 0,16 0 0,-13 0 0,-1 0 0,11 0 0,-13 0 0,-1 0 0,17 0 0,9 0 0,-31-12 0,-1 0 0,8 6 0,21-17 0,-24 23 0,9 0 0,-20 0 0,20 0 0,-21-12 0,21 9 0,-9-9 0,0 12 0,9 0 0,-20-23 0,20 17 0,-21-18 0,21 13 0,3 8 0,3-9 0,-3-12 0,-3 19 0,-21-19 0,21 12 0,-9 9 0,0-32 0,9 29 0,-20-41 0,20 41 0,-21-17 0,-3 11 0,10 9 0,-30-32 0,29 29 0,-9-29 0,-8 32 0,29-33 0,-29 19 0,32-33 0,-21 9 0,21 0 0,-32-9 0,17 20 0,-9-20 0,-8 21 0,29-21 0,-41 32 0,29-29 0,-8 29 0,-10-32 0,19 33 0,-33-18 0,8 32 0,-11-33 0,24 30 0,-18-17 0,17 23 0,-23 0 0,0 0 0</inkml:trace>
  <inkml:trace contextRef="#ctx0" brushRef="#br0" timeOffset="34767">26564 11113 24575,'0'0'0</inkml:trace>
  <inkml:trace contextRef="#ctx0" brushRef="#br0" timeOffset="82151">21405 6059 24575,'-38'0'0,"8"-23"0,-32 5 0,24-6 0,-3-2 0,-1 11 0,-1 1 0,-8-11 0,-1 0 0,6 10 0,1 0 0,4-10 0,-1 0 0,-3 16 0,-1 1 0,7-16 0,-1 1 0,-11 14 0,-1 0 0,10-15 0,-1-2 0,-20 11 0,-1 1 0,21-11 0,1 0 0,-14 10 0,-3 0 0,6-9 0,1-2 0,4 5 0,-1 1 0,-14 0 0,-1-1 0,10-5 0,-1 2 0,-15 8 0,-4 3 0,6 0 0,1-1 0,1-5 0,0 3 0,1 12 0,1 2 0,3-10 0,1 1 0,0 9 0,-1 4 0,2-2 0,1 0 0,4 0 0,2 0 0,5 0 0,0 0 0,-11 0 0,1 0 0,14 0 0,1 0 0,-9 0 0,-1 0 0,6 0 0,1 0 0,4 0 0,0 0 0,-6 0 0,3 0 0,-12 0 0,-18 0 0,7 23 0,8-17 0,15 6 0,3-1 0,-4-11 0,8 0 0,-2 0 0,-17 12 0,17-12 0,2 3 0,-7 32 0,-30-29 0,30 30 0,7-22 0,-2-2 0,-17 6 0,3 29 0,3-30 0,20 33 0,4-20 0,-9 20 0,5-21 0,-11 21 0,15-9 0,-10 0 0,19 21 0,-10-18 0,-8 9 0,29-3 0,-29-9 0,8 24 0,10-21 0,-7 18 0,1-33 0,17 45 0,-18-39 0,22 6 0,4 3 0,-2 12 0,0-11 0,0 1 0,0-5 0,0 1 0,0 9 0,0 0 0,0 20 0,-2-15 0,4 0 0,10-19 0,0-1 0,-11 16 0,4-1 0,18-10 0,1-3 0,-16 2 0,1 0 0,16 0 0,0-1 0,-10 1 0,0 0 0,10-7 0,0 1 0,-11 5 0,1-1 0,35 17 0,-9-2 0,-9-21 0,1-2 0,11 14 0,-12-12 0,-2 1 0,-1 8 0,21 9 0,-9-21 0,-9-3 0,1-2 0,11-6 0,4-1 0,1 1 0,13 9 0,0-7 0,2 1 0,-21-1 0,0 1 0,19 5 0,2-2 0,-16-9 0,1-1 0,15 12 0,1-2 0,-4-8 0,-1-2 0,-6-1 0,1 0 0,9 6 0,-2-2 0,-19-14 0,-1-1 0,9 11 0,1-2 0,1-10 0,-3-2 0,12 1 0,-13 0 0,-1 0 0,8 0 0,-12 0 0,3 0 0,-6 0 0,0 0 0,5 0 0,-1 0 0,-5 0 0,0 0 0,-1 0 0,1 0 0,10 0 0,3 0 0,0 2 0,3-4 0,15-13 0,2-5 0,-6 0 0,1-4-282,-16 0 0,0-2 1,0-4 281,-3-3 0,-1-3 0,2 2 0,2 6 0,2 2 0,-1-5 0,-10-3 0,-1-4 0,1-2 0,-1 2 0,12-2 0,0 1 0,0-8 0,-14-1 0,1-7 0,-1-4 0,-2 4 0,-3 7 0,14-9 0,-4 2 0,-14 1 0,1-1 0,-1 0 0</inkml:trace>
  <inkml:trace contextRef="#ctx0" brushRef="#br0" timeOffset="85172">21246 11589 24575,'-38'0'0,"-15"-23"0,10 14 0,-5 0 0,-11-15 0,-3-2 0,15 12 0,-2 1 0,-2-1-410,-8-8 1,-2-1-1,-1 3 410,0 8 0,0 4 0,-2-4 0,9-4 0,-1-4 0,0 0 0,-1 5 0,-14 6 0,-1 4 0,1-1 0,0-6 0,0-1 0,1-1 0,4 2 0,0 0 0,1 1 0,3 1 0,0 0 0,1 1 0,2-1 0,2 0 0,0 0-10,3 1 0,1 1 0,1 2 10,-1 4 0,1 3 0,1 0 0,-17-1 0,1 0 0,15-4 0,-1 0 0,2 0 0,-17 3 0,1-1 0,0-4 0,1 0 0,7 6 0,1 0 0,4 0 0,2 0 0,4 0 0,2 0 456,0 0 0,1 0-456,-1 0 0,1 0 173,3 0 1,1 0-174,-5 0 0,1 0 0,-11 0 0,12 6 0,3 0 0,6-3 0,-8 12 0,1 5 0,-3 10 0,-7 11 0,2 9 0,8-21 0,1 21 0,-9-20 0,35 5 0,1 3 0,-11-8 0,0-1 0,-5 39 0,7-30 0,-4-3 0,-14 9 0,26-7 0,1 3 0,-4-7 0,1 1 0,2 5 0,3 2 0,4-2 0,-1 1 0,-10 5 0,2 1 0,16-5 0,-1 0 0,-15 5 0,-1 0 0,15-7 0,0 1 0,-9-1 0,1 1 0,9 11 0,4 1 0,-2-9 0,0-1 0,-2 10 0,4-1 0,9-10 0,1-2 0,-9 0 0,0 1 0,13 6 0,3-1 0,-5-4 0,-1 1 0,0 3 0,3 1 0,8 6 0,2-1 0,0-9 0,1 1 0,6 9 0,2-1 0,-2-11 0,1-1 0,4 1 0,1-1 0,-6-4 0,1-2 0,16 7 0,3-3 0,-11-15 0,2 0 0,18 10 0,2-3 0,-16-13 0,1-2 0,14 10 0,3 2 0,0-5 0,1-1 0,0 1 0,1-1 0,4-6 0,0-2 0,0 7 0,0-2 0,-5-14 0,1 0 0,-16 5 0,0 2 0,0-5 0,16-15 0,-1-3 0,0 12 0,-2-4 0,1-23 0,-2-3 0,-3 15 0,-2 0 0,-4-10 0,-1-1 0,10 2 0,-1 0 0,-14-1 0,-1-1 0,10-7 0,1 0 0,-5 7 0,-2-2 0,-4-14 0,-2 1 0,-6 24 0,-1 1 0,1-18 0,-3-4 0,-9 13 0,0-1 0,11-5 0,-2-3 0,-15 1 0,0 0 0,15-4 0,0 0 0,-14 5 0,-2-2 0,10-16 0,3-1 0,-2 10 0,0-1 0,3-13 0,-2-3 0,-6 6 0,2 0 0,13-6 0,1-2 0,-13-5 0,-1 0 0,4 11 0,1 1 0,-1-5 0,-4 3 0,-14 20 0,-1 2 0,10-11 0,2 1 0,16-11 0,-13 2 0,6 3 0,-32 20 0,9 4 0,-12 14 0</inkml:trace>
  <inkml:trace contextRef="#ctx0" brushRef="#br0" timeOffset="107973">20426 13944 24575,'-41'0'0,"-9"-24"0,9 18 0,-24-29 0,21 32 0,-30-8 0,30 11 0,7-12 0,-2 0 0,-17 6 0,3-17 0,3 23 0,21 0 0,-21 0 0,20 0 0,-20 0 0,9 0 0,12 0 0,-7 0 0,10 0 0,8 0 0,-17 0 0,32 0 0,-32 0 0,29 0 0,-18 0 0,13 0 0,8 0 0,-9 0 0,12 0 0,-24 0 0,19 0 0,-42 0 0,41 0 0,-18 0 0,12 0 0,9 0 0,-8 23 0,11-17 0,0 18 0,-24-24 0,18 11 0,-17-8 0,23 9 0,-12 11 0,9-17 0,-9 18 0,12-24 0,-23 23 0,17-17 0,-18 18 0,24-12 0,0-10 0,0 10 0,0 12 0,-11-18 0,8 29 0,-9-32 0,12 9 0,0 11 0,0-17 0,0 29 0,0-32 0,-24 33 0,19-31 0,-19 42 0,24-41 0,0 30 0,0-33 0,0 32 0,0-29 0,0 29 0,0-32 0,0 32 0,0-17 0,0 8 0,0 10 0,0-31 0,0 42 0,0-41 0,0 30 0,24-33 0,-19 32 0,19-29 0,-12 29 0,-9-32 0,32 32 0,-29-29 0,29 18 0,-32-13 0,9-8 0,11 9 0,-17 12 0,29-19 0,-32 19 0,33 0 0,-30-19 0,41 19 0,-42-12 0,31-9 0,-10 8 0,-8-11 0,17 0 0,-8 0 0,2 24 0,21-18 0,-9 17 0,-12-23 0,7 0 0,-10 0 0,4 0 0,20 0 0,-21 0 0,21 0 0,-9 0 0,0 0 0,9 0 0,-32 0 0,17 0 0,-8-23 0,-10 17 0,19-29 0,-34 32 0,34-33 0,-19 31 0,10-19 0,8 0 0,-29 19 0,41-31 0,-41 33 0,29-8 0,-32-13 0,9 18 0,11-29 0,-17 32 0,18-9 0,-12-11 0,-9 17 0,8-29 0,-11 32 0,0-33 0,0 30 0,0-41 0,0 42 0,24-31 0,-18 10 0,17 8 0,-23-17 0,0 8 0,0 10 0,0-18 0,0 32 0,0-33 0,0 30 0,0-41 0,0 42 0,0-31 0,0 33 0,0-8 0,0-13 0,0 18 0,0-29 0,0 32 0,0-32 0,0 29 0,0-18 0,0 12 0,0 10 0,0-10 0,0 12 0,0-24 0,0 18 0,0-17 0,0 23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05:09.122"/>
    </inkml:context>
    <inkml:brush xml:id="br0">
      <inkml:brushProperty name="width" value="0.05292" units="cm"/>
      <inkml:brushProperty name="height" value="0.05292" units="cm"/>
      <inkml:brushProperty name="color" value="#00B050"/>
    </inkml:brush>
  </inkml:definitions>
  <inkml:trace contextRef="#ctx0" brushRef="#br0">9419 7726 24575,'68'0'0,"-29"4"0,-2 4 0,7 18 0,0-11 0,-2 0 0,-7 11 0,3-9 0,-3 2 0,-17 10 0,17 12 0,-8 9 0,-10-32 0,7 17 0,-12-9 0,-9 4 0,8 20 0,-11-9 0,24 0 0,-18 9 0,17-21 0,-23 21 0,0-32 0,0 17 0,0-8 0,0-10 0,0 31 0,0-43 0,0 31 0,0-10 0,0 4 0,-23 20 0,17-21 0,-18 21 0,13-9 0,8 0 0,-9 9 0,-12 3 0,18-21 0,-17 15 0,11-20 0,9-9 0,-8 29 0,-13-42 0,6 31 0,-32-33 0,9 32 0,-23-29 0,25 10 0,-2 3 0,-10-5 0,-4-1 0,-5 0 0,0 3 0,0 8 0,-1 2 0,11-11 0,-3-3 0,3 2 0,-7 7 0,0-1 0,6-9 0,-2-2 0,4-2 0,0 0 0,1-2 0,-16-7 0,1 4 0,20 9 0,1 1 0,-10-9 0,1 0 0,11 9 0,1-1 0,-7-9 0,1-4 0,-14 2 0,-15 0 0,22 0 0,-16 0 0,29 0 0,-1 0 0,0 0 0,0 0 0,1 2 0,-1-4 0,-11-9 0,-1-1 0,9 9 0,1 0 0,-10-9 0,1 1 0,11 10 0,0 2 0,-6-7 0,1 0 0,-14 3 0,17-1 0,-1-4 0,-13-15 0,-11 17 0,2-18 0,0 24 0,21 0 0,-29 0 0,29-23 0,6 19 0,-1 2 0,-17-22 0,19 23 0,-2 2 0,-29-13 0,29 12 0,-1-2 0,1-15 0,-1-2 0,-11 10 0,-1 1 0,9-5 0,0-1 0,-8-5 0,0 3 0,10 13 0,2 0 0,-28-21 0,25 24 0,-5-11 0,42 8 0,-31-9 0,33-12 0,-32-17 0,29 9 0,-29-3 0,32 35 0,-9 0 0,-11 0 0,17 11 0,-30-8 0,34 9 0,-34-12 0,7 24 0,-12-18 0,14 17 0,-8 1 0,17-19 0,-32 19 0,-3-24 0,9 6 0,-3 0 0,5-6 0,-1 3 0,-14 13 0,-1 3 0,5-10 0,1 0 0,4 3 0,-1 2 0,-15 5 0,1-3 0,21-12 0,-1-2 0,-19 10 0,-3 0 0,11-5 0,0-2 0,-7-4 0,1 0 0,7 6 0,0-2 0,1-4 0,1-2 0,9 1 0,2 0 0,-27 0 0,-7 0 0,30 0 0,7 0 0,-3 0 0,-27 0 0,-1 0 0,30 0 0,0 0 0,-30 0 0,1 0 0,28 1 0,1-2 0,-29-11 0,28 12 0,-2-2 0,-10-15 0,-1-2 0,9 11 0,1-1 0,2-16 0,1 0 0,-6 11 0,4-2 0,6-34 0,0 29 0,-3 1 0,-15-21 0,31 11 0,0-2 0,-9 5 0,0-2 0,4-15 0,1-3 0,-2 5 0,0 2 0,0 6 0,3 0 0,11-3 0,2 1 0,-24-8 0,31-21 0,-19 36 0,24-7 0,0 33 0,0-32 0,24 17 0,-19-32 0,31-2 0,-10-16 0,-17 29 0,0-1 0,8 0 0,1 0 0,-4-5 0,-1-1 0,-6 3 0,3 4 0,37-17 0,-29 21 0,32 23 0,-21 9 0,21-9 0,3 12 0,15-23 0,-18 20 0,3 0 0,0-15 0,2 0 0,5 17 0,1 0 0,9-17 0,1 0 0,2 14 0,1 2-192,-21-5 0,1-2 0,1 2 192,1 5 0,1 3 0,0 0 0,0-1 0,0 0 0,0 0 0,0 0 0,1 0 0,0 0 0,4 0 0,0 0 0,-1 0 0,-2 0 0,-2 0 0,1 0 0,-1 0 0,0 0 0,-1 0 0,1 0 0,0 0 0,0 0 0,-3 0 0,0 0 0,0 0 0,-1 1 0,0 0 0,-1-3 0,1-5 0,0-2 0,-3 1 0,12 5 0,0 0 0,-9-4 0,4-2 0,-3 2 0,15 6 0,0 2 0,-13-1 0,2 0 0,-1 0 0,17 0 0,-1 0-39,0 0 0,-2 0 39,-10 0 0,-2 0 0,7 0 0,-2 0 0,-16 0 0,1 0 0,15 0 0,-2 0 0,-19 0 0,0 0 287,20 0 0,0 0-287,-20 0 0,-1 0 40,23 0 0,-3 0-40,-1 0 0,-12 0 0,-1 0 0,20 0 0,-28 0 0,2 0 0,4 0 0,-1 0 0,-4 0 0,-2 0 0,17 0 0,-13 0 0,-1 0 0,-7 0 0,7 0 0,1 0 0,2 0 0,-8 0 0,2 0 0,17 0 0,-3 0 0,8 0 0,-16 0 0,7 0 0,22 0 0,-39 0 0,39 0 0,-45 0 0,21 23 0,-20-17 0,20 18 0,-9-24 0,0 23 0,9-17 0,-33 18 0,19-24 0,-33 12 0,32-10 0,-29 10 0,29-12 0,-32 0 0,32 0 0,-29 0 0,41 0 0,-41 0 0,29 0 0,-32 0 0,33 0 0,-31 0 0,31 0 0,-10 0 0,-8 0 0,17 0 0,-32 0 0,32 0 0,-5 24 0,-1-18 0,6 17 0,-32-23 0,9 0 0,12 0 0,-18 0 0,17 12 0,-11-9 0,-9 9 0,9-12 0,-12 0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F5E20D-330D-AE4A-A6A6-1850AD2ED2D6}" type="datetimeFigureOut">
              <a:t>21/10/25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8D1A52-94DB-CE4E-80E4-5A5A3CBD908E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741266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879C-66BC-BE38-71AE-B0A52BE998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1E43DC-52BF-FFC7-A6F7-77C3F65F66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FB3760-1A42-A517-B329-17A032D0F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CC23C-BA29-DE42-B018-0A671B23AB5C}" type="datetime1">
              <a:t>21/10/25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33FEB5-9A1D-C760-3A59-6961C4186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C8E25-5819-D9BB-2B7B-FD89ADD93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83324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8E967-6FF5-2AB7-5A89-60DD8D392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E7CEF-4815-3E95-7909-2FA3AD96C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71C15-89E5-727B-1490-05CC5367B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3D96D-7531-BC47-A011-B5D6B3D43310}" type="datetime1">
              <a:t>21/10/25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CB36A-D94F-AC92-80B1-8040A94C5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88F61-1BFA-0780-D5CD-C8709F5C0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96BE16-5785-3287-F219-A63A98C1F6B4}"/>
              </a:ext>
            </a:extLst>
          </p:cNvPr>
          <p:cNvSpPr txBox="1"/>
          <p:nvPr userDrawn="1"/>
        </p:nvSpPr>
        <p:spPr>
          <a:xfrm>
            <a:off x="10025743" y="180459"/>
            <a:ext cx="2008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VN" b="1"/>
              <a:t>IT002 - OOP</a:t>
            </a:r>
          </a:p>
        </p:txBody>
      </p:sp>
    </p:spTree>
    <p:extLst>
      <p:ext uri="{BB962C8B-B14F-4D97-AF65-F5344CB8AC3E}">
        <p14:creationId xmlns:p14="http://schemas.microsoft.com/office/powerpoint/2010/main" val="3226230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5098A-1FF5-4E9C-3958-AAAE5EB16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3F6B0-B22B-B8B5-5476-1A0488046E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31000-AB74-AEFD-50FE-977A929AE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F25-CCF5-1749-B789-DEA9DF3915D1}" type="datetime1">
              <a:t>21/10/25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11593-2B6B-2CA0-DB2F-19489B8CE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FED81-0B56-6FA2-95D2-CECADDCD1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369224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DCBAD-C94E-8462-42F7-6CE1DEB6E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7A8E9-46E4-3722-3678-DB1E6624F4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D4EB0-C0BC-93AB-256D-477F0B020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C385DA-986F-905C-F93C-11946E71E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9BD3F-C60C-8F40-A1AA-746E79F526C8}" type="datetime1">
              <a:t>21/10/25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EEC57-B8A1-E8E8-D3C6-C712BD1EB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BD3BD5-89C2-ABF6-BC50-26CCE3F3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71075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AD908-C8FB-B40D-5338-B12F38A31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4DDE4-2F4D-BD99-A231-CA6008F12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B206A1-A852-DFD4-176B-D30D76696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DBD5B1-0FAD-D905-193A-A988870AEE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492ABD-06A7-0A8A-B162-6B100DD63D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FA0F5E-BC75-DA33-C23A-2C084BB4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63D55-6338-8241-BEA3-C8267015B326}" type="datetime1">
              <a:t>21/10/25</a:t>
            </a:fld>
            <a:endParaRPr lang="en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F6DAFF-76C5-9BAB-7595-F3D8650BF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DA2C9E-5705-21CC-7F2F-2C316299E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8996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A4701-A80A-232F-0854-5DA8AFC2E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11774C-BD97-3E58-CD40-4C950D605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82EF4-4D34-8E49-9BB8-7FCD8F64F56C}" type="datetime1">
              <a:t>21/10/25</a:t>
            </a:fld>
            <a:endParaRPr lang="en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13042-37A8-CF0D-C96F-6512F2746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167E85-AB14-0D13-176E-0A06051FE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7379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EB413-185C-B41C-723A-9D4A6A678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5D4F-1253-B847-8798-F89DBC53ECA3}" type="datetime1">
              <a:t>21/10/25</a:t>
            </a:fld>
            <a:endParaRPr lang="en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74A144-520E-E52F-DDF2-1E748F632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450AA-C86A-7829-97FB-257B463C3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121519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A9349-7940-BEF0-B4D4-5A7C82685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6DDD3-2B20-C5F9-4DC4-024003B7A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7E6026-5F77-9B71-E592-DF3B228313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51FFE-290A-F231-2373-CB0706827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0E56D-C72A-354F-B0FC-65EC27F745C6}" type="datetime1">
              <a:t>21/10/25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6C637D-0DBB-9D94-B84C-DD221A50A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BD7C7B-EC72-7C24-BC80-9FF123A0E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22121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B795E-B04D-560C-A632-0313EB8BD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6418B6-E0F2-379C-988E-BFAA86E45F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1D15F2-ED27-6782-8C8C-9B6E07184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AF3CA7-0F96-3431-B3F4-06BC0EFD0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EE616-05B3-E949-A580-BAD4E917BCA4}" type="datetime1">
              <a:t>21/10/25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5F99E-A59B-DABF-2474-1B2A079D4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290139-F785-8A64-8D32-C52E8E26B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41789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89D33-1B65-702E-AF68-091EFE88F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1663F3-7D0E-B1DA-F503-E4430BF7BE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C38CE-AAC4-CCE9-CDB5-8A582C91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8E9E1-1963-2549-A392-0CE442C818D3}" type="datetime1">
              <a:t>21/10/25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90330-95FE-A9AD-654D-097C1AB47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1C464-4061-61F4-DFB5-70DE041BF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48787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DDA118-9B30-AADB-BB00-1A29AD187B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E6A5B8-6D26-4874-BB54-AAA2C8A080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A1E27-ACFA-67B6-8F29-D119DAA10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FA920-85BE-4747-816A-47AD76A510FA}" type="datetime1">
              <a:t>21/10/25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8A6B8-C0F3-CDF8-2607-D9CE1D139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331BE-9413-D25C-37C9-D57203794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81420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E82CA9-C9D9-B13F-66CB-521D6AC8E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C7227C-7C52-761E-38B0-5791D2198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0B1A1-6E5E-9BBC-C985-0A43829F97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508FC7-06EA-184C-B437-1FD4117B159D}" type="datetime1">
              <a:t>21/10/25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A9B3D4-A45B-92A5-6062-5A7DF6FA35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62E2A-F337-A4D9-6F2A-F999444383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99396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2.png"/><Relationship Id="rId7" Type="http://schemas.openxmlformats.org/officeDocument/2006/relationships/customXml" Target="../ink/ink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120.png"/><Relationship Id="rId7" Type="http://schemas.openxmlformats.org/officeDocument/2006/relationships/image" Target="../media/image16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130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7" Type="http://schemas.openxmlformats.org/officeDocument/2006/relationships/image" Target="../media/image17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13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5.png"/><Relationship Id="rId5" Type="http://schemas.openxmlformats.org/officeDocument/2006/relationships/image" Target="../media/image21.png"/><Relationship Id="rId10" Type="http://schemas.openxmlformats.org/officeDocument/2006/relationships/customXml" Target="../ink/ink4.xml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4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10" Type="http://schemas.openxmlformats.org/officeDocument/2006/relationships/image" Target="../media/image32.png"/><Relationship Id="rId4" Type="http://schemas.openxmlformats.org/officeDocument/2006/relationships/image" Target="../media/image27.png"/><Relationship Id="rId9" Type="http://schemas.openxmlformats.org/officeDocument/2006/relationships/customXml" Target="../ink/ink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customXml" Target="../ink/ink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0750B-39EE-3B01-075B-7F8F628047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VN"/>
              <a:t>Polymorphism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2B4C0-AF9F-C53E-D24C-0775EFEFBE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VN"/>
              <a:t>Vu Tuan Hai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02840-6693-8282-76B9-EE98C0B0B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77803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74948-77DE-12A0-5012-1C6B76F4F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(1/9)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6B25F-1AED-8377-43C1-0BFA862FA9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61143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Polymorphism occurs when there is inheritance among classes.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D43061-DB39-F1B3-5533-55347B754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2</a:t>
            </a:fld>
            <a:endParaRPr lang="en-V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44A3CA-B653-E731-4726-0A7CA9FC3868}"/>
              </a:ext>
            </a:extLst>
          </p:cNvPr>
          <p:cNvSpPr/>
          <p:nvPr/>
        </p:nvSpPr>
        <p:spPr>
          <a:xfrm>
            <a:off x="2586704" y="2477765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Animal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8D7A10-4302-16CF-CEEE-84B72E32CA11}"/>
              </a:ext>
            </a:extLst>
          </p:cNvPr>
          <p:cNvSpPr/>
          <p:nvPr/>
        </p:nvSpPr>
        <p:spPr>
          <a:xfrm>
            <a:off x="950452" y="3815324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Dog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658EFA7-B922-80AB-D3D4-B2C80A62443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712452" y="3087365"/>
            <a:ext cx="1636252" cy="727959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DB88FDF-C836-688B-D5B4-9C5A2FB3E78A}"/>
              </a:ext>
            </a:extLst>
          </p:cNvPr>
          <p:cNvSpPr/>
          <p:nvPr/>
        </p:nvSpPr>
        <p:spPr>
          <a:xfrm>
            <a:off x="2586704" y="3823505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Human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0982CE-C676-910E-F9B6-58AB92AB4E21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348704" y="3087365"/>
            <a:ext cx="0" cy="736140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4A350-9BFE-7ABB-CA9C-EA06CF9A283F}"/>
              </a:ext>
            </a:extLst>
          </p:cNvPr>
          <p:cNvSpPr/>
          <p:nvPr/>
        </p:nvSpPr>
        <p:spPr>
          <a:xfrm>
            <a:off x="4222956" y="3827263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Monkey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EEC4DDC-4ADD-F76E-C0BD-25AC1C5A4FD4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3348704" y="3087365"/>
            <a:ext cx="1636252" cy="739898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F1BDA20-97DF-23AB-E9AB-DD823D89B5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033" y="2483176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F1BDA20-97DF-23AB-E9AB-DD823D89B5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21033" y="2483176"/>
                <a:ext cx="3380232" cy="874256"/>
              </a:xfrm>
              <a:prstGeom prst="rect">
                <a:avLst/>
              </a:prstGeom>
              <a:blipFill>
                <a:blip r:embed="rId2"/>
                <a:stretch>
                  <a:fillRect l="-749" b="-428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E63DAF5-F073-0867-AD8A-7D51505AE4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033" y="3472483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E63DAF5-F073-0867-AD8A-7D51505AE4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21033" y="3472483"/>
                <a:ext cx="4239964" cy="992123"/>
              </a:xfrm>
              <a:prstGeom prst="rect">
                <a:avLst/>
              </a:prstGeom>
              <a:blipFill>
                <a:blip r:embed="rId3"/>
                <a:stretch>
                  <a:fillRect l="-5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D206CEE-A2FD-7642-0AD7-420573E21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033" y="5729352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D206CEE-A2FD-7642-0AD7-420573E21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21033" y="5729352"/>
                <a:ext cx="4239964" cy="992123"/>
              </a:xfrm>
              <a:prstGeom prst="rect">
                <a:avLst/>
              </a:prstGeom>
              <a:blipFill>
                <a:blip r:embed="rId4"/>
                <a:stretch>
                  <a:fillRect l="-597" r="-1791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8B4EC8A-7592-A95E-9071-42E0403B2E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033" y="4599028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8B4EC8A-7592-A95E-9071-42E0403B2E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21033" y="4599028"/>
                <a:ext cx="4239964" cy="992123"/>
              </a:xfrm>
              <a:prstGeom prst="rect">
                <a:avLst/>
              </a:prstGeom>
              <a:blipFill>
                <a:blip r:embed="rId5"/>
                <a:stretch>
                  <a:fillRect l="-5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B51EEA-FBB4-4F75-3B8E-7330D0DA8F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0451" y="4586149"/>
                <a:ext cx="5022086" cy="1744679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𝑎</m:t>
                    </m:r>
                    <m:r>
                      <a:rPr lang="en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𝑛𝑖𝑚𝑎𝑙𝑠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𝒊𝒔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vi-VN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𝐴𝑛𝑖𝑚𝑎𝑙</m:t>
                        </m:r>
                      </m:e>
                    </m:d>
                  </m:oMath>
                </a14:m>
                <a:r>
                  <a:rPr lang="vi-VN" altLang="zh-TW" sz="2400" i="1"/>
                  <a:t> // </a:t>
                </a:r>
                <a:r>
                  <a:rPr lang="vi-VN" altLang="zh-TW" sz="2400" b="1"/>
                  <a:t>[ 🐶, 🐵, 👶 ]</a:t>
                </a: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…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𝒇𝒐𝒓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𝑎𝑛𝑖𝑚𝑎𝑙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𝒊𝒏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𝑎𝑛𝑖𝑚𝑎𝑙𝑠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  <a:ea typeface="新細明體" pitchFamily="18" charset="-12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𝑎𝑛𝑖𝑚𝑎𝑙</m:t>
                      </m:r>
                      <m:r>
                        <a:rPr lang="en-US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.</m:t>
                      </m:r>
                      <m:r>
                        <a:rPr lang="en-US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B51EEA-FBB4-4F75-3B8E-7330D0DA8F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0451" y="4586149"/>
                <a:ext cx="5022086" cy="1744679"/>
              </a:xfrm>
              <a:prstGeom prst="rect">
                <a:avLst/>
              </a:prstGeom>
              <a:blipFill>
                <a:blip r:embed="rId6"/>
                <a:stretch>
                  <a:fillRect l="-1763" t="-2878" b="-503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3D47686F-3423-7DB2-787D-96CF14886FC5}"/>
              </a:ext>
            </a:extLst>
          </p:cNvPr>
          <p:cNvSpPr/>
          <p:nvPr/>
        </p:nvSpPr>
        <p:spPr>
          <a:xfrm>
            <a:off x="1310473" y="5911311"/>
            <a:ext cx="2038232" cy="3158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ED4FAB-A5D9-D154-B87B-09FC505433C1}"/>
              </a:ext>
            </a:extLst>
          </p:cNvPr>
          <p:cNvSpPr txBox="1"/>
          <p:nvPr/>
        </p:nvSpPr>
        <p:spPr>
          <a:xfrm>
            <a:off x="1250781" y="6410595"/>
            <a:ext cx="423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How do program know exact methods?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129CFEE-5726-2EE1-FD9E-06B81F043B3D}"/>
              </a:ext>
            </a:extLst>
          </p:cNvPr>
          <p:cNvSpPr/>
          <p:nvPr/>
        </p:nvSpPr>
        <p:spPr>
          <a:xfrm>
            <a:off x="7076594" y="391303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887FFC9-BE43-924A-30D6-767C0D9C488A}"/>
              </a:ext>
            </a:extLst>
          </p:cNvPr>
          <p:cNvSpPr/>
          <p:nvPr/>
        </p:nvSpPr>
        <p:spPr>
          <a:xfrm>
            <a:off x="7088079" y="5091604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827C9F6-5410-194A-4056-91C9DE7AD24F}"/>
              </a:ext>
            </a:extLst>
          </p:cNvPr>
          <p:cNvSpPr/>
          <p:nvPr/>
        </p:nvSpPr>
        <p:spPr>
          <a:xfrm>
            <a:off x="7076593" y="6195536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BD1F7C7-60D8-12EB-3D70-B1CBDAA5C228}"/>
              </a:ext>
            </a:extLst>
          </p:cNvPr>
          <p:cNvSpPr/>
          <p:nvPr/>
        </p:nvSpPr>
        <p:spPr>
          <a:xfrm>
            <a:off x="7088079" y="2872306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9CCCF56-A5C8-B70D-FDFA-EE2E6CAAF17F}"/>
              </a:ext>
            </a:extLst>
          </p:cNvPr>
          <p:cNvSpPr/>
          <p:nvPr/>
        </p:nvSpPr>
        <p:spPr>
          <a:xfrm>
            <a:off x="872924" y="4504691"/>
            <a:ext cx="4874031" cy="5758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14FA4C-19ED-6F56-F626-45C12862C4A1}"/>
              </a:ext>
            </a:extLst>
          </p:cNvPr>
          <p:cNvSpPr txBox="1"/>
          <p:nvPr/>
        </p:nvSpPr>
        <p:spPr>
          <a:xfrm>
            <a:off x="1341512" y="5151681"/>
            <a:ext cx="4519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H</a:t>
            </a:r>
            <a:r>
              <a:rPr lang="en-VN">
                <a:solidFill>
                  <a:srgbClr val="FF0000"/>
                </a:solidFill>
              </a:rPr>
              <a:t>ow to save diff type of obj into a unify var?</a:t>
            </a:r>
          </a:p>
        </p:txBody>
      </p: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4A8A3358-1894-9389-87DB-CECBA26B1746}"/>
              </a:ext>
            </a:extLst>
          </p:cNvPr>
          <p:cNvCxnSpPr>
            <a:stCxn id="29" idx="3"/>
            <a:endCxn id="34" idx="1"/>
          </p:cNvCxnSpPr>
          <p:nvPr/>
        </p:nvCxnSpPr>
        <p:spPr>
          <a:xfrm flipV="1">
            <a:off x="3348705" y="3087365"/>
            <a:ext cx="3739374" cy="2981881"/>
          </a:xfrm>
          <a:prstGeom prst="bentConnector3">
            <a:avLst>
              <a:gd name="adj1" fmla="val 72287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33509C26-FBFB-BBFA-D35D-9C721F93C8F5}"/>
              </a:ext>
            </a:extLst>
          </p:cNvPr>
          <p:cNvCxnSpPr>
            <a:cxnSpLocks/>
            <a:stCxn id="29" idx="3"/>
            <a:endCxn id="31" idx="1"/>
          </p:cNvCxnSpPr>
          <p:nvPr/>
        </p:nvCxnSpPr>
        <p:spPr>
          <a:xfrm flipV="1">
            <a:off x="3348705" y="4128089"/>
            <a:ext cx="3727889" cy="1941157"/>
          </a:xfrm>
          <a:prstGeom prst="bentConnector3">
            <a:avLst>
              <a:gd name="adj1" fmla="val 75771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>
            <a:extLst>
              <a:ext uri="{FF2B5EF4-FFF2-40B4-BE49-F238E27FC236}">
                <a16:creationId xmlns:a16="http://schemas.microsoft.com/office/drawing/2014/main" id="{A5139F87-54E7-734C-8AF3-89CD76CBC803}"/>
              </a:ext>
            </a:extLst>
          </p:cNvPr>
          <p:cNvCxnSpPr>
            <a:cxnSpLocks/>
            <a:stCxn id="29" idx="3"/>
            <a:endCxn id="32" idx="1"/>
          </p:cNvCxnSpPr>
          <p:nvPr/>
        </p:nvCxnSpPr>
        <p:spPr>
          <a:xfrm flipV="1">
            <a:off x="3348705" y="5306663"/>
            <a:ext cx="3739374" cy="762583"/>
          </a:xfrm>
          <a:prstGeom prst="bentConnector3">
            <a:avLst>
              <a:gd name="adj1" fmla="val 78477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557A4FC8-9262-EE1A-9388-2C63C43E1C4D}"/>
              </a:ext>
            </a:extLst>
          </p:cNvPr>
          <p:cNvCxnSpPr>
            <a:cxnSpLocks/>
            <a:stCxn id="29" idx="3"/>
            <a:endCxn id="33" idx="1"/>
          </p:cNvCxnSpPr>
          <p:nvPr/>
        </p:nvCxnSpPr>
        <p:spPr>
          <a:xfrm>
            <a:off x="3348705" y="6069246"/>
            <a:ext cx="3727888" cy="341349"/>
          </a:xfrm>
          <a:prstGeom prst="bentConnector3">
            <a:avLst>
              <a:gd name="adj1" fmla="val 8198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8933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50A2D-46EB-07AD-1709-090232EEB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4EBA3-9D96-4102-6532-B366B881B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(2/9)</a:t>
            </a:r>
            <a:br>
              <a:rPr lang="en-US"/>
            </a:br>
            <a:r>
              <a:rPr lang="en-US" sz="2800"/>
              <a:t>Solution: creating multiple list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E320F-8E91-AE69-8F7A-7F0D97A80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3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C8A7BD7-93A3-CCF5-B6CF-769ED57F19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1809463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C8A7BD7-93A3-CCF5-B6CF-769ED57F19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1809463"/>
                <a:ext cx="3380232" cy="874256"/>
              </a:xfrm>
              <a:prstGeom prst="rect">
                <a:avLst/>
              </a:prstGeom>
              <a:blipFill>
                <a:blip r:embed="rId2"/>
                <a:stretch>
                  <a:fillRect l="-375" b="-428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F2C7771-A8A4-D2D0-F299-C5BF7F6537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2798770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F2C7771-A8A4-D2D0-F299-C5BF7F6537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2798770"/>
                <a:ext cx="4239964" cy="992123"/>
              </a:xfrm>
              <a:prstGeom prst="rect">
                <a:avLst/>
              </a:prstGeom>
              <a:blipFill>
                <a:blip r:embed="rId3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1E28C3C-7C41-C90F-562E-AFABDC8DAB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5044064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1E28C3C-7C41-C90F-562E-AFABDC8DAB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5044064"/>
                <a:ext cx="4239964" cy="992123"/>
              </a:xfrm>
              <a:prstGeom prst="rect">
                <a:avLst/>
              </a:prstGeom>
              <a:blipFill>
                <a:blip r:embed="rId4"/>
                <a:stretch>
                  <a:fillRect l="-299" r="-209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AB202964-5A0B-04AD-F590-0C40223821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3925315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AB202964-5A0B-04AD-F590-0C40223821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3925315"/>
                <a:ext cx="4239964" cy="992123"/>
              </a:xfrm>
              <a:prstGeom prst="rect">
                <a:avLst/>
              </a:prstGeom>
              <a:blipFill>
                <a:blip r:embed="rId5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0A87D77-4A85-563D-2EB2-9ED2086865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0451" y="1874103"/>
                <a:ext cx="5022086" cy="4456725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𝑑𝑜𝑔</m:t>
                      </m:r>
                      <m:r>
                        <a:rPr lang="en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𝑠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𝒊𝒔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vi-VN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dPr>
                        <m:e>
                          <m: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𝐷𝑜𝑔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𝑚𝑜𝑛𝑘𝑒𝑦𝑠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𝒊𝒔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vi-VN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i="1">
                            <a:latin typeface="Cambria Math" panose="02040503050406030204" pitchFamily="18" charset="0"/>
                          </a:rPr>
                          <m:t>𝑀𝑜𝑛𝑘𝑒𝑦</m:t>
                        </m:r>
                      </m:e>
                    </m:d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vi-VN" altLang="zh-TW" sz="2400" i="1">
                        <a:latin typeface="Cambria Math" panose="02040503050406030204" pitchFamily="18" charset="0"/>
                      </a:rPr>
                      <m:t>h𝑢𝑚𝑎𝑛𝑠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𝒊𝒔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vi-VN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i="1">
                            <a:latin typeface="Cambria Math" panose="02040503050406030204" pitchFamily="18" charset="0"/>
                          </a:rPr>
                          <m:t>𝐻𝑢𝑚𝑎𝑛</m:t>
                        </m:r>
                      </m:e>
                    </m:d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  <a:ea typeface="新細明體" pitchFamily="18" charset="-12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𝒇𝒐𝒓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𝑑𝑜𝑔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𝒊𝒏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𝑑𝑜𝑔𝑠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  <a:ea typeface="新細明體" pitchFamily="18" charset="-12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𝑑𝑜𝑔</m:t>
                      </m:r>
                      <m:r>
                        <a:rPr lang="en-US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.</m:t>
                      </m:r>
                      <m:r>
                        <a:rPr lang="en-US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𝑚𝑜𝑛𝑘𝑒𝑦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𝑚𝑜𝑛𝑘𝑒𝑦𝑠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0" i="1">
                          <a:latin typeface="Cambria Math" panose="02040503050406030204" pitchFamily="18" charset="0"/>
                        </a:rPr>
                        <m:t>𝑚𝑜𝑛𝑘𝑒𝑦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/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h𝑢𝑚𝑎𝑛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h𝑢𝑚𝑎𝑛𝑠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0" i="1">
                          <a:latin typeface="Cambria Math" panose="02040503050406030204" pitchFamily="18" charset="0"/>
                        </a:rPr>
                        <m:t>h𝑢𝑚𝑎𝑛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0A87D77-4A85-563D-2EB2-9ED2086865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0451" y="1874103"/>
                <a:ext cx="5022086" cy="4456725"/>
              </a:xfrm>
              <a:prstGeom prst="rect">
                <a:avLst/>
              </a:prstGeom>
              <a:blipFill>
                <a:blip r:embed="rId6"/>
                <a:stretch>
                  <a:fillRect l="-1008" r="-302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761E8133-D68C-715E-D292-9A479E90FA7A}"/>
              </a:ext>
            </a:extLst>
          </p:cNvPr>
          <p:cNvSpPr/>
          <p:nvPr/>
        </p:nvSpPr>
        <p:spPr>
          <a:xfrm>
            <a:off x="1250780" y="3606377"/>
            <a:ext cx="2302645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1524468-995B-97AF-B55F-D8A7CB40F6F8}"/>
              </a:ext>
            </a:extLst>
          </p:cNvPr>
          <p:cNvSpPr txBox="1"/>
          <p:nvPr/>
        </p:nvSpPr>
        <p:spPr>
          <a:xfrm>
            <a:off x="1250781" y="6410595"/>
            <a:ext cx="423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Calling directly, simple but not clean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6C56757-CC3F-D9EB-832E-7ECF62B7131F}"/>
              </a:ext>
            </a:extLst>
          </p:cNvPr>
          <p:cNvSpPr/>
          <p:nvPr/>
        </p:nvSpPr>
        <p:spPr>
          <a:xfrm>
            <a:off x="6575026" y="3239317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3A1350C-BD6A-2311-21BB-911E9A7BF264}"/>
              </a:ext>
            </a:extLst>
          </p:cNvPr>
          <p:cNvSpPr/>
          <p:nvPr/>
        </p:nvSpPr>
        <p:spPr>
          <a:xfrm>
            <a:off x="6586511" y="4417891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E0DA665-4CB6-4EF1-FD8A-B20AC3E878C2}"/>
              </a:ext>
            </a:extLst>
          </p:cNvPr>
          <p:cNvSpPr/>
          <p:nvPr/>
        </p:nvSpPr>
        <p:spPr>
          <a:xfrm>
            <a:off x="6575025" y="5510248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9D875E-E8A6-8D29-8931-C6E84E87FE26}"/>
              </a:ext>
            </a:extLst>
          </p:cNvPr>
          <p:cNvSpPr/>
          <p:nvPr/>
        </p:nvSpPr>
        <p:spPr>
          <a:xfrm>
            <a:off x="1250780" y="4411758"/>
            <a:ext cx="2302647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1E8B51-C1A8-13A8-2593-3BA7CD9DD238}"/>
              </a:ext>
            </a:extLst>
          </p:cNvPr>
          <p:cNvSpPr/>
          <p:nvPr/>
        </p:nvSpPr>
        <p:spPr>
          <a:xfrm>
            <a:off x="1250779" y="5217139"/>
            <a:ext cx="2302647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45D0142-3A4E-69E2-8945-59ECC9041A5D}"/>
              </a:ext>
            </a:extLst>
          </p:cNvPr>
          <p:cNvCxnSpPr>
            <a:cxnSpLocks/>
            <a:stCxn id="29" idx="3"/>
            <a:endCxn id="31" idx="1"/>
          </p:cNvCxnSpPr>
          <p:nvPr/>
        </p:nvCxnSpPr>
        <p:spPr>
          <a:xfrm flipV="1">
            <a:off x="3553425" y="3454376"/>
            <a:ext cx="3021601" cy="36398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989A932-45F9-AD37-AAB6-03C11825D290}"/>
              </a:ext>
            </a:extLst>
          </p:cNvPr>
          <p:cNvCxnSpPr>
            <a:cxnSpLocks/>
            <a:stCxn id="16" idx="3"/>
            <a:endCxn id="32" idx="1"/>
          </p:cNvCxnSpPr>
          <p:nvPr/>
        </p:nvCxnSpPr>
        <p:spPr>
          <a:xfrm>
            <a:off x="3553427" y="4623741"/>
            <a:ext cx="3033084" cy="920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8D15F21-E983-A8E4-9794-AE74898E1190}"/>
              </a:ext>
            </a:extLst>
          </p:cNvPr>
          <p:cNvCxnSpPr>
            <a:cxnSpLocks/>
            <a:stCxn id="21" idx="3"/>
            <a:endCxn id="33" idx="1"/>
          </p:cNvCxnSpPr>
          <p:nvPr/>
        </p:nvCxnSpPr>
        <p:spPr>
          <a:xfrm>
            <a:off x="3553426" y="5429122"/>
            <a:ext cx="3021599" cy="29618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1450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A173A-57D9-571D-DA38-E266D103A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B894E-E0C7-D67E-06A2-639F9DC38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(3/9)</a:t>
            </a:r>
            <a:br>
              <a:rPr lang="en-US"/>
            </a:br>
            <a:r>
              <a:rPr lang="en-US" sz="2800"/>
              <a:t>Solution: using type variable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10AC7-1D91-CED3-2484-8F8585FB5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4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7D18A3F-E17B-C3A0-BDE8-FC64F03ADD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0450" y="3724218"/>
                <a:ext cx="5022085" cy="2632132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vi-VN" altLang="zh-TW" sz="2400" i="1">
                    <a:latin typeface="Cambria Math" panose="02040503050406030204" pitchFamily="18" charset="0"/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𝑡𝑦𝑝𝑒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𝑖𝑠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𝑆𝑡𝑟</m:t>
                    </m:r>
                  </m:oMath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/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</m:d>
                  </m:oMath>
                </a14:m>
                <a:r>
                  <a:rPr lang="vi-VN" altLang="zh-TW" sz="2400">
                    <a:latin typeface="Cambria Math" panose="02040503050406030204" pitchFamily="18" charset="0"/>
                    <a:ea typeface="新細明體" pitchFamily="18" charset="-120"/>
                  </a:rPr>
                  <a:t>:</a:t>
                </a: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vi-VN" altLang="zh-TW" sz="2400">
                    <a:latin typeface="Cambria Math" panose="02040503050406030204" pitchFamily="18" charset="0"/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𝒊𝒇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𝑡𝑦𝑝𝑒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==′</m:t>
                    </m:r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𝐷𝑜𝑔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′:</m:t>
                    </m:r>
                  </m:oMath>
                </a14:m>
                <a:endParaRPr lang="vi-VN" altLang="zh-TW" sz="2400" b="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vi-VN" altLang="zh-TW" sz="2400">
                    <a:latin typeface="Cambria Math" panose="02040503050406030204" pitchFamily="18" charset="0"/>
                    <a:ea typeface="新細明體" pitchFamily="18" charset="-120"/>
                  </a:rPr>
                  <a:t>            </a:t>
                </a:r>
                <a14:m>
                  <m:oMath xmlns:m="http://schemas.openxmlformats.org/officeDocument/2006/math"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𝐷𝑜𝑔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∷</m:t>
                    </m:r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𝑒𝑎𝑡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()</m:t>
                    </m:r>
                  </m:oMath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vi-VN" altLang="zh-TW" sz="2400" i="1">
                    <a:latin typeface="Cambria Math" panose="02040503050406030204" pitchFamily="18" charset="0"/>
                    <a:ea typeface="新細明體" pitchFamily="18" charset="-120"/>
                  </a:rPr>
                  <a:t>            …</a:t>
                </a: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7D18A3F-E17B-C3A0-BDE8-FC64F03ADD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0450" y="3724218"/>
                <a:ext cx="5022085" cy="2632132"/>
              </a:xfrm>
              <a:prstGeom prst="rect">
                <a:avLst/>
              </a:prstGeom>
              <a:blipFill>
                <a:blip r:embed="rId2"/>
                <a:stretch>
                  <a:fillRect l="-252" b="-576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E4625B6-4788-C46F-689A-CD949A9D23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1874104"/>
                <a:ext cx="4239964" cy="141310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vi-VN" altLang="zh-TW" sz="2400" i="1">
                    <a:latin typeface="Cambria Math" panose="02040503050406030204" pitchFamily="18" charset="0"/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𝑡𝑦𝑝𝑒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=′</m:t>
                    </m:r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𝐷𝑜𝑔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′</m:t>
                    </m:r>
                  </m:oMath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E4625B6-4788-C46F-689A-CD949A9D23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1874104"/>
                <a:ext cx="4239964" cy="1413106"/>
              </a:xfrm>
              <a:prstGeom prst="rect">
                <a:avLst/>
              </a:prstGeom>
              <a:blipFill>
                <a:blip r:embed="rId3"/>
                <a:stretch>
                  <a:fillRect l="-299" b="-89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C267F245-C993-751C-CD17-0D3CB686B8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4909933"/>
                <a:ext cx="4239964" cy="131228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/>
                  <a:t>       </a:t>
                </a:r>
                <a14:m>
                  <m:oMath xmlns:m="http://schemas.openxmlformats.org/officeDocument/2006/math"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𝑡𝑦𝑝𝑒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=′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𝑀𝑜𝑛𝑘𝑒𝑦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altLang="zh-TW" sz="2400" b="1"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𝒐𝒗𝒆𝒓𝒓𝒊𝒅𝒆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C267F245-C993-751C-CD17-0D3CB686B8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4909933"/>
                <a:ext cx="4239964" cy="1312286"/>
              </a:xfrm>
              <a:prstGeom prst="rect">
                <a:avLst/>
              </a:prstGeom>
              <a:blipFill>
                <a:blip r:embed="rId4"/>
                <a:stretch>
                  <a:fillRect l="-299" r="-2090" b="-285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69C22AC2-0CF5-1F47-3EBB-129919143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3429001"/>
                <a:ext cx="4239964" cy="1294900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𝑡𝑦𝑝𝑒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=′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𝐻𝑢𝑚𝑎𝑛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altLang="zh-TW" sz="2400" b="1"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𝒐𝒗𝒆𝒓𝒓𝒊𝒅𝒆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69C22AC2-0CF5-1F47-3EBB-129919143A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3429001"/>
                <a:ext cx="4239964" cy="1294900"/>
              </a:xfrm>
              <a:prstGeom prst="rect">
                <a:avLst/>
              </a:prstGeom>
              <a:blipFill>
                <a:blip r:embed="rId5"/>
                <a:stretch>
                  <a:fillRect l="-299" b="-588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AC9E081-2933-AF7A-75D6-C2D9524148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0451" y="1874103"/>
                <a:ext cx="5022086" cy="1740635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𝑛𝑖𝑚𝑎𝑙𝑠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𝒊𝒔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vi-VN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i="1">
                            <a:latin typeface="Cambria Math" panose="02040503050406030204" pitchFamily="18" charset="0"/>
                          </a:rPr>
                          <m:t>𝐴𝑛𝑖𝑚𝑎𝑙</m:t>
                        </m:r>
                      </m:e>
                    </m:d>
                  </m:oMath>
                </a14:m>
                <a:r>
                  <a:rPr lang="vi-VN" altLang="zh-TW" sz="2400" i="1"/>
                  <a:t> // </a:t>
                </a:r>
                <a:r>
                  <a:rPr lang="vi-VN" altLang="zh-TW" sz="2400" b="1"/>
                  <a:t>[ 🐶, 🐵, 👶 ]</a:t>
                </a: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/>
                  <a:t>…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𝑎𝑛𝑖𝑚𝑎𝑙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AC9E081-2933-AF7A-75D6-C2D9524148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0451" y="1874103"/>
                <a:ext cx="5022086" cy="1740635"/>
              </a:xfrm>
              <a:prstGeom prst="rect">
                <a:avLst/>
              </a:prstGeom>
              <a:blipFill>
                <a:blip r:embed="rId6"/>
                <a:stretch>
                  <a:fillRect l="-1763" t="-3623" b="-28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E9BE14C-9A83-22F3-DBBF-9AC5B60C287E}"/>
                  </a:ext>
                </a:extLst>
              </p14:cNvPr>
              <p14:cNvContentPartPr/>
              <p14:nvPr/>
            </p14:nvContentPartPr>
            <p14:xfrm>
              <a:off x="571680" y="2048040"/>
              <a:ext cx="8677440" cy="39250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E9BE14C-9A83-22F3-DBBF-9AC5B60C287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62320" y="2038680"/>
                <a:ext cx="8696160" cy="3943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12070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40797-025C-974F-19C5-D8233F988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67543-8A8C-3768-DB23-AEDDBAF5B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(4/9)</a:t>
            </a:r>
            <a:br>
              <a:rPr lang="en-US"/>
            </a:br>
            <a:r>
              <a:rPr lang="en-US" sz="2800"/>
              <a:t>Solution: using list of pointer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F1A7D1-447E-BDDA-574E-FDE9D7757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5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3E09E681-89F5-700B-4869-F59C923749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1878916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3E09E681-89F5-700B-4869-F59C923749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1878916"/>
                <a:ext cx="3380232" cy="874256"/>
              </a:xfrm>
              <a:prstGeom prst="rect">
                <a:avLst/>
              </a:prstGeom>
              <a:blipFill>
                <a:blip r:embed="rId2"/>
                <a:stretch>
                  <a:fillRect l="-375" b="-571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C45A380-7282-92B6-1340-069B6BC3C3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2868223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C45A380-7282-92B6-1340-069B6BC3C3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2868223"/>
                <a:ext cx="4239964" cy="992123"/>
              </a:xfrm>
              <a:prstGeom prst="rect">
                <a:avLst/>
              </a:prstGeom>
              <a:blipFill>
                <a:blip r:embed="rId3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D5514C7-7F12-7D75-0336-0F0654FE54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5113517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D5514C7-7F12-7D75-0336-0F0654FE54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5113517"/>
                <a:ext cx="4239964" cy="992123"/>
              </a:xfrm>
              <a:prstGeom prst="rect">
                <a:avLst/>
              </a:prstGeom>
              <a:blipFill>
                <a:blip r:embed="rId4"/>
                <a:stretch>
                  <a:fillRect l="-299" r="-209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0DF84471-9151-8B21-1D07-812D7C5FD7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3994768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0DF84471-9151-8B21-1D07-812D7C5FD7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3994768"/>
                <a:ext cx="4239964" cy="992123"/>
              </a:xfrm>
              <a:prstGeom prst="rect">
                <a:avLst/>
              </a:prstGeom>
              <a:blipFill>
                <a:blip r:embed="rId5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10E42629-8DC0-7C32-D6AE-8CE6601C00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0451" y="1874104"/>
                <a:ext cx="5022086" cy="2231274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𝑎𝑛𝑖𝑚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𝑎𝑙𝑠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𝒊𝒔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𝑆𝑡𝑎𝑐𝑘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⟨</m:t>
                      </m:r>
                      <m:sSup>
                        <m:sSupPr>
                          <m:ctrlP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sSupPr>
                        <m:e>
                          <m:r>
                            <a:rPr lang="vi-VN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𝐴𝑛𝑖𝑚𝑎𝑙</m:t>
                          </m:r>
                        </m:e>
                        <m:sup>
                          <m: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∗</m:t>
                          </m:r>
                        </m:sup>
                      </m:sSup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⟩ 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𝑎𝑙𝑠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𝑝𝑢𝑠h</m:t>
                    </m:r>
                    <m:d>
                      <m:dPr>
                        <m:ctrlPr>
                          <a:rPr lang="vi-VN" altLang="zh-TW" sz="24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</a:rPr>
                          <m:t>𝒏𝒆𝒘</m:t>
                        </m:r>
                        <m:r>
                          <a:rPr lang="vi-VN" altLang="zh-TW" sz="2400" b="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vi-VN" altLang="zh-TW" sz="2400" b="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vi-VN" altLang="zh-TW" sz="2400" i="1">
                                <a:latin typeface="Cambria Math" panose="02040503050406030204" pitchFamily="18" charset="0"/>
                              </a:rPr>
                              <m:t>𝐷𝑜𝑔</m:t>
                            </m:r>
                          </m:e>
                          <m:sup>
                            <m:r>
                              <a:rPr lang="vi-VN" altLang="zh-TW" sz="2400" b="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𝑎𝑙𝑠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𝑝𝑢𝑠h</m:t>
                    </m:r>
                    <m:d>
                      <m:dPr>
                        <m:ctrlPr>
                          <a:rPr lang="vi-VN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</a:rPr>
                          <m:t>𝒏𝒆𝒘</m:t>
                        </m:r>
                        <m:r>
                          <a:rPr lang="vi-VN" altLang="zh-TW" sz="24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vi-VN" altLang="zh-TW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vi-VN" altLang="zh-TW" sz="2400" i="1">
                                <a:latin typeface="Cambria Math" panose="02040503050406030204" pitchFamily="18" charset="0"/>
                              </a:rPr>
                              <m:t>𝐻𝑢𝑚𝑎𝑛</m:t>
                            </m:r>
                          </m:e>
                          <m:sup>
                            <m:r>
                              <a:rPr lang="vi-VN" altLang="zh-TW" sz="24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𝑎𝑛𝑖𝑚𝑎𝑙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10E42629-8DC0-7C32-D6AE-8CE6601C00D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0451" y="1874104"/>
                <a:ext cx="5022086" cy="2231274"/>
              </a:xfrm>
              <a:prstGeom prst="rect">
                <a:avLst/>
              </a:prstGeom>
              <a:blipFill>
                <a:blip r:embed="rId6"/>
                <a:stretch>
                  <a:fillRect l="-1008" r="-3023" b="-4067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5E419F5D-C578-17DA-7E66-DC115FFAEA07}"/>
              </a:ext>
            </a:extLst>
          </p:cNvPr>
          <p:cNvSpPr/>
          <p:nvPr/>
        </p:nvSpPr>
        <p:spPr>
          <a:xfrm>
            <a:off x="1250780" y="3606377"/>
            <a:ext cx="2322545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468D193-CD88-6BED-EFFD-7F42C6AC3F0C}"/>
              </a:ext>
            </a:extLst>
          </p:cNvPr>
          <p:cNvSpPr txBox="1"/>
          <p:nvPr/>
        </p:nvSpPr>
        <p:spPr>
          <a:xfrm>
            <a:off x="950451" y="4567628"/>
            <a:ext cx="5324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Why list of pointers can store diff type of objects?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89E259-DAEB-FB9E-B32D-FB930D008DD0}"/>
              </a:ext>
            </a:extLst>
          </p:cNvPr>
          <p:cNvSpPr/>
          <p:nvPr/>
        </p:nvSpPr>
        <p:spPr>
          <a:xfrm>
            <a:off x="6575026" y="330877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970A6E-38D9-BBA5-B684-F2FFE3918AF7}"/>
              </a:ext>
            </a:extLst>
          </p:cNvPr>
          <p:cNvSpPr/>
          <p:nvPr/>
        </p:nvSpPr>
        <p:spPr>
          <a:xfrm>
            <a:off x="6586511" y="4487344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CD88C95-1CB6-3445-D199-A9A29B2CBDD8}"/>
              </a:ext>
            </a:extLst>
          </p:cNvPr>
          <p:cNvSpPr/>
          <p:nvPr/>
        </p:nvSpPr>
        <p:spPr>
          <a:xfrm>
            <a:off x="6575025" y="5579701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EE1E42C-1F53-7B9C-22D6-578E6FA5BB94}"/>
              </a:ext>
            </a:extLst>
          </p:cNvPr>
          <p:cNvSpPr/>
          <p:nvPr/>
        </p:nvSpPr>
        <p:spPr>
          <a:xfrm>
            <a:off x="6575025" y="2281366"/>
            <a:ext cx="2302647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B4C79C9-EF6B-64AB-E38E-8C6B8DAF2CC0}"/>
                  </a:ext>
                </a:extLst>
              </p:cNvPr>
              <p:cNvSpPr txBox="1"/>
              <p:nvPr/>
            </p:nvSpPr>
            <p:spPr>
              <a:xfrm>
                <a:off x="950451" y="4223576"/>
                <a:ext cx="53242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VN">
                    <a:solidFill>
                      <a:srgbClr val="FF0000"/>
                    </a:solidFill>
                  </a:rPr>
                  <a:t>Now only </a:t>
                </a:r>
                <a14:m>
                  <m:oMath xmlns:m="http://schemas.openxmlformats.org/officeDocument/2006/math"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vi-VN" b="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∷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𝑒𝑎𝑡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() </m:t>
                    </m:r>
                  </m:oMath>
                </a14:m>
                <a:r>
                  <a:rPr lang="en-VN">
                    <a:solidFill>
                      <a:srgbClr val="FF0000"/>
                    </a:solidFill>
                  </a:rPr>
                  <a:t>is called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B4C79C9-EF6B-64AB-E38E-8C6B8DAF2C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451" y="4223576"/>
                <a:ext cx="5324244" cy="369332"/>
              </a:xfrm>
              <a:prstGeom prst="rect">
                <a:avLst/>
              </a:prstGeom>
              <a:blipFill>
                <a:blip r:embed="rId7"/>
                <a:stretch>
                  <a:fillRect l="-952" t="-6667" b="-266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423ADB52-E86B-0181-9B36-DCB0D5896788}"/>
              </a:ext>
            </a:extLst>
          </p:cNvPr>
          <p:cNvCxnSpPr>
            <a:stCxn id="29" idx="3"/>
          </p:cNvCxnSpPr>
          <p:nvPr/>
        </p:nvCxnSpPr>
        <p:spPr>
          <a:xfrm flipV="1">
            <a:off x="3573325" y="2493349"/>
            <a:ext cx="3001700" cy="1325011"/>
          </a:xfrm>
          <a:prstGeom prst="bentConnector3">
            <a:avLst>
              <a:gd name="adj1" fmla="val 8316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9BB2193-C96B-F17E-C126-C07AAFD41189}"/>
                  </a:ext>
                </a:extLst>
              </p14:cNvPr>
              <p14:cNvContentPartPr/>
              <p14:nvPr/>
            </p14:nvContentPartPr>
            <p14:xfrm>
              <a:off x="581040" y="1495080"/>
              <a:ext cx="4219920" cy="15058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9BB2193-C96B-F17E-C126-C07AAFD4118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71680" y="1485720"/>
                <a:ext cx="4238640" cy="1524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06243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2D344-25DB-3D0C-C7E3-EDEFA64D7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B3D43-6067-97C8-36E8-4EF60AF2B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(5/9)</a:t>
            </a:r>
            <a:br>
              <a:rPr lang="en-US"/>
            </a:br>
            <a:r>
              <a:rPr lang="en-US" sz="2800"/>
              <a:t>Solution: using list of pointer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DDCA32-2783-FFA2-8A36-3EEB4F5CE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6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F6910FE-4A1D-C87E-9972-D876A98A1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1878916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F6910FE-4A1D-C87E-9972-D876A98A18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1878916"/>
                <a:ext cx="3380232" cy="874256"/>
              </a:xfrm>
              <a:prstGeom prst="rect">
                <a:avLst/>
              </a:prstGeom>
              <a:blipFill>
                <a:blip r:embed="rId2"/>
                <a:stretch>
                  <a:fillRect l="-375" b="-571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3E7395A-0D09-F300-29A2-30F7F1771E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2868223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3E7395A-0D09-F300-29A2-30F7F1771E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2868223"/>
                <a:ext cx="4239964" cy="992123"/>
              </a:xfrm>
              <a:prstGeom prst="rect">
                <a:avLst/>
              </a:prstGeom>
              <a:blipFill>
                <a:blip r:embed="rId3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7344C3D-526B-01AF-95F6-122D2C0E3A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5113517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7344C3D-526B-01AF-95F6-122D2C0E3A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5113517"/>
                <a:ext cx="4239964" cy="992123"/>
              </a:xfrm>
              <a:prstGeom prst="rect">
                <a:avLst/>
              </a:prstGeom>
              <a:blipFill>
                <a:blip r:embed="rId4"/>
                <a:stretch>
                  <a:fillRect l="-299" r="-209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D240536-67DF-646F-93BB-922CF22A27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3994768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D240536-67DF-646F-93BB-922CF22A27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3994768"/>
                <a:ext cx="4239964" cy="992123"/>
              </a:xfrm>
              <a:prstGeom prst="rect">
                <a:avLst/>
              </a:prstGeom>
              <a:blipFill>
                <a:blip r:embed="rId5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3CFBB70-AE00-E2BD-DFAE-7948C2C100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0451" y="1874104"/>
                <a:ext cx="5022086" cy="2231274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𝑎𝑛𝑖𝑚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𝑎𝑙𝑠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𝒊𝒔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𝑆𝑡𝑎𝑐𝑘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⟨</m:t>
                      </m:r>
                      <m:sSup>
                        <m:sSupPr>
                          <m:ctrlP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sSupPr>
                        <m:e>
                          <m:r>
                            <a:rPr lang="vi-VN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𝐴𝑛𝑖𝑚𝑎𝑙</m:t>
                          </m:r>
                        </m:e>
                        <m:sup>
                          <m: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∗</m:t>
                          </m:r>
                        </m:sup>
                      </m:sSup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⟩ 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𝑎𝑙𝑠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𝑝𝑢𝑠h</m:t>
                    </m:r>
                    <m:d>
                      <m:dPr>
                        <m:ctrlPr>
                          <a:rPr lang="vi-VN" altLang="zh-TW" sz="24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</a:rPr>
                          <m:t>𝒏𝒆𝒘</m:t>
                        </m:r>
                        <m:r>
                          <a:rPr lang="vi-VN" altLang="zh-TW" sz="2400" b="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vi-VN" altLang="zh-TW" sz="2400" b="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vi-VN" altLang="zh-TW" sz="2400" i="1">
                                <a:latin typeface="Cambria Math" panose="02040503050406030204" pitchFamily="18" charset="0"/>
                              </a:rPr>
                              <m:t>𝐷𝑜𝑔</m:t>
                            </m:r>
                          </m:e>
                          <m:sup>
                            <m:r>
                              <a:rPr lang="vi-VN" altLang="zh-TW" sz="2400" b="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𝑎𝑙𝑠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𝑝𝑢𝑠h</m:t>
                    </m:r>
                    <m:d>
                      <m:dPr>
                        <m:ctrlPr>
                          <a:rPr lang="vi-VN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</a:rPr>
                          <m:t>𝒏𝒆𝒘</m:t>
                        </m:r>
                        <m:r>
                          <a:rPr lang="vi-VN" altLang="zh-TW" sz="24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vi-VN" altLang="zh-TW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vi-VN" altLang="zh-TW" sz="2400" i="1">
                                <a:latin typeface="Cambria Math" panose="02040503050406030204" pitchFamily="18" charset="0"/>
                              </a:rPr>
                              <m:t>𝐻𝑢𝑚𝑎𝑛</m:t>
                            </m:r>
                          </m:e>
                          <m:sup>
                            <m:r>
                              <a:rPr lang="vi-VN" altLang="zh-TW" sz="24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𝑎𝑛𝑖𝑚𝑎𝑙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3CFBB70-AE00-E2BD-DFAE-7948C2C100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0451" y="1874104"/>
                <a:ext cx="5022086" cy="2231274"/>
              </a:xfrm>
              <a:prstGeom prst="rect">
                <a:avLst/>
              </a:prstGeom>
              <a:blipFill>
                <a:blip r:embed="rId6"/>
                <a:stretch>
                  <a:fillRect l="-1008" r="-3023" b="-4067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C98B0BBF-48A1-7963-3117-F94669479916}"/>
              </a:ext>
            </a:extLst>
          </p:cNvPr>
          <p:cNvSpPr/>
          <p:nvPr/>
        </p:nvSpPr>
        <p:spPr>
          <a:xfrm>
            <a:off x="1250780" y="3606377"/>
            <a:ext cx="2322545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BFCBDAA-E09D-8447-8D87-6492AC768279}"/>
              </a:ext>
            </a:extLst>
          </p:cNvPr>
          <p:cNvSpPr txBox="1"/>
          <p:nvPr/>
        </p:nvSpPr>
        <p:spPr>
          <a:xfrm>
            <a:off x="884310" y="4177567"/>
            <a:ext cx="5324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Why list of pointers can store diff type of objects?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CC0D46B-6755-FD47-8575-4D3A2DD4381B}"/>
              </a:ext>
            </a:extLst>
          </p:cNvPr>
          <p:cNvSpPr/>
          <p:nvPr/>
        </p:nvSpPr>
        <p:spPr>
          <a:xfrm>
            <a:off x="6575026" y="330877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1D3A078-4160-0BE9-0D72-A72156769019}"/>
              </a:ext>
            </a:extLst>
          </p:cNvPr>
          <p:cNvSpPr/>
          <p:nvPr/>
        </p:nvSpPr>
        <p:spPr>
          <a:xfrm>
            <a:off x="6586511" y="4487344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723A171-A3F1-B7D3-F2F1-61E406DBDB6A}"/>
              </a:ext>
            </a:extLst>
          </p:cNvPr>
          <p:cNvSpPr/>
          <p:nvPr/>
        </p:nvSpPr>
        <p:spPr>
          <a:xfrm>
            <a:off x="6575025" y="5579701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D13A9F7-921E-841F-B0B3-990613BBD662}"/>
              </a:ext>
            </a:extLst>
          </p:cNvPr>
          <p:cNvSpPr/>
          <p:nvPr/>
        </p:nvSpPr>
        <p:spPr>
          <a:xfrm>
            <a:off x="6575025" y="2281366"/>
            <a:ext cx="2302647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52EA8B-2B79-7A7A-2D4A-BC44BBBB0254}"/>
                  </a:ext>
                </a:extLst>
              </p:cNvPr>
              <p:cNvSpPr txBox="1"/>
              <p:nvPr/>
            </p:nvSpPr>
            <p:spPr>
              <a:xfrm>
                <a:off x="6096000" y="6171684"/>
                <a:ext cx="53242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VN">
                    <a:solidFill>
                      <a:srgbClr val="FF0000"/>
                    </a:solidFill>
                  </a:rPr>
                  <a:t>Now only </a:t>
                </a:r>
                <a14:m>
                  <m:oMath xmlns:m="http://schemas.openxmlformats.org/officeDocument/2006/math"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::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𝑒𝑎𝑡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() </m:t>
                    </m:r>
                  </m:oMath>
                </a14:m>
                <a:r>
                  <a:rPr lang="en-VN">
                    <a:solidFill>
                      <a:srgbClr val="FF0000"/>
                    </a:solidFill>
                  </a:rPr>
                  <a:t>is called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52EA8B-2B79-7A7A-2D4A-BC44BBBB02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6171684"/>
                <a:ext cx="5324244" cy="369332"/>
              </a:xfrm>
              <a:prstGeom prst="rect">
                <a:avLst/>
              </a:prstGeom>
              <a:blipFill>
                <a:blip r:embed="rId7"/>
                <a:stretch>
                  <a:fillRect l="-952" t="-6452" b="-2258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34FEDBDF-8420-986D-DC7D-EC62411B17FE}"/>
              </a:ext>
            </a:extLst>
          </p:cNvPr>
          <p:cNvCxnSpPr>
            <a:stCxn id="29" idx="3"/>
          </p:cNvCxnSpPr>
          <p:nvPr/>
        </p:nvCxnSpPr>
        <p:spPr>
          <a:xfrm flipV="1">
            <a:off x="3573325" y="2493349"/>
            <a:ext cx="3001700" cy="1325011"/>
          </a:xfrm>
          <a:prstGeom prst="bentConnector3">
            <a:avLst>
              <a:gd name="adj1" fmla="val 8316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97869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963B5-6C84-C208-0287-5747AF744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36699-7876-7D76-9C9F-0F9B4E072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(6/9)</a:t>
            </a:r>
            <a:br>
              <a:rPr lang="en-US"/>
            </a:br>
            <a:r>
              <a:rPr lang="en-US" sz="2800"/>
              <a:t>Solution: using list of pointer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31937E-F029-CF20-9F7D-6F1086F85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7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CFAD359-9C30-D1D5-5898-5994AC9851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74808" y="1690688"/>
                <a:ext cx="4788059" cy="1865142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:…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𝐷𝑜𝑔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𝒆𝒙𝒕𝒆𝒏𝒅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:…</m:t>
                    </m:r>
                  </m:oMath>
                </a14:m>
                <a:r>
                  <a:rPr lang="vi-VN" altLang="zh-TW" sz="2400" b="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𝐻𝑢𝑚𝑎𝑛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𝒆𝒙𝒕𝒆𝒏𝒅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…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𝑀𝑜𝑛𝑘𝑒𝑦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𝒆𝒙𝒕𝒆𝒏𝒅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…</a:t>
                </a: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CFAD359-9C30-D1D5-5898-5994AC9851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74808" y="1690688"/>
                <a:ext cx="4788059" cy="1865142"/>
              </a:xfrm>
              <a:prstGeom prst="rect">
                <a:avLst/>
              </a:prstGeom>
              <a:blipFill>
                <a:blip r:embed="rId2"/>
                <a:stretch>
                  <a:fillRect l="-531" b="-270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F637607-9F72-A4C3-D2BD-86B24336AF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74808" y="3660564"/>
                <a:ext cx="5022086" cy="2231274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𝑎𝑛𝑖𝑚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𝑎𝑙𝑠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𝒊𝒔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𝑆𝑡𝑎𝑐𝑘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⟨</m:t>
                      </m:r>
                      <m:sSup>
                        <m:sSupPr>
                          <m:ctrlP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sSupPr>
                        <m:e>
                          <m:r>
                            <a:rPr lang="vi-VN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𝐴𝑛𝑖𝑚𝑎𝑙</m:t>
                          </m:r>
                        </m:e>
                        <m:sup>
                          <m: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∗</m:t>
                          </m:r>
                        </m:sup>
                      </m:sSup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⟩ 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𝑎𝑙𝑠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𝑖𝑛𝑝𝑢𝑡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  <a:r>
                  <a:rPr lang="vi-VN" altLang="zh-TW" sz="2400" b="1"/>
                  <a:t>[ 🐶, 🐵, 👶 ]</a:t>
                </a: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𝑎𝑛𝑖𝑚𝑎𝑙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F637607-9F72-A4C3-D2BD-86B24336AF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74808" y="3660564"/>
                <a:ext cx="5022086" cy="2231274"/>
              </a:xfrm>
              <a:prstGeom prst="rect">
                <a:avLst/>
              </a:prstGeom>
              <a:blipFill>
                <a:blip r:embed="rId3"/>
                <a:stretch>
                  <a:fillRect l="-1010" r="-3283" b="-2090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C2462F4-A700-523F-CEE1-DA0EB14594E5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078559" y="1701485"/>
            <a:ext cx="0" cy="4006266"/>
          </a:xfrm>
          <a:prstGeom prst="line">
            <a:avLst/>
          </a:prstGeom>
          <a:ln w="3810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0810BDC-08E9-0AF1-74A5-D248C597F7D7}"/>
              </a:ext>
            </a:extLst>
          </p:cNvPr>
          <p:cNvSpPr txBox="1"/>
          <p:nvPr/>
        </p:nvSpPr>
        <p:spPr>
          <a:xfrm>
            <a:off x="679988" y="5707751"/>
            <a:ext cx="797142" cy="368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Time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A61A15-29A6-833E-0F72-53E489618D63}"/>
              </a:ext>
            </a:extLst>
          </p:cNvPr>
          <p:cNvSpPr/>
          <p:nvPr/>
        </p:nvSpPr>
        <p:spPr>
          <a:xfrm>
            <a:off x="1406108" y="1629738"/>
            <a:ext cx="4936807" cy="24677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CF97E1-2545-994C-CD68-BA4DDF6CE984}"/>
              </a:ext>
            </a:extLst>
          </p:cNvPr>
          <p:cNvSpPr txBox="1"/>
          <p:nvPr/>
        </p:nvSpPr>
        <p:spPr>
          <a:xfrm rot="16200000">
            <a:off x="5736510" y="2394860"/>
            <a:ext cx="169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Compile time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2175EF-E54B-B349-4721-627815B6107A}"/>
              </a:ext>
            </a:extLst>
          </p:cNvPr>
          <p:cNvSpPr/>
          <p:nvPr/>
        </p:nvSpPr>
        <p:spPr>
          <a:xfrm>
            <a:off x="1406108" y="4136802"/>
            <a:ext cx="5179875" cy="18473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B6EA2E-3F56-76CD-53D6-5750EA715BD1}"/>
              </a:ext>
            </a:extLst>
          </p:cNvPr>
          <p:cNvSpPr txBox="1"/>
          <p:nvPr/>
        </p:nvSpPr>
        <p:spPr>
          <a:xfrm rot="16200000">
            <a:off x="6105843" y="2394860"/>
            <a:ext cx="169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Static binding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E3FE4A6-EAB9-EDC7-8067-3C89B491A1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1649196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E3FE4A6-EAB9-EDC7-8067-3C89B491A1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1649196"/>
                <a:ext cx="3380232" cy="874256"/>
              </a:xfrm>
              <a:prstGeom prst="rect">
                <a:avLst/>
              </a:prstGeom>
              <a:blipFill>
                <a:blip r:embed="rId4"/>
                <a:stretch>
                  <a:fillRect l="-375" b="-57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73280D1-95E0-81C7-EA32-8B89DEC1A7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2638503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73280D1-95E0-81C7-EA32-8B89DEC1A7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2638503"/>
                <a:ext cx="4239964" cy="992123"/>
              </a:xfrm>
              <a:prstGeom prst="rect">
                <a:avLst/>
              </a:prstGeom>
              <a:blipFill>
                <a:blip r:embed="rId5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B4E56287-84C3-D50E-6DD0-CF4DF1E7627C}"/>
              </a:ext>
            </a:extLst>
          </p:cNvPr>
          <p:cNvSpPr/>
          <p:nvPr/>
        </p:nvSpPr>
        <p:spPr>
          <a:xfrm>
            <a:off x="8150498" y="307905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D2346A-9F53-579F-DC84-6AA5A54AD7FB}"/>
              </a:ext>
            </a:extLst>
          </p:cNvPr>
          <p:cNvSpPr/>
          <p:nvPr/>
        </p:nvSpPr>
        <p:spPr>
          <a:xfrm>
            <a:off x="8150497" y="2051646"/>
            <a:ext cx="2302647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FE7029CC-AEAA-8623-1441-8929AFC10A13}"/>
              </a:ext>
            </a:extLst>
          </p:cNvPr>
          <p:cNvCxnSpPr>
            <a:endCxn id="23" idx="1"/>
          </p:cNvCxnSpPr>
          <p:nvPr/>
        </p:nvCxnSpPr>
        <p:spPr>
          <a:xfrm flipV="1">
            <a:off x="4213185" y="2263629"/>
            <a:ext cx="3937312" cy="2898680"/>
          </a:xfrm>
          <a:prstGeom prst="bentConnector3">
            <a:avLst>
              <a:gd name="adj1" fmla="val 855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365423D8-E6A5-1321-8639-E9559746FE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4864426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365423D8-E6A5-1321-8639-E9559746FE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4864426"/>
                <a:ext cx="4239964" cy="992123"/>
              </a:xfrm>
              <a:prstGeom prst="rect">
                <a:avLst/>
              </a:prstGeom>
              <a:blipFill>
                <a:blip r:embed="rId6"/>
                <a:stretch>
                  <a:fillRect l="-299" r="-209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6225BED-DF90-1C9C-D0FB-23BB6C1B4F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3745677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6225BED-DF90-1C9C-D0FB-23BB6C1B4F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3745677"/>
                <a:ext cx="4239964" cy="992123"/>
              </a:xfrm>
              <a:prstGeom prst="rect">
                <a:avLst/>
              </a:prstGeom>
              <a:blipFill>
                <a:blip r:embed="rId7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7FF9B3FA-CA4D-559E-8444-6D741EFAB3A1}"/>
              </a:ext>
            </a:extLst>
          </p:cNvPr>
          <p:cNvSpPr/>
          <p:nvPr/>
        </p:nvSpPr>
        <p:spPr>
          <a:xfrm>
            <a:off x="8161983" y="4238253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449C9A-9625-FAB5-293E-01D0FD3E0628}"/>
              </a:ext>
            </a:extLst>
          </p:cNvPr>
          <p:cNvSpPr/>
          <p:nvPr/>
        </p:nvSpPr>
        <p:spPr>
          <a:xfrm>
            <a:off x="8150497" y="533061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DF36BCCE-661D-976D-2232-5ABAB0F480D6}"/>
                  </a:ext>
                </a:extLst>
              </p14:cNvPr>
              <p14:cNvContentPartPr/>
              <p14:nvPr/>
            </p14:nvContentPartPr>
            <p14:xfrm>
              <a:off x="294840" y="1141200"/>
              <a:ext cx="7135560" cy="53276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DF36BCCE-661D-976D-2232-5ABAB0F480D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85480" y="1131840"/>
                <a:ext cx="7154280" cy="534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EB58A4C-28E2-8224-C4DF-0955BAD748D2}"/>
                  </a:ext>
                </a:extLst>
              </p14:cNvPr>
              <p14:cNvContentPartPr/>
              <p14:nvPr/>
            </p14:nvContentPartPr>
            <p14:xfrm>
              <a:off x="1028160" y="3752640"/>
              <a:ext cx="6668280" cy="302004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EB58A4C-28E2-8224-C4DF-0955BAD748D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18800" y="3743280"/>
                <a:ext cx="6687000" cy="3038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47539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52C-2300-F014-66FB-AF248BBE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8D4C7-B58F-17E7-9BD3-138D2A9D3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(7/9)</a:t>
            </a:r>
            <a:br>
              <a:rPr lang="en-US"/>
            </a:br>
            <a:r>
              <a:rPr lang="en-US" sz="2800"/>
              <a:t>Solution: using list of pointer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061EDB-7152-A994-08B4-56646058A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8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6CEDEED-6015-174B-00AF-67DA409B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74808" y="1690688"/>
                <a:ext cx="4788059" cy="1865142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:…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𝐷𝑜𝑔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𝒆𝒙𝒕𝒆𝒏𝒅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:…</m:t>
                    </m:r>
                  </m:oMath>
                </a14:m>
                <a:r>
                  <a:rPr lang="vi-VN" altLang="zh-TW" sz="2400" b="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𝐻𝑢𝑚𝑎𝑛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𝒆𝒙𝒕𝒆𝒏𝒅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…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𝑀𝑜𝑛𝑘𝑒𝑦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𝒆𝒙𝒕𝒆𝒏𝒅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…</a:t>
                </a: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6CEDEED-6015-174B-00AF-67DA409BC0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74808" y="1690688"/>
                <a:ext cx="4788059" cy="1865142"/>
              </a:xfrm>
              <a:prstGeom prst="rect">
                <a:avLst/>
              </a:prstGeom>
              <a:blipFill>
                <a:blip r:embed="rId2"/>
                <a:stretch>
                  <a:fillRect l="-531" b="-270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9B78D6D-4C63-0FC6-509A-F4303D8823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74808" y="3660564"/>
                <a:ext cx="5022086" cy="2231274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𝑎𝑛𝑖𝑚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𝑎𝑙𝑠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𝒊𝒔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𝑆𝑡𝑎𝑐𝑘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⟨</m:t>
                      </m:r>
                      <m:sSup>
                        <m:sSupPr>
                          <m:ctrlP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sSupPr>
                        <m:e>
                          <m:r>
                            <a:rPr lang="vi-VN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𝐴𝑛𝑖𝑚𝑎𝑙</m:t>
                          </m:r>
                        </m:e>
                        <m:sup>
                          <m: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∗</m:t>
                          </m:r>
                        </m:sup>
                      </m:sSup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⟩ 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𝑎𝑙𝑠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𝑖𝑛𝑝𝑢𝑡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  <a:r>
                  <a:rPr lang="vi-VN" altLang="zh-TW" sz="2400" b="1"/>
                  <a:t>[ 🐶, 🐵, 👶 ]</a:t>
                </a: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𝑎𝑛𝑖𝑚𝑎𝑙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9B78D6D-4C63-0FC6-509A-F4303D8823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74808" y="3660564"/>
                <a:ext cx="5022086" cy="2231274"/>
              </a:xfrm>
              <a:prstGeom prst="rect">
                <a:avLst/>
              </a:prstGeom>
              <a:blipFill>
                <a:blip r:embed="rId3"/>
                <a:stretch>
                  <a:fillRect l="-1010" r="-3283" b="-2090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1707555-2992-5084-43C9-BE2A888B31F7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078559" y="1701485"/>
            <a:ext cx="0" cy="4006266"/>
          </a:xfrm>
          <a:prstGeom prst="line">
            <a:avLst/>
          </a:prstGeom>
          <a:ln w="3810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96990AC-C5AC-1FA2-7DB6-0841E2317BF7}"/>
              </a:ext>
            </a:extLst>
          </p:cNvPr>
          <p:cNvSpPr txBox="1"/>
          <p:nvPr/>
        </p:nvSpPr>
        <p:spPr>
          <a:xfrm>
            <a:off x="679988" y="5707751"/>
            <a:ext cx="797142" cy="368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Time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4EFB7B-CE76-8E48-B814-F873854822A2}"/>
              </a:ext>
            </a:extLst>
          </p:cNvPr>
          <p:cNvSpPr/>
          <p:nvPr/>
        </p:nvSpPr>
        <p:spPr>
          <a:xfrm>
            <a:off x="1406108" y="1629738"/>
            <a:ext cx="4936807" cy="24677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A9E351-99FE-25A2-34C8-80F378D3A9D9}"/>
              </a:ext>
            </a:extLst>
          </p:cNvPr>
          <p:cNvSpPr txBox="1"/>
          <p:nvPr/>
        </p:nvSpPr>
        <p:spPr>
          <a:xfrm>
            <a:off x="2911323" y="6040447"/>
            <a:ext cx="169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Run time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B2DE3-9C54-9E9B-7F0F-A0F50FB80853}"/>
              </a:ext>
            </a:extLst>
          </p:cNvPr>
          <p:cNvSpPr/>
          <p:nvPr/>
        </p:nvSpPr>
        <p:spPr>
          <a:xfrm>
            <a:off x="1406108" y="4136802"/>
            <a:ext cx="5179875" cy="18473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73EB6A-9A20-7EBA-8CFC-8829247F6EC2}"/>
              </a:ext>
            </a:extLst>
          </p:cNvPr>
          <p:cNvSpPr txBox="1"/>
          <p:nvPr/>
        </p:nvSpPr>
        <p:spPr>
          <a:xfrm>
            <a:off x="3145295" y="6352143"/>
            <a:ext cx="2899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Dynamic binding/dispatch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C43BB75F-EC5B-C160-8F85-FDBA40ED69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1649196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𝑣𝑖𝑟𝑡𝑢𝑎𝑙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C43BB75F-EC5B-C160-8F85-FDBA40ED69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1649196"/>
                <a:ext cx="3380232" cy="874256"/>
              </a:xfrm>
              <a:prstGeom prst="rect">
                <a:avLst/>
              </a:prstGeom>
              <a:blipFill>
                <a:blip r:embed="rId4"/>
                <a:stretch>
                  <a:fillRect l="-375" b="-57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89B3B42-9DF8-007D-7B2E-D49FD3888E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2638503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89B3B42-9DF8-007D-7B2E-D49FD3888E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2638503"/>
                <a:ext cx="4239964" cy="992123"/>
              </a:xfrm>
              <a:prstGeom prst="rect">
                <a:avLst/>
              </a:prstGeom>
              <a:blipFill>
                <a:blip r:embed="rId5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AA2202C0-1FBE-DB4E-2E9A-F9DB483AD614}"/>
              </a:ext>
            </a:extLst>
          </p:cNvPr>
          <p:cNvSpPr/>
          <p:nvPr/>
        </p:nvSpPr>
        <p:spPr>
          <a:xfrm>
            <a:off x="8150498" y="307905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8B5844B-E4CA-5695-5D53-F58DB19CA0B8}"/>
              </a:ext>
            </a:extLst>
          </p:cNvPr>
          <p:cNvSpPr/>
          <p:nvPr/>
        </p:nvSpPr>
        <p:spPr>
          <a:xfrm>
            <a:off x="8150497" y="2051646"/>
            <a:ext cx="1097675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07D485F8-2C2B-F670-2410-B15E60EFB916}"/>
              </a:ext>
            </a:extLst>
          </p:cNvPr>
          <p:cNvCxnSpPr>
            <a:cxnSpLocks/>
          </p:cNvCxnSpPr>
          <p:nvPr/>
        </p:nvCxnSpPr>
        <p:spPr>
          <a:xfrm flipV="1">
            <a:off x="4213185" y="3297167"/>
            <a:ext cx="3948798" cy="1865142"/>
          </a:xfrm>
          <a:prstGeom prst="bentConnector3">
            <a:avLst>
              <a:gd name="adj1" fmla="val 78433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90144B2F-9E9A-9801-3F0B-E98775271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4864426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90144B2F-9E9A-9801-3F0B-E987752713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4864426"/>
                <a:ext cx="4239964" cy="992123"/>
              </a:xfrm>
              <a:prstGeom prst="rect">
                <a:avLst/>
              </a:prstGeom>
              <a:blipFill>
                <a:blip r:embed="rId6"/>
                <a:stretch>
                  <a:fillRect l="-299" r="-209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9869A96-EFF8-8E74-C496-A1D204A96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3745677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9869A96-EFF8-8E74-C496-A1D204A96C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3745677"/>
                <a:ext cx="4239964" cy="992123"/>
              </a:xfrm>
              <a:prstGeom prst="rect">
                <a:avLst/>
              </a:prstGeom>
              <a:blipFill>
                <a:blip r:embed="rId7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B4013256-2550-1972-A658-DE7E3A233EFC}"/>
              </a:ext>
            </a:extLst>
          </p:cNvPr>
          <p:cNvSpPr/>
          <p:nvPr/>
        </p:nvSpPr>
        <p:spPr>
          <a:xfrm>
            <a:off x="8161983" y="4238253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B95EFF2-9EF4-4EA5-0CAC-4CE6137E672A}"/>
              </a:ext>
            </a:extLst>
          </p:cNvPr>
          <p:cNvSpPr/>
          <p:nvPr/>
        </p:nvSpPr>
        <p:spPr>
          <a:xfrm>
            <a:off x="8150497" y="533061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769EBEB4-738A-46EF-B204-4F845D12074E}"/>
              </a:ext>
            </a:extLst>
          </p:cNvPr>
          <p:cNvCxnSpPr>
            <a:cxnSpLocks/>
            <a:endCxn id="37" idx="1"/>
          </p:cNvCxnSpPr>
          <p:nvPr/>
        </p:nvCxnSpPr>
        <p:spPr>
          <a:xfrm flipV="1">
            <a:off x="4213185" y="4453312"/>
            <a:ext cx="3948798" cy="714000"/>
          </a:xfrm>
          <a:prstGeom prst="bentConnector3">
            <a:avLst>
              <a:gd name="adj1" fmla="val 8195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DEE3DBA6-3906-84FB-4C01-0509B3997C30}"/>
              </a:ext>
            </a:extLst>
          </p:cNvPr>
          <p:cNvCxnSpPr>
            <a:cxnSpLocks/>
            <a:endCxn id="38" idx="1"/>
          </p:cNvCxnSpPr>
          <p:nvPr/>
        </p:nvCxnSpPr>
        <p:spPr>
          <a:xfrm>
            <a:off x="4213185" y="5162309"/>
            <a:ext cx="3937312" cy="383360"/>
          </a:xfrm>
          <a:prstGeom prst="bentConnector3">
            <a:avLst>
              <a:gd name="adj1" fmla="val 85277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4874443-5B83-4933-5866-29995C5F2E3B}"/>
              </a:ext>
            </a:extLst>
          </p:cNvPr>
          <p:cNvSpPr txBox="1"/>
          <p:nvPr/>
        </p:nvSpPr>
        <p:spPr>
          <a:xfrm rot="16200000">
            <a:off x="5736510" y="2394860"/>
            <a:ext cx="169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Compile time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2E178-7028-829D-2A50-5C1F60A6A979}"/>
              </a:ext>
            </a:extLst>
          </p:cNvPr>
          <p:cNvSpPr txBox="1"/>
          <p:nvPr/>
        </p:nvSpPr>
        <p:spPr>
          <a:xfrm rot="16200000">
            <a:off x="5703232" y="1901658"/>
            <a:ext cx="2467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Static binding/dispatch</a:t>
            </a:r>
          </a:p>
        </p:txBody>
      </p:sp>
    </p:spTree>
    <p:extLst>
      <p:ext uri="{BB962C8B-B14F-4D97-AF65-F5344CB8AC3E}">
        <p14:creationId xmlns:p14="http://schemas.microsoft.com/office/powerpoint/2010/main" val="2856285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5A385-6628-7D5B-7E96-4B5A005AE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C3BD2-B0C4-8BF9-00AD-958D60610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317" y="365125"/>
            <a:ext cx="10515600" cy="1325563"/>
          </a:xfrm>
        </p:spPr>
        <p:txBody>
          <a:bodyPr/>
          <a:lstStyle/>
          <a:p>
            <a:r>
              <a:rPr lang="en-US"/>
              <a:t>Polymorphism (8/9)</a:t>
            </a:r>
            <a:br>
              <a:rPr lang="en-US"/>
            </a:br>
            <a:r>
              <a:rPr lang="en-US" sz="2800"/>
              <a:t>Solution: using list of pointer / How do virtual functions work?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FFCAB2-BABC-34D9-7D4A-F855D5572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9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A50FC3C-63F8-F10A-36E7-7552F4F580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5211" y="2086406"/>
                <a:ext cx="5481303" cy="2301591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400" i="1">
                          <a:latin typeface="Cambria Math" panose="02040503050406030204" pitchFamily="18" charset="0"/>
                        </a:rPr>
                        <m:t>𝐵𝑎𝑠</m:t>
                      </m:r>
                      <m:sSup>
                        <m:sSupPr>
                          <m:ctrlPr>
                            <a:rPr lang="vi-VN" sz="24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VN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1 =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1(</m:t>
                      </m:r>
                      <m:r>
                        <a:rPr lang="vi-VN" sz="24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);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400" i="1">
                          <a:latin typeface="Cambria Math" panose="02040503050406030204" pitchFamily="18" charset="0"/>
                        </a:rPr>
                        <m:t>𝐵𝑎𝑠</m:t>
                      </m:r>
                      <m:sSup>
                        <m:sSupPr>
                          <m:ctrlPr>
                            <a:rPr lang="vi-VN" sz="24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VN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2 =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VN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VN" sz="2400" i="1">
                          <a:latin typeface="Cambria Math" panose="02040503050406030204" pitchFamily="18" charset="0"/>
                        </a:rPr>
                        <m:t>;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1(); //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1::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2→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2(20); //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𝐵𝑎𝑠𝑒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::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2→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1(); //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𝐵𝑎𝑠𝑒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::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1()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2(10); //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𝐵𝑎𝑠𝑒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::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2()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endParaRPr lang="vi-VN" sz="2400" i="1">
                  <a:latin typeface="Cambria Math" panose="02040503050406030204" pitchFamily="18" charset="0"/>
                </a:endParaRPr>
              </a:p>
              <a:p>
                <a:endParaRPr lang="vi-VN" sz="2400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A50FC3C-63F8-F10A-36E7-7552F4F580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5211" y="2086406"/>
                <a:ext cx="5481303" cy="2301591"/>
              </a:xfrm>
              <a:prstGeom prst="rect">
                <a:avLst/>
              </a:prstGeom>
              <a:blipFill>
                <a:blip r:embed="rId2"/>
                <a:stretch>
                  <a:fillRect l="-924" b="-32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CA7EC23-6AE1-57C7-6D39-7D3D488C3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317" y="1557976"/>
            <a:ext cx="10515600" cy="661143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Example:</a:t>
            </a:r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9845DED-8164-95F6-672B-39543951441A}"/>
                  </a:ext>
                </a:extLst>
              </p:cNvPr>
              <p:cNvSpPr/>
              <p:nvPr/>
            </p:nvSpPr>
            <p:spPr>
              <a:xfrm>
                <a:off x="375211" y="5524910"/>
                <a:ext cx="2334358" cy="90736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vi-VN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VN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sz="2400" i="1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vi-VN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𝑖𝑛𝑡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i="1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9845DED-8164-95F6-672B-3954395144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11" y="5524910"/>
                <a:ext cx="2334358" cy="907361"/>
              </a:xfrm>
              <a:prstGeom prst="rect">
                <a:avLst/>
              </a:prstGeom>
              <a:blipFill>
                <a:blip r:embed="rId3"/>
                <a:stretch>
                  <a:fillRect l="-2151" b="-270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4A5A70E-7253-8E03-87F3-134503CC3AFA}"/>
                  </a:ext>
                </a:extLst>
              </p:cNvPr>
              <p:cNvSpPr/>
              <p:nvPr/>
            </p:nvSpPr>
            <p:spPr>
              <a:xfrm>
                <a:off x="375211" y="4994415"/>
                <a:ext cx="2334358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𝐵𝑎𝑠𝑒</m:t>
                      </m:r>
                    </m:oMath>
                  </m:oMathPara>
                </a14:m>
                <a:endParaRPr i="1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4A5A70E-7253-8E03-87F3-134503CC3A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11" y="4994415"/>
                <a:ext cx="2334358" cy="53049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7F38FA93-0B2C-3BEB-69F2-5FB377415567}"/>
              </a:ext>
            </a:extLst>
          </p:cNvPr>
          <p:cNvSpPr/>
          <p:nvPr/>
        </p:nvSpPr>
        <p:spPr>
          <a:xfrm>
            <a:off x="3010793" y="6191932"/>
            <a:ext cx="1789383" cy="228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F63EB91-DF7A-C32C-62EC-A0462CBD6857}"/>
                  </a:ext>
                </a:extLst>
              </p:cNvPr>
              <p:cNvSpPr/>
              <p:nvPr/>
            </p:nvSpPr>
            <p:spPr>
              <a:xfrm>
                <a:off x="3010793" y="5661436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vi-VN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VN" sz="24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F63EB91-DF7A-C32C-62EC-A0462CBD68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0793" y="5661436"/>
                <a:ext cx="1789383" cy="53049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89F6881-1DDE-2A87-DC2E-E7496A30BEA7}"/>
                  </a:ext>
                </a:extLst>
              </p:cNvPr>
              <p:cNvSpPr/>
              <p:nvPr/>
            </p:nvSpPr>
            <p:spPr>
              <a:xfrm>
                <a:off x="3012501" y="5006869"/>
                <a:ext cx="284401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𝑜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𝑣𝑒𝑟𝑟𝑖𝑑𝑒</m:t>
                      </m:r>
                      <m:r>
                        <a:rPr lang="vi-VN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vi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vi-VN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 (…)</m:t>
                      </m:r>
                    </m:oMath>
                  </m:oMathPara>
                </a14:m>
                <a:endParaRPr i="1"/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89F6881-1DDE-2A87-DC2E-E7496A30BE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501" y="5006869"/>
                <a:ext cx="2844013" cy="530496"/>
              </a:xfrm>
              <a:prstGeom prst="rect">
                <a:avLst/>
              </a:prstGeom>
              <a:blipFill>
                <a:blip r:embed="rId6"/>
                <a:stretch>
                  <a:fillRect r="-2203" b="-909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B6EFAAA-9C9C-9932-6C9E-262E349D060A}"/>
                  </a:ext>
                </a:extLst>
              </p:cNvPr>
              <p:cNvSpPr/>
              <p:nvPr/>
            </p:nvSpPr>
            <p:spPr>
              <a:xfrm>
                <a:off x="3012501" y="4476373"/>
                <a:ext cx="284401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VN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B6EFAAA-9C9C-9932-6C9E-262E349D06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501" y="4476373"/>
                <a:ext cx="2844013" cy="5304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B0965C9-81BE-3E15-22E8-3A5AE27AE995}"/>
              </a:ext>
            </a:extLst>
          </p:cNvPr>
          <p:cNvCxnSpPr>
            <a:cxnSpLocks/>
            <a:stCxn id="11" idx="3"/>
            <a:endCxn id="16" idx="1"/>
          </p:cNvCxnSpPr>
          <p:nvPr/>
        </p:nvCxnSpPr>
        <p:spPr>
          <a:xfrm>
            <a:off x="2709569" y="5259663"/>
            <a:ext cx="301224" cy="667021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FBD5BAB-1613-50A5-4741-9617EA29B089}"/>
              </a:ext>
            </a:extLst>
          </p:cNvPr>
          <p:cNvCxnSpPr>
            <a:cxnSpLocks/>
            <a:stCxn id="11" idx="3"/>
            <a:endCxn id="24" idx="1"/>
          </p:cNvCxnSpPr>
          <p:nvPr/>
        </p:nvCxnSpPr>
        <p:spPr>
          <a:xfrm flipV="1">
            <a:off x="2709569" y="4741621"/>
            <a:ext cx="302932" cy="51804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diagram of a function&#10;&#10;AI-generated content may be incorrect.">
            <a:extLst>
              <a:ext uri="{FF2B5EF4-FFF2-40B4-BE49-F238E27FC236}">
                <a16:creationId xmlns:a16="http://schemas.microsoft.com/office/drawing/2014/main" id="{2F3D9705-9694-3254-E9ED-19CE13C90F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5408" y="2086406"/>
            <a:ext cx="6082580" cy="373944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B6899E8-F0FE-0767-F09A-C677855B662C}"/>
              </a:ext>
            </a:extLst>
          </p:cNvPr>
          <p:cNvSpPr txBox="1"/>
          <p:nvPr/>
        </p:nvSpPr>
        <p:spPr>
          <a:xfrm>
            <a:off x="5962750" y="5910201"/>
            <a:ext cx="169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Compiled objs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CD8A38D-0CBF-BA24-A9C3-EB58AC031AD6}"/>
              </a:ext>
            </a:extLst>
          </p:cNvPr>
          <p:cNvSpPr/>
          <p:nvPr/>
        </p:nvSpPr>
        <p:spPr>
          <a:xfrm>
            <a:off x="5962750" y="2046972"/>
            <a:ext cx="1832197" cy="3791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533B83F-F81C-64E9-9FFF-CA2DAFEF4E60}"/>
              </a:ext>
            </a:extLst>
          </p:cNvPr>
          <p:cNvSpPr txBox="1"/>
          <p:nvPr/>
        </p:nvSpPr>
        <p:spPr>
          <a:xfrm>
            <a:off x="8004476" y="5897746"/>
            <a:ext cx="1914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Vtables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4BC7EDC-C84F-85A2-C535-954B8A2640D2}"/>
              </a:ext>
            </a:extLst>
          </p:cNvPr>
          <p:cNvSpPr/>
          <p:nvPr/>
        </p:nvSpPr>
        <p:spPr>
          <a:xfrm>
            <a:off x="8004476" y="2034517"/>
            <a:ext cx="2064810" cy="3791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DDBC0B-3522-A05B-ECE1-1B2D40611CE6}"/>
              </a:ext>
            </a:extLst>
          </p:cNvPr>
          <p:cNvSpPr txBox="1"/>
          <p:nvPr/>
        </p:nvSpPr>
        <p:spPr>
          <a:xfrm>
            <a:off x="10261898" y="5874170"/>
            <a:ext cx="169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Functions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3003D42-6881-6C75-118A-7F3C2C7D270F}"/>
              </a:ext>
            </a:extLst>
          </p:cNvPr>
          <p:cNvSpPr/>
          <p:nvPr/>
        </p:nvSpPr>
        <p:spPr>
          <a:xfrm>
            <a:off x="10261898" y="2010941"/>
            <a:ext cx="1832197" cy="3791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28D8C10-4FB6-31CF-25AD-0DD9E0741CB6}"/>
                  </a:ext>
                </a:extLst>
              </p14:cNvPr>
              <p14:cNvContentPartPr/>
              <p14:nvPr/>
            </p14:nvContentPartPr>
            <p14:xfrm>
              <a:off x="3627720" y="1895040"/>
              <a:ext cx="6326280" cy="34869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28D8C10-4FB6-31CF-25AD-0DD9E0741CB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618360" y="1885680"/>
                <a:ext cx="6345000" cy="3505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98932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E19D0-C0B0-BFFF-56F4-1187550C3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41242-3443-5539-594D-1C6FE4878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050" y="480872"/>
            <a:ext cx="10515600" cy="1325563"/>
          </a:xfrm>
        </p:spPr>
        <p:txBody>
          <a:bodyPr/>
          <a:lstStyle/>
          <a:p>
            <a:r>
              <a:rPr lang="en-US"/>
              <a:t>Polymorphism (9/9)</a:t>
            </a:r>
            <a:br>
              <a:rPr lang="en-US"/>
            </a:b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0419E8-91B6-4B07-DD54-1952E1AEB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10</a:t>
            </a:fld>
            <a:endParaRPr lang="en-VN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D495FE1-3B2D-6913-BFA0-518D42A88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5050" y="1673724"/>
            <a:ext cx="10515600" cy="117364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Some notes:</a:t>
            </a:r>
          </a:p>
          <a:p>
            <a:pPr marL="0" indent="0">
              <a:buNone/>
            </a:pPr>
            <a:r>
              <a:rPr lang="en-US"/>
              <a:t>A pointer of the base class can point to the derived class: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4B32F1-7A17-19BD-6156-19D53952DE5A}"/>
                  </a:ext>
                </a:extLst>
              </p:cNvPr>
              <p:cNvSpPr txBox="1"/>
              <p:nvPr/>
            </p:nvSpPr>
            <p:spPr>
              <a:xfrm>
                <a:off x="815050" y="2737677"/>
                <a:ext cx="6280230" cy="523220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𝐴𝑛𝑖𝑚𝑎</m:t>
                      </m:r>
                      <m:sSup>
                        <m:sSupPr>
                          <m:ctrlPr>
                            <a:rPr lang="vi-VN" sz="28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p>
                          <m:r>
                            <a:rPr lang="vi-VN" sz="28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𝑎𝑛𝑖𝑚𝑎𝑙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𝑀𝑜𝑛𝑘𝑒𝑦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sz="2800" b="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4B32F1-7A17-19BD-6156-19D53952D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050" y="2737677"/>
                <a:ext cx="6280230" cy="523220"/>
              </a:xfrm>
              <a:prstGeom prst="rect">
                <a:avLst/>
              </a:prstGeom>
              <a:blipFill>
                <a:blip r:embed="rId2"/>
                <a:stretch>
                  <a:fillRect l="-606" b="-21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3033272-9304-15C4-E420-2434B50F77F2}"/>
              </a:ext>
            </a:extLst>
          </p:cNvPr>
          <p:cNvSpPr txBox="1">
            <a:spLocks/>
          </p:cNvSpPr>
          <p:nvPr/>
        </p:nvSpPr>
        <p:spPr>
          <a:xfrm>
            <a:off x="815050" y="3453400"/>
            <a:ext cx="10515600" cy="11736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Then</a:t>
            </a:r>
            <a:endParaRPr lang="en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55E0CE-C4B2-60FF-BA58-EE581A1CDE1D}"/>
                  </a:ext>
                </a:extLst>
              </p:cNvPr>
              <p:cNvSpPr txBox="1"/>
              <p:nvPr/>
            </p:nvSpPr>
            <p:spPr>
              <a:xfrm>
                <a:off x="815050" y="4040224"/>
                <a:ext cx="6280230" cy="1440459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𝑛𝑖𝑚𝑎𝑙𝑠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𝑆𝑡𝑎𝑐𝑘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𝐴𝑛𝑖𝑚𝑎</m:t>
                      </m:r>
                      <m:sSup>
                        <m:sSupPr>
                          <m:ctrlPr>
                            <a:rPr lang="vi-VN" sz="28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p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vi-VN" sz="2800" b="0" i="1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𝑛𝑖𝑚𝑎𝑙𝑠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𝑝𝑢𝑠h</m:t>
                    </m:r>
                    <m:d>
                      <m:dPr>
                        <m:ctrlPr>
                          <a:rPr lang="en-VN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VN" sz="2800" i="1">
                            <a:latin typeface="Cambria Math" panose="02040503050406030204" pitchFamily="18" charset="0"/>
                          </a:rPr>
                          <m:t>𝑛𝑒𝑤</m:t>
                        </m:r>
                        <m:r>
                          <a:rPr lang="en-VN" sz="28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VN" sz="2800" i="1">
                            <a:latin typeface="Cambria Math" panose="02040503050406030204" pitchFamily="18" charset="0"/>
                          </a:rPr>
                          <m:t>𝑀𝑜𝑛𝑘𝑒𝑦</m:t>
                        </m:r>
                        <m:d>
                          <m:dPr>
                            <m:ctrlPr>
                              <a:rPr lang="en-VN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vi-VN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</m:oMath>
                </a14:m>
                <a:r>
                  <a:rPr lang="vi-VN" sz="2800" i="1">
                    <a:latin typeface="Cambria Math" panose="02040503050406030204" pitchFamily="18" charset="0"/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𝑎𝑛𝑖𝑚𝑒𝑙𝑠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𝑝𝑢𝑠h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𝐻𝑢𝑚𝑎𝑛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 ))</m:t>
                      </m:r>
                    </m:oMath>
                  </m:oMathPara>
                </a14:m>
                <a:endParaRPr lang="vi-VN" sz="2800" i="1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55E0CE-C4B2-60FF-BA58-EE581A1CDE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050" y="4040224"/>
                <a:ext cx="6280230" cy="1440459"/>
              </a:xfrm>
              <a:prstGeom prst="rect">
                <a:avLst/>
              </a:prstGeom>
              <a:blipFill>
                <a:blip r:embed="rId3"/>
                <a:stretch>
                  <a:fillRect l="-808" b="-789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B136DF5-1A70-949F-5A13-E4FFB10D8F61}"/>
                  </a:ext>
                </a:extLst>
              </p14:cNvPr>
              <p14:cNvContentPartPr/>
              <p14:nvPr/>
            </p14:nvContentPartPr>
            <p14:xfrm>
              <a:off x="790560" y="2714400"/>
              <a:ext cx="2810160" cy="69660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B136DF5-1A70-949F-5A13-E4FFB10D8F6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1200" y="2705040"/>
                <a:ext cx="2828880" cy="715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64291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38B44-2271-536E-A0D4-2A17AB75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Virtual function (1/2)</a:t>
            </a:r>
            <a:br>
              <a:rPr lang="en-VN"/>
            </a:br>
            <a:r>
              <a:rPr lang="en-VN" sz="2800"/>
              <a:t>Pure virtual function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C093A8-F4CE-B46E-5F28-824D1EAD0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11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CA7C0D2-8F05-9019-BF25-0E38B7DD72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4299" y="1763030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𝑣𝑖𝑟𝑡𝑢𝑎𝑙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  <m:r>
                        <a:rPr lang="vi-VN" altLang="zh-TW" sz="24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CA7C0D2-8F05-9019-BF25-0E38B7DD72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4299" y="1763030"/>
                <a:ext cx="3380232" cy="874256"/>
              </a:xfrm>
              <a:prstGeom prst="rect">
                <a:avLst/>
              </a:prstGeom>
              <a:blipFill>
                <a:blip r:embed="rId2"/>
                <a:stretch>
                  <a:fillRect l="-749" b="-571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AED606ED-FA43-3D57-DE20-EDF6954043FB}"/>
              </a:ext>
            </a:extLst>
          </p:cNvPr>
          <p:cNvSpPr/>
          <p:nvPr/>
        </p:nvSpPr>
        <p:spPr>
          <a:xfrm>
            <a:off x="1309859" y="2165480"/>
            <a:ext cx="1097675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28D2B1-0E10-990D-7E90-12EF5A885E9E}"/>
              </a:ext>
            </a:extLst>
          </p:cNvPr>
          <p:cNvSpPr/>
          <p:nvPr/>
        </p:nvSpPr>
        <p:spPr>
          <a:xfrm>
            <a:off x="3545704" y="2165480"/>
            <a:ext cx="667482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DE0597-8DBD-6E84-25C0-B783F7D609EC}"/>
              </a:ext>
            </a:extLst>
          </p:cNvPr>
          <p:cNvSpPr txBox="1"/>
          <p:nvPr/>
        </p:nvSpPr>
        <p:spPr>
          <a:xfrm>
            <a:off x="838200" y="2709628"/>
            <a:ext cx="908130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800"/>
              <a:t>In some case, a method does not have anything</a:t>
            </a:r>
          </a:p>
          <a:p>
            <a:r>
              <a:rPr lang="en-VN" sz="2800"/>
              <a:t>We can assign it to 0 (C++) or use </a:t>
            </a:r>
            <a:r>
              <a:rPr lang="en-VN" sz="2800" b="1"/>
              <a:t>abstract</a:t>
            </a:r>
            <a:r>
              <a:rPr lang="en-VN" sz="2800"/>
              <a:t> keyword (Java)</a:t>
            </a:r>
          </a:p>
          <a:p>
            <a:pPr marL="457200" indent="-457200">
              <a:buFontTx/>
              <a:buChar char="-"/>
            </a:pPr>
            <a:r>
              <a:rPr lang="en-US" sz="2800"/>
              <a:t>Extended class must implement pure virtual method</a:t>
            </a:r>
          </a:p>
          <a:p>
            <a:pPr marL="457200" indent="-457200">
              <a:buFontTx/>
              <a:buChar char="-"/>
            </a:pPr>
            <a:r>
              <a:rPr lang="en-US" sz="2800"/>
              <a:t>Class with virtual method: abstract class</a:t>
            </a:r>
          </a:p>
          <a:p>
            <a:pPr marL="457200" indent="-457200">
              <a:buFontTx/>
              <a:buChar char="-"/>
            </a:pPr>
            <a:r>
              <a:rPr lang="en-US" sz="2800"/>
              <a:t>Class with all pure virtual method: interface</a:t>
            </a:r>
            <a:endParaRPr lang="en-VN" sz="2800"/>
          </a:p>
          <a:p>
            <a:endParaRPr lang="en-VN" sz="2800"/>
          </a:p>
          <a:p>
            <a:endParaRPr lang="en-VN" sz="2800"/>
          </a:p>
          <a:p>
            <a:endParaRPr lang="en-VN" sz="2800"/>
          </a:p>
          <a:p>
            <a:endParaRPr lang="en-VN" sz="2800"/>
          </a:p>
        </p:txBody>
      </p:sp>
    </p:spTree>
    <p:extLst>
      <p:ext uri="{BB962C8B-B14F-4D97-AF65-F5344CB8AC3E}">
        <p14:creationId xmlns:p14="http://schemas.microsoft.com/office/powerpoint/2010/main" val="2136446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BE6C8-5731-6FDD-D43E-1BBB2A357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954C2-A2FF-216A-9C4E-4C0C1EC25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Virtual function (2/2)</a:t>
            </a:r>
            <a:br>
              <a:rPr lang="en-VN"/>
            </a:br>
            <a:r>
              <a:rPr lang="en-VN" sz="2800"/>
              <a:t>Virtual destructor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E3D57-3A0C-6DD9-DD34-149E24180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12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C3BC2BF-2DF0-0555-8713-931DBA625B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82825" y="1365465"/>
                <a:ext cx="4659775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Base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altLang="zh-TW" sz="2400" b="0" i="1">
                          <a:latin typeface="Cambria Math" panose="02040503050406030204" pitchFamily="18" charset="0"/>
                        </a:rPr>
                        <m:t>𝐵𝑎𝑠𝑒</m:t>
                      </m:r>
                      <m:d>
                        <m:dPr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C3BC2BF-2DF0-0555-8713-931DBA625B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82825" y="1365465"/>
                <a:ext cx="4659775" cy="874256"/>
              </a:xfrm>
              <a:prstGeom prst="rect">
                <a:avLst/>
              </a:prstGeom>
              <a:blipFill>
                <a:blip r:embed="rId2"/>
                <a:stretch>
                  <a:fillRect l="-272" b="-428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8CC1FCD7-26D1-04D9-6A1E-D401429269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2370" y="1763029"/>
                <a:ext cx="4659776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400" i="1">
                          <a:latin typeface="Cambria Math" panose="02040503050406030204" pitchFamily="18" charset="0"/>
                        </a:rPr>
                        <m:t>𝐵𝑎𝑠</m:t>
                      </m:r>
                      <m:sSup>
                        <m:sSupPr>
                          <m:ctrlPr>
                            <a:rPr lang="vi-VN" sz="24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VN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1 =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1(</m:t>
                      </m:r>
                      <m:r>
                        <a:rPr lang="vi-VN" sz="24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);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2400" i="1">
                          <a:latin typeface="Cambria Math" panose="02040503050406030204" pitchFamily="18" charset="0"/>
                        </a:rPr>
                        <m:t>𝑑𝑒𝑙𝑒𝑡𝑒</m:t>
                      </m:r>
                      <m:r>
                        <a:rPr lang="vi-VN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vi-VN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vi-VN" sz="2400" b="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endParaRPr lang="vi-VN" sz="2400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8CC1FCD7-26D1-04D9-6A1E-D401429269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42370" y="1763029"/>
                <a:ext cx="4659776" cy="874256"/>
              </a:xfrm>
              <a:prstGeom prst="rect">
                <a:avLst/>
              </a:prstGeom>
              <a:blipFill>
                <a:blip r:embed="rId3"/>
                <a:stretch>
                  <a:fillRect l="-543" b="-1000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341C225-875D-0D40-09F5-E4A0085F4FC2}"/>
                  </a:ext>
                </a:extLst>
              </p:cNvPr>
              <p:cNvSpPr txBox="1"/>
              <p:nvPr/>
            </p:nvSpPr>
            <p:spPr>
              <a:xfrm>
                <a:off x="6382825" y="2295389"/>
                <a:ext cx="4659775" cy="830997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𝐷𝑒𝑟𝑖𝑣𝑒𝑑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1 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𝐵𝑎𝑠𝑒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~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𝐷𝑒𝑟𝑖𝑣𝑒𝑑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1()</m:t>
                      </m:r>
                    </m:oMath>
                  </m:oMathPara>
                </a14:m>
                <a:endParaRPr lang="vi-VN" altLang="zh-TW" sz="2400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341C225-875D-0D40-09F5-E4A0085F4F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2825" y="2295389"/>
                <a:ext cx="4659775" cy="830997"/>
              </a:xfrm>
              <a:prstGeom prst="rect">
                <a:avLst/>
              </a:prstGeom>
              <a:blipFill>
                <a:blip r:embed="rId4"/>
                <a:stretch>
                  <a:fillRect l="-272" b="-895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647353A-5D17-504E-190B-BD7D1993586B}"/>
                  </a:ext>
                </a:extLst>
              </p:cNvPr>
              <p:cNvSpPr txBox="1"/>
              <p:nvPr/>
            </p:nvSpPr>
            <p:spPr>
              <a:xfrm>
                <a:off x="2682418" y="2680113"/>
                <a:ext cx="29197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VN">
                    <a:solidFill>
                      <a:srgbClr val="FF0000"/>
                    </a:solidFill>
                  </a:rPr>
                  <a:t>Only </a:t>
                </a:r>
                <a14:m>
                  <m:oMath xmlns:m="http://schemas.openxmlformats.org/officeDocument/2006/math"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~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𝐵𝑎𝑠𝑒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() </m:t>
                    </m:r>
                  </m:oMath>
                </a14:m>
                <a:r>
                  <a:rPr lang="en-VN">
                    <a:solidFill>
                      <a:srgbClr val="FF0000"/>
                    </a:solidFill>
                  </a:rPr>
                  <a:t>is called!!!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647353A-5D17-504E-190B-BD7D19935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418" y="2680113"/>
                <a:ext cx="2919728" cy="369332"/>
              </a:xfrm>
              <a:prstGeom prst="rect">
                <a:avLst/>
              </a:prstGeom>
              <a:blipFill>
                <a:blip r:embed="rId5"/>
                <a:stretch>
                  <a:fillRect l="-1732" t="-10000" b="-233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A2F73522-8B1A-09AF-14A0-58F69A7C5A51}"/>
              </a:ext>
            </a:extLst>
          </p:cNvPr>
          <p:cNvSpPr/>
          <p:nvPr/>
        </p:nvSpPr>
        <p:spPr>
          <a:xfrm>
            <a:off x="6754411" y="1763029"/>
            <a:ext cx="1371017" cy="38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E609A0-7AE7-317F-68A8-09DF24C0C738}"/>
              </a:ext>
            </a:extLst>
          </p:cNvPr>
          <p:cNvSpPr/>
          <p:nvPr/>
        </p:nvSpPr>
        <p:spPr>
          <a:xfrm>
            <a:off x="6754411" y="2726063"/>
            <a:ext cx="1856189" cy="38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25BA77-5425-4E3C-719C-B4A7ADB8987B}"/>
              </a:ext>
            </a:extLst>
          </p:cNvPr>
          <p:cNvSpPr/>
          <p:nvPr/>
        </p:nvSpPr>
        <p:spPr>
          <a:xfrm>
            <a:off x="826229" y="2211306"/>
            <a:ext cx="1856189" cy="38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44491587-950C-BD13-0B74-55C2987B46AC}"/>
              </a:ext>
            </a:extLst>
          </p:cNvPr>
          <p:cNvCxnSpPr>
            <a:cxnSpLocks/>
          </p:cNvCxnSpPr>
          <p:nvPr/>
        </p:nvCxnSpPr>
        <p:spPr>
          <a:xfrm flipV="1">
            <a:off x="2682418" y="1957960"/>
            <a:ext cx="4071993" cy="448277"/>
          </a:xfrm>
          <a:prstGeom prst="bentConnector3">
            <a:avLst>
              <a:gd name="adj1" fmla="val 78425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94A3FC4-337F-CB3F-B885-5B81B9798C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82825" y="3335689"/>
                <a:ext cx="4659775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Base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𝒗𝒊𝒓𝒕𝒖𝒂𝒍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altLang="zh-TW" sz="2400" b="0" i="1">
                          <a:latin typeface="Cambria Math" panose="02040503050406030204" pitchFamily="18" charset="0"/>
                        </a:rPr>
                        <m:t>𝐵𝑎𝑠𝑒</m:t>
                      </m:r>
                      <m:d>
                        <m:dPr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94A3FC4-337F-CB3F-B885-5B81B9798C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82825" y="3335689"/>
                <a:ext cx="4659775" cy="874256"/>
              </a:xfrm>
              <a:prstGeom prst="rect">
                <a:avLst/>
              </a:prstGeom>
              <a:blipFill>
                <a:blip r:embed="rId6"/>
                <a:stretch>
                  <a:fillRect l="-272" b="-571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CA1356A-9765-D8FA-5B26-835BA3AF47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2370" y="3733253"/>
                <a:ext cx="4659776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400" i="1">
                          <a:latin typeface="Cambria Math" panose="02040503050406030204" pitchFamily="18" charset="0"/>
                        </a:rPr>
                        <m:t>𝐵𝑎𝑠</m:t>
                      </m:r>
                      <m:sSup>
                        <m:sSupPr>
                          <m:ctrlPr>
                            <a:rPr lang="vi-VN" sz="24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VN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1 =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1(</m:t>
                      </m:r>
                      <m:r>
                        <a:rPr lang="vi-VN" sz="24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);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2400" i="1">
                          <a:latin typeface="Cambria Math" panose="02040503050406030204" pitchFamily="18" charset="0"/>
                        </a:rPr>
                        <m:t>𝑑𝑒𝑙𝑒𝑡𝑒</m:t>
                      </m:r>
                      <m:r>
                        <a:rPr lang="vi-VN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vi-VN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vi-VN" sz="2400" b="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endParaRPr lang="vi-VN" sz="2400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CA1356A-9765-D8FA-5B26-835BA3AF47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42370" y="3733253"/>
                <a:ext cx="4659776" cy="874256"/>
              </a:xfrm>
              <a:prstGeom prst="rect">
                <a:avLst/>
              </a:prstGeom>
              <a:blipFill>
                <a:blip r:embed="rId7"/>
                <a:stretch>
                  <a:fillRect l="-543" b="-1000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FF87873-42E6-DFD7-3E2F-A8826416F767}"/>
                  </a:ext>
                </a:extLst>
              </p:cNvPr>
              <p:cNvSpPr txBox="1"/>
              <p:nvPr/>
            </p:nvSpPr>
            <p:spPr>
              <a:xfrm>
                <a:off x="6382825" y="4265613"/>
                <a:ext cx="4659775" cy="830997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𝐷𝑒𝑟𝑖𝑣𝑒𝑑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1 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𝐵𝑎𝑠𝑒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~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𝐷𝑒𝑟𝑖𝑣𝑒𝑑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1()</m:t>
                      </m:r>
                    </m:oMath>
                  </m:oMathPara>
                </a14:m>
                <a:endParaRPr lang="vi-VN" altLang="zh-TW" sz="2400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FF87873-42E6-DFD7-3E2F-A8826416F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2825" y="4265613"/>
                <a:ext cx="4659775" cy="830997"/>
              </a:xfrm>
              <a:prstGeom prst="rect">
                <a:avLst/>
              </a:prstGeom>
              <a:blipFill>
                <a:blip r:embed="rId8"/>
                <a:stretch>
                  <a:fillRect l="-272" b="-909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53881C3-0FC1-9F80-4DD5-457A72826BCE}"/>
                  </a:ext>
                </a:extLst>
              </p:cNvPr>
              <p:cNvSpPr txBox="1"/>
              <p:nvPr/>
            </p:nvSpPr>
            <p:spPr>
              <a:xfrm>
                <a:off x="2682418" y="4650337"/>
                <a:ext cx="291972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~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𝐷𝑒𝑟𝑖𝑣𝑒𝑑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1()</m:t>
                    </m:r>
                  </m:oMath>
                </a14:m>
                <a:r>
                  <a:rPr lang="en-VN">
                    <a:solidFill>
                      <a:srgbClr val="FF0000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~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𝐵𝑎𝑠𝑒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en-VN">
                    <a:solidFill>
                      <a:srgbClr val="FF0000"/>
                    </a:solidFill>
                  </a:rPr>
                  <a:t> are called!!!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53881C3-0FC1-9F80-4DD5-457A72826B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418" y="4650337"/>
                <a:ext cx="2919728" cy="646331"/>
              </a:xfrm>
              <a:prstGeom prst="rect">
                <a:avLst/>
              </a:prstGeom>
              <a:blipFill>
                <a:blip r:embed="rId9"/>
                <a:stretch>
                  <a:fillRect l="-1732" t="-5769" b="-1153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9EFC67F0-BB08-4DFA-C1B6-5C204C0E5E82}"/>
              </a:ext>
            </a:extLst>
          </p:cNvPr>
          <p:cNvSpPr/>
          <p:nvPr/>
        </p:nvSpPr>
        <p:spPr>
          <a:xfrm>
            <a:off x="6754410" y="3733253"/>
            <a:ext cx="2516911" cy="38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A3450D1-DCA3-1295-D928-DA802180FF2B}"/>
              </a:ext>
            </a:extLst>
          </p:cNvPr>
          <p:cNvSpPr/>
          <p:nvPr/>
        </p:nvSpPr>
        <p:spPr>
          <a:xfrm>
            <a:off x="6754411" y="4696287"/>
            <a:ext cx="1856189" cy="38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9B7EBAD-1EF3-3E29-655E-77FE43BE12CB}"/>
              </a:ext>
            </a:extLst>
          </p:cNvPr>
          <p:cNvSpPr/>
          <p:nvPr/>
        </p:nvSpPr>
        <p:spPr>
          <a:xfrm>
            <a:off x="826229" y="4181530"/>
            <a:ext cx="1856189" cy="38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1EE401E-15E8-D5D2-CF8F-CC5E32E0D432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2682418" y="4376461"/>
            <a:ext cx="4071993" cy="514757"/>
          </a:xfrm>
          <a:prstGeom prst="bentConnector3">
            <a:avLst>
              <a:gd name="adj1" fmla="val 78709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510F7345-8C29-A09D-DCED-C036EE2D961A}"/>
              </a:ext>
            </a:extLst>
          </p:cNvPr>
          <p:cNvCxnSpPr>
            <a:cxnSpLocks/>
            <a:stCxn id="24" idx="3"/>
            <a:endCxn id="23" idx="3"/>
          </p:cNvCxnSpPr>
          <p:nvPr/>
        </p:nvCxnSpPr>
        <p:spPr>
          <a:xfrm flipV="1">
            <a:off x="8610600" y="3928184"/>
            <a:ext cx="660721" cy="963034"/>
          </a:xfrm>
          <a:prstGeom prst="bentConnector3">
            <a:avLst>
              <a:gd name="adj1" fmla="val 306278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CF292C0-0975-07E7-2DF8-99B787878DED}"/>
              </a:ext>
            </a:extLst>
          </p:cNvPr>
          <p:cNvSpPr txBox="1"/>
          <p:nvPr/>
        </p:nvSpPr>
        <p:spPr>
          <a:xfrm>
            <a:off x="826229" y="5560469"/>
            <a:ext cx="908130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800"/>
              <a:t>Destructor chain is only available for destructor method</a:t>
            </a:r>
          </a:p>
          <a:p>
            <a:r>
              <a:rPr lang="en-VN" sz="2800"/>
              <a:t>Why there is no virtual constructor?</a:t>
            </a:r>
          </a:p>
        </p:txBody>
      </p:sp>
    </p:spTree>
    <p:extLst>
      <p:ext uri="{BB962C8B-B14F-4D97-AF65-F5344CB8AC3E}">
        <p14:creationId xmlns:p14="http://schemas.microsoft.com/office/powerpoint/2010/main" val="2968459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12048</TotalTime>
  <Words>1008</Words>
  <Application>Microsoft Macintosh PowerPoint</Application>
  <PresentationFormat>Widescreen</PresentationFormat>
  <Paragraphs>204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新細明體</vt:lpstr>
      <vt:lpstr>Aptos</vt:lpstr>
      <vt:lpstr>Aptos Display</vt:lpstr>
      <vt:lpstr>Arial</vt:lpstr>
      <vt:lpstr>Cambria Math</vt:lpstr>
      <vt:lpstr>Times New Roman</vt:lpstr>
      <vt:lpstr>Office Theme</vt:lpstr>
      <vt:lpstr>Polymorphism</vt:lpstr>
      <vt:lpstr>Polymorphism (1/9)</vt:lpstr>
      <vt:lpstr>Polymorphism (2/9) Solution: creating multiple list</vt:lpstr>
      <vt:lpstr>Polymorphism (3/9) Solution: using type variable</vt:lpstr>
      <vt:lpstr>Polymorphism (4/9) Solution: using list of pointer</vt:lpstr>
      <vt:lpstr>Polymorphism (5/9) Solution: using list of pointer</vt:lpstr>
      <vt:lpstr>Polymorphism (6/9) Solution: using list of pointer</vt:lpstr>
      <vt:lpstr>Polymorphism (7/9) Solution: using list of pointer</vt:lpstr>
      <vt:lpstr>Polymorphism (8/9) Solution: using list of pointer / How do virtual functions work?</vt:lpstr>
      <vt:lpstr>Polymorphism (9/9) </vt:lpstr>
      <vt:lpstr>Virtual function (1/2) Pure virtual function</vt:lpstr>
      <vt:lpstr>Virtual function (2/2) Virtual destructor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 Thi Le  Thuy - Y19</dc:creator>
  <cp:lastModifiedBy>Nguyen Thi Le  Thuy - Y19</cp:lastModifiedBy>
  <cp:revision>40</cp:revision>
  <dcterms:created xsi:type="dcterms:W3CDTF">2025-10-12T07:14:27Z</dcterms:created>
  <dcterms:modified xsi:type="dcterms:W3CDTF">2025-10-28T00:32:40Z</dcterms:modified>
</cp:coreProperties>
</file>