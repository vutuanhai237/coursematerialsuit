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56" r:id="rId2"/>
    <p:sldId id="463" r:id="rId3"/>
    <p:sldId id="436" r:id="rId4"/>
    <p:sldId id="438" r:id="rId5"/>
    <p:sldId id="439" r:id="rId6"/>
    <p:sldId id="440" r:id="rId7"/>
    <p:sldId id="441" r:id="rId8"/>
    <p:sldId id="442" r:id="rId9"/>
    <p:sldId id="456" r:id="rId10"/>
    <p:sldId id="457" r:id="rId11"/>
    <p:sldId id="458" r:id="rId12"/>
    <p:sldId id="459" r:id="rId13"/>
    <p:sldId id="460" r:id="rId14"/>
    <p:sldId id="461" r:id="rId15"/>
    <p:sldId id="462" r:id="rId16"/>
    <p:sldId id="444" r:id="rId17"/>
    <p:sldId id="454" r:id="rId18"/>
    <p:sldId id="445" r:id="rId19"/>
    <p:sldId id="449" r:id="rId20"/>
    <p:sldId id="450" r:id="rId21"/>
    <p:sldId id="437" r:id="rId22"/>
    <p:sldId id="447" r:id="rId23"/>
    <p:sldId id="446" r:id="rId24"/>
    <p:sldId id="416"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022" autoAdjust="0"/>
    <p:restoredTop sz="96825" autoAdjust="0"/>
  </p:normalViewPr>
  <p:slideViewPr>
    <p:cSldViewPr snapToGrid="0">
      <p:cViewPr varScale="1">
        <p:scale>
          <a:sx n="58" d="100"/>
          <a:sy n="58" d="100"/>
        </p:scale>
        <p:origin x="504" y="6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740588-21A9-4B93-919D-4CC9A3630181}" type="datetimeFigureOut">
              <a:rPr lang="en-US" smtClean="0"/>
              <a:t>9/6/2026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4BD28F-C6C4-427F-B5FF-BEF1ED9FE2B9}" type="slidenum">
              <a:rPr lang="en-US" smtClean="0"/>
              <a:t>‹#›</a:t>
            </a:fld>
            <a:endParaRPr lang="en-US"/>
          </a:p>
        </p:txBody>
      </p:sp>
    </p:spTree>
    <p:extLst>
      <p:ext uri="{BB962C8B-B14F-4D97-AF65-F5344CB8AC3E}">
        <p14:creationId xmlns:p14="http://schemas.microsoft.com/office/powerpoint/2010/main" val="35634549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êu đề">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454F319A-62FB-D9AB-91DD-E1478E7A521A}"/>
              </a:ext>
            </a:extLst>
          </p:cNvPr>
          <p:cNvSpPr>
            <a:spLocks noGrp="1"/>
          </p:cNvSpPr>
          <p:nvPr>
            <p:ph type="ftr" sz="quarter" idx="11"/>
          </p:nvPr>
        </p:nvSpPr>
        <p:spPr>
          <a:xfrm>
            <a:off x="2353680" y="6480629"/>
            <a:ext cx="4288103" cy="236770"/>
          </a:xfrm>
        </p:spPr>
        <p:txBody>
          <a:bodyPr/>
          <a:lstStyle>
            <a:lvl1pPr algn="l">
              <a:defRPr sz="1100">
                <a:latin typeface="Arial" panose="020B0604020202020204" pitchFamily="34" charset="0"/>
                <a:cs typeface="Arial" panose="020B0604020202020204" pitchFamily="34" charset="0"/>
              </a:defRPr>
            </a:lvl1pPr>
          </a:lstStyle>
          <a:p>
            <a:r>
              <a:rPr lang="vi-VN"/>
              <a:t>Thực hiện bởi Trường Đại học Công nghệ Thông tin, ĐHQG-HCM</a:t>
            </a:r>
            <a:endParaRPr lang="en-VN" dirty="0"/>
          </a:p>
        </p:txBody>
      </p:sp>
      <p:sp>
        <p:nvSpPr>
          <p:cNvPr id="7" name="Freeform 6">
            <a:extLst>
              <a:ext uri="{FF2B5EF4-FFF2-40B4-BE49-F238E27FC236}">
                <a16:creationId xmlns:a16="http://schemas.microsoft.com/office/drawing/2014/main" id="{88E55FBA-E532-BB1F-9AD4-40205F001925}"/>
              </a:ext>
            </a:extLst>
          </p:cNvPr>
          <p:cNvSpPr/>
          <p:nvPr userDrawn="1"/>
        </p:nvSpPr>
        <p:spPr>
          <a:xfrm rot="10800000">
            <a:off x="-1" y="0"/>
            <a:ext cx="12192000" cy="6858000"/>
          </a:xfrm>
          <a:custGeom>
            <a:avLst/>
            <a:gdLst>
              <a:gd name="connsiteX0" fmla="*/ 12192000 w 12192000"/>
              <a:gd name="connsiteY0" fmla="*/ 304800 h 6858000"/>
              <a:gd name="connsiteX1" fmla="*/ 9909279 w 12192000"/>
              <a:gd name="connsiteY1" fmla="*/ 304800 h 6858000"/>
              <a:gd name="connsiteX2" fmla="*/ 9732789 w 12192000"/>
              <a:gd name="connsiteY2" fmla="*/ 152400 h 6858000"/>
              <a:gd name="connsiteX3" fmla="*/ 5617499 w 12192000"/>
              <a:gd name="connsiteY3" fmla="*/ 152400 h 6858000"/>
              <a:gd name="connsiteX4" fmla="*/ 5441009 w 12192000"/>
              <a:gd name="connsiteY4" fmla="*/ 0 h 6858000"/>
              <a:gd name="connsiteX5" fmla="*/ 12192000 w 12192000"/>
              <a:gd name="connsiteY5" fmla="*/ 0 h 6858000"/>
              <a:gd name="connsiteX6" fmla="*/ 0 w 12192000"/>
              <a:gd name="connsiteY6" fmla="*/ 616911 h 6858000"/>
              <a:gd name="connsiteX7" fmla="*/ 0 w 12192000"/>
              <a:gd name="connsiteY7" fmla="*/ 0 h 6858000"/>
              <a:gd name="connsiteX8" fmla="*/ 715617 w 12192000"/>
              <a:gd name="connsiteY8" fmla="*/ 0 h 6858000"/>
              <a:gd name="connsiteX9" fmla="*/ 12191999 w 12192000"/>
              <a:gd name="connsiteY9" fmla="*/ 6858000 h 6858000"/>
              <a:gd name="connsiteX10" fmla="*/ 11476382 w 12192000"/>
              <a:gd name="connsiteY10" fmla="*/ 6858000 h 6858000"/>
              <a:gd name="connsiteX11" fmla="*/ 12191999 w 12192000"/>
              <a:gd name="connsiteY11" fmla="*/ 6241089 h 6858000"/>
              <a:gd name="connsiteX12" fmla="*/ 6750991 w 12192000"/>
              <a:gd name="connsiteY12" fmla="*/ 6858000 h 6858000"/>
              <a:gd name="connsiteX13" fmla="*/ 0 w 12192000"/>
              <a:gd name="connsiteY13" fmla="*/ 6858000 h 6858000"/>
              <a:gd name="connsiteX14" fmla="*/ 0 w 12192000"/>
              <a:gd name="connsiteY14" fmla="*/ 6553200 h 6858000"/>
              <a:gd name="connsiteX15" fmla="*/ 2282721 w 12192000"/>
              <a:gd name="connsiteY15" fmla="*/ 6553200 h 6858000"/>
              <a:gd name="connsiteX16" fmla="*/ 2459211 w 12192000"/>
              <a:gd name="connsiteY16" fmla="*/ 6705600 h 6858000"/>
              <a:gd name="connsiteX17" fmla="*/ 6574500 w 12192000"/>
              <a:gd name="connsiteY17" fmla="*/ 67056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2000" h="6858000">
                <a:moveTo>
                  <a:pt x="12192000" y="304800"/>
                </a:moveTo>
                <a:lnTo>
                  <a:pt x="9909279" y="304800"/>
                </a:lnTo>
                <a:lnTo>
                  <a:pt x="9732789" y="152400"/>
                </a:lnTo>
                <a:lnTo>
                  <a:pt x="5617499" y="152400"/>
                </a:lnTo>
                <a:lnTo>
                  <a:pt x="5441009" y="0"/>
                </a:lnTo>
                <a:lnTo>
                  <a:pt x="12192000" y="0"/>
                </a:lnTo>
                <a:close/>
                <a:moveTo>
                  <a:pt x="0" y="616911"/>
                </a:moveTo>
                <a:lnTo>
                  <a:pt x="0" y="0"/>
                </a:lnTo>
                <a:lnTo>
                  <a:pt x="715617" y="0"/>
                </a:lnTo>
                <a:close/>
                <a:moveTo>
                  <a:pt x="12191999" y="6858000"/>
                </a:moveTo>
                <a:lnTo>
                  <a:pt x="11476382" y="6858000"/>
                </a:lnTo>
                <a:lnTo>
                  <a:pt x="12191999" y="6241089"/>
                </a:lnTo>
                <a:close/>
                <a:moveTo>
                  <a:pt x="6750991" y="6858000"/>
                </a:moveTo>
                <a:lnTo>
                  <a:pt x="0" y="6858000"/>
                </a:lnTo>
                <a:lnTo>
                  <a:pt x="0" y="6553200"/>
                </a:lnTo>
                <a:lnTo>
                  <a:pt x="2282721" y="6553200"/>
                </a:lnTo>
                <a:lnTo>
                  <a:pt x="2459211" y="6705600"/>
                </a:lnTo>
                <a:lnTo>
                  <a:pt x="6574500" y="6705600"/>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Isosceles Triangle 12">
            <a:extLst>
              <a:ext uri="{FF2B5EF4-FFF2-40B4-BE49-F238E27FC236}">
                <a16:creationId xmlns:a16="http://schemas.microsoft.com/office/drawing/2014/main" id="{BF14C68C-3577-C657-9E87-056612AF8E42}"/>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9B88E437-A7E4-9E4B-E374-2DBE3AB8DADD}"/>
              </a:ext>
            </a:extLst>
          </p:cNvPr>
          <p:cNvGrpSpPr/>
          <p:nvPr userDrawn="1"/>
        </p:nvGrpSpPr>
        <p:grpSpPr>
          <a:xfrm>
            <a:off x="58527" y="40944"/>
            <a:ext cx="2869771" cy="1563379"/>
            <a:chOff x="44879" y="27296"/>
            <a:chExt cx="2869771" cy="1563379"/>
          </a:xfrm>
          <a:solidFill>
            <a:srgbClr val="0072FF"/>
          </a:solidFill>
        </p:grpSpPr>
        <p:cxnSp>
          <p:nvCxnSpPr>
            <p:cNvPr id="10" name="Straight Connector 9">
              <a:extLst>
                <a:ext uri="{FF2B5EF4-FFF2-40B4-BE49-F238E27FC236}">
                  <a16:creationId xmlns:a16="http://schemas.microsoft.com/office/drawing/2014/main" id="{F4A3AA59-2194-A31F-AA96-7C291846580A}"/>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1C352A7-0B18-D7E9-465D-F3B1274BB055}"/>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01A6BB9-0E9C-8F74-60DB-2DA463D47FDB}"/>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3" name="Isosceles Triangle 12">
            <a:extLst>
              <a:ext uri="{FF2B5EF4-FFF2-40B4-BE49-F238E27FC236}">
                <a16:creationId xmlns:a16="http://schemas.microsoft.com/office/drawing/2014/main" id="{1DA43496-358A-E9F0-8CFC-6A952BD4F3E7}"/>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8593DC9D-C96B-54B0-5413-508E29245B5C}"/>
              </a:ext>
            </a:extLst>
          </p:cNvPr>
          <p:cNvGrpSpPr/>
          <p:nvPr userDrawn="1"/>
        </p:nvGrpSpPr>
        <p:grpSpPr>
          <a:xfrm flipH="1" flipV="1">
            <a:off x="9263702" y="5253677"/>
            <a:ext cx="2869771" cy="1563379"/>
            <a:chOff x="44879" y="27296"/>
            <a:chExt cx="2869771" cy="1563379"/>
          </a:xfrm>
          <a:solidFill>
            <a:srgbClr val="0072FF"/>
          </a:solidFill>
        </p:grpSpPr>
        <p:cxnSp>
          <p:nvCxnSpPr>
            <p:cNvPr id="15" name="Straight Connector 14">
              <a:extLst>
                <a:ext uri="{FF2B5EF4-FFF2-40B4-BE49-F238E27FC236}">
                  <a16:creationId xmlns:a16="http://schemas.microsoft.com/office/drawing/2014/main" id="{81C856C5-8D5F-4945-AAA3-959D25DF2A5E}"/>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8FA7FF3-8245-17A0-DB3A-F0257D516679}"/>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31A1CF5-6C4E-34E9-65C0-4B4D78575756}"/>
                </a:ext>
              </a:extLst>
            </p:cNvPr>
            <p:cNvCxnSpPr>
              <a:cxnSpLocks/>
            </p:cNvCxnSpPr>
            <p:nvPr/>
          </p:nvCxnSpPr>
          <p:spPr>
            <a:xfrm flipV="1">
              <a:off x="52214" y="654128"/>
              <a:ext cx="0" cy="93654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18" name="Freeform 17">
            <a:extLst>
              <a:ext uri="{FF2B5EF4-FFF2-40B4-BE49-F238E27FC236}">
                <a16:creationId xmlns:a16="http://schemas.microsoft.com/office/drawing/2014/main" id="{3366D05A-8A62-ADE1-F4B2-73F9CA085276}"/>
              </a:ext>
            </a:extLst>
          </p:cNvPr>
          <p:cNvSpPr/>
          <p:nvPr userDrawn="1"/>
        </p:nvSpPr>
        <p:spPr>
          <a:xfrm flipH="1">
            <a:off x="5441009" y="0"/>
            <a:ext cx="6750991" cy="304800"/>
          </a:xfrm>
          <a:custGeom>
            <a:avLst/>
            <a:gdLst>
              <a:gd name="connsiteX0" fmla="*/ 0 w 6750991"/>
              <a:gd name="connsiteY0" fmla="*/ 0 h 304800"/>
              <a:gd name="connsiteX1" fmla="*/ 6750991 w 6750991"/>
              <a:gd name="connsiteY1" fmla="*/ 0 h 304800"/>
              <a:gd name="connsiteX2" fmla="*/ 6574501 w 6750991"/>
              <a:gd name="connsiteY2" fmla="*/ 152400 h 304800"/>
              <a:gd name="connsiteX3" fmla="*/ 2459211 w 6750991"/>
              <a:gd name="connsiteY3" fmla="*/ 152400 h 304800"/>
              <a:gd name="connsiteX4" fmla="*/ 2282721 w 6750991"/>
              <a:gd name="connsiteY4" fmla="*/ 304800 h 304800"/>
              <a:gd name="connsiteX5" fmla="*/ 0 w 6750991"/>
              <a:gd name="connsiteY5" fmla="*/ 30480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991" h="304800">
                <a:moveTo>
                  <a:pt x="0" y="0"/>
                </a:moveTo>
                <a:lnTo>
                  <a:pt x="6750991" y="0"/>
                </a:lnTo>
                <a:lnTo>
                  <a:pt x="6574501" y="152400"/>
                </a:lnTo>
                <a:lnTo>
                  <a:pt x="2459211" y="152400"/>
                </a:lnTo>
                <a:lnTo>
                  <a:pt x="2282721" y="304800"/>
                </a:lnTo>
                <a:lnTo>
                  <a:pt x="0" y="304800"/>
                </a:lnTo>
                <a:close/>
              </a:path>
            </a:pathLst>
          </a:custGeom>
          <a:gradFill flip="none" rotWithShape="1">
            <a:gsLst>
              <a:gs pos="0">
                <a:srgbClr val="0072FF">
                  <a:alpha val="80000"/>
                </a:srgbClr>
              </a:gs>
              <a:gs pos="100000">
                <a:srgbClr val="00C6FF">
                  <a:alpha val="8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
        <p:nvSpPr>
          <p:cNvPr id="19" name="Freeform 18">
            <a:extLst>
              <a:ext uri="{FF2B5EF4-FFF2-40B4-BE49-F238E27FC236}">
                <a16:creationId xmlns:a16="http://schemas.microsoft.com/office/drawing/2014/main" id="{E7E6E6A9-35CE-D953-F678-DB52C8ED6EC1}"/>
              </a:ext>
            </a:extLst>
          </p:cNvPr>
          <p:cNvSpPr/>
          <p:nvPr userDrawn="1"/>
        </p:nvSpPr>
        <p:spPr>
          <a:xfrm flipV="1">
            <a:off x="0" y="6553200"/>
            <a:ext cx="6750991" cy="304800"/>
          </a:xfrm>
          <a:custGeom>
            <a:avLst/>
            <a:gdLst>
              <a:gd name="connsiteX0" fmla="*/ 0 w 6750991"/>
              <a:gd name="connsiteY0" fmla="*/ 0 h 304800"/>
              <a:gd name="connsiteX1" fmla="*/ 6750991 w 6750991"/>
              <a:gd name="connsiteY1" fmla="*/ 0 h 304800"/>
              <a:gd name="connsiteX2" fmla="*/ 6574501 w 6750991"/>
              <a:gd name="connsiteY2" fmla="*/ 152400 h 304800"/>
              <a:gd name="connsiteX3" fmla="*/ 2459211 w 6750991"/>
              <a:gd name="connsiteY3" fmla="*/ 152400 h 304800"/>
              <a:gd name="connsiteX4" fmla="*/ 2282721 w 6750991"/>
              <a:gd name="connsiteY4" fmla="*/ 304800 h 304800"/>
              <a:gd name="connsiteX5" fmla="*/ 0 w 6750991"/>
              <a:gd name="connsiteY5" fmla="*/ 30480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991" h="304800">
                <a:moveTo>
                  <a:pt x="0" y="0"/>
                </a:moveTo>
                <a:lnTo>
                  <a:pt x="6750991" y="0"/>
                </a:lnTo>
                <a:lnTo>
                  <a:pt x="6574501" y="152400"/>
                </a:lnTo>
                <a:lnTo>
                  <a:pt x="2459211" y="152400"/>
                </a:lnTo>
                <a:lnTo>
                  <a:pt x="2282721" y="304800"/>
                </a:lnTo>
                <a:lnTo>
                  <a:pt x="0" y="304800"/>
                </a:lnTo>
                <a:close/>
              </a:path>
            </a:pathLst>
          </a:custGeom>
          <a:gradFill flip="none" rotWithShape="1">
            <a:gsLst>
              <a:gs pos="0">
                <a:srgbClr val="0072FF">
                  <a:alpha val="80000"/>
                </a:srgbClr>
              </a:gs>
              <a:gs pos="100000">
                <a:srgbClr val="00C6FF">
                  <a:alpha val="8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pic>
        <p:nvPicPr>
          <p:cNvPr id="23" name="Picture 22" descr="A picture containing clipart, vector graphics&#10;&#10;Description automatically generated">
            <a:extLst>
              <a:ext uri="{FF2B5EF4-FFF2-40B4-BE49-F238E27FC236}">
                <a16:creationId xmlns:a16="http://schemas.microsoft.com/office/drawing/2014/main" id="{314FA3D3-A61E-753A-BCC3-7785EC3F2C1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24" name="TextBox 23">
            <a:extLst>
              <a:ext uri="{FF2B5EF4-FFF2-40B4-BE49-F238E27FC236}">
                <a16:creationId xmlns:a16="http://schemas.microsoft.com/office/drawing/2014/main" id="{3272C38A-5DF7-B873-F169-2EA590FF1122}"/>
              </a:ext>
            </a:extLst>
          </p:cNvPr>
          <p:cNvSpPr txBox="1"/>
          <p:nvPr userDrawn="1"/>
        </p:nvSpPr>
        <p:spPr>
          <a:xfrm>
            <a:off x="956926" y="326133"/>
            <a:ext cx="3996607" cy="523220"/>
          </a:xfrm>
          <a:prstGeom prst="rect">
            <a:avLst/>
          </a:prstGeom>
          <a:noFill/>
        </p:spPr>
        <p:txBody>
          <a:bodyPr wrap="none" rtlCol="0" anchor="ctr">
            <a:spAutoFit/>
          </a:bodyPr>
          <a:lstStyle/>
          <a:p>
            <a:r>
              <a:rPr lang="en-VN" sz="1400" dirty="0">
                <a:gradFill flip="none" rotWithShape="1">
                  <a:gsLst>
                    <a:gs pos="0">
                      <a:srgbClr val="000046"/>
                    </a:gs>
                    <a:gs pos="100000">
                      <a:srgbClr val="1CB5E0"/>
                    </a:gs>
                  </a:gsLst>
                  <a:lin ang="2700000" scaled="1"/>
                  <a:tileRect/>
                </a:gradFill>
                <a:latin typeface="Arial" panose="020B0604020202020204" pitchFamily="34" charset="0"/>
                <a:cs typeface="Arial" panose="020B0604020202020204" pitchFamily="34" charset="0"/>
              </a:rPr>
              <a:t>ĐẠI HỌC QUỐC GIA TP. HỒ CHÍ MINH</a:t>
            </a:r>
          </a:p>
          <a:p>
            <a:r>
              <a:rPr lang="en-VN" sz="1400" b="1" dirty="0">
                <a:gradFill flip="none" rotWithShape="1">
                  <a:gsLst>
                    <a:gs pos="0">
                      <a:srgbClr val="000046"/>
                    </a:gs>
                    <a:gs pos="100000">
                      <a:srgbClr val="1CB5E0"/>
                    </a:gs>
                  </a:gsLst>
                  <a:lin ang="2700000" scaled="1"/>
                  <a:tileRect/>
                </a:gradFill>
                <a:latin typeface="Arial" panose="020B0604020202020204" pitchFamily="34" charset="0"/>
                <a:cs typeface="Arial" panose="020B0604020202020204" pitchFamily="34" charset="0"/>
              </a:rPr>
              <a:t>TRƯỜNG ĐẠI HỌC CÔNG NGHỆ THÔNG TIN</a:t>
            </a:r>
          </a:p>
        </p:txBody>
      </p:sp>
      <p:sp>
        <p:nvSpPr>
          <p:cNvPr id="26" name="Oval 25">
            <a:extLst>
              <a:ext uri="{FF2B5EF4-FFF2-40B4-BE49-F238E27FC236}">
                <a16:creationId xmlns:a16="http://schemas.microsoft.com/office/drawing/2014/main" id="{390A5A10-F9AF-733C-8C7D-94D87B311EF5}"/>
              </a:ext>
            </a:extLst>
          </p:cNvPr>
          <p:cNvSpPr/>
          <p:nvPr/>
        </p:nvSpPr>
        <p:spPr>
          <a:xfrm>
            <a:off x="105836" y="6604291"/>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2E21DEB9-E93C-A8E4-074F-F195EB1D8ABF}"/>
              </a:ext>
            </a:extLst>
          </p:cNvPr>
          <p:cNvSpPr>
            <a:spLocks noGrp="1" noChangeAspect="1"/>
          </p:cNvSpPr>
          <p:nvPr>
            <p:ph type="sldNum" sz="quarter" idx="12"/>
          </p:nvPr>
        </p:nvSpPr>
        <p:spPr>
          <a:xfrm>
            <a:off x="75604" y="6587552"/>
            <a:ext cx="291600" cy="291600"/>
          </a:xfrm>
          <a:prstGeom prst="rect">
            <a:avLst/>
          </a:prstGeom>
        </p:spPr>
        <p:txBody>
          <a:bodyPr vert="horz" lIns="91440" tIns="45720" rIns="91440" bIns="45720" rtlCol="0" anchor="ctr"/>
          <a:lstStyle>
            <a:lvl1pPr>
              <a:defRPr lang="en-VN" sz="700" smtClean="0">
                <a:solidFill>
                  <a:schemeClr val="tx1"/>
                </a:solidFill>
                <a:latin typeface="Arial" panose="020B0604020202020204" pitchFamily="34" charset="0"/>
                <a:cs typeface="Arial" panose="020B0604020202020204" pitchFamily="34" charset="0"/>
              </a:defRPr>
            </a:lvl1pPr>
          </a:lstStyle>
          <a:p>
            <a:pPr algn="ctr"/>
            <a:fld id="{D8B0B3AC-44A8-D142-AAF6-9A453466E1A4}" type="slidenum">
              <a:rPr lang="en-VN" smtClean="0"/>
              <a:pPr algn="ctr"/>
              <a:t>‹#›</a:t>
            </a:fld>
            <a:endParaRPr lang="en-VN" dirty="0"/>
          </a:p>
        </p:txBody>
      </p:sp>
      <p:sp>
        <p:nvSpPr>
          <p:cNvPr id="34" name="Text Placeholder 33">
            <a:extLst>
              <a:ext uri="{FF2B5EF4-FFF2-40B4-BE49-F238E27FC236}">
                <a16:creationId xmlns:a16="http://schemas.microsoft.com/office/drawing/2014/main" id="{C4981174-E1E5-D0CF-F74E-4BBA287A5C73}"/>
              </a:ext>
            </a:extLst>
          </p:cNvPr>
          <p:cNvSpPr>
            <a:spLocks noGrp="1"/>
          </p:cNvSpPr>
          <p:nvPr>
            <p:ph type="body" sz="quarter" idx="13" hasCustomPrompt="1"/>
          </p:nvPr>
        </p:nvSpPr>
        <p:spPr>
          <a:xfrm>
            <a:off x="1850807" y="2208158"/>
            <a:ext cx="8490387" cy="696165"/>
          </a:xfrm>
        </p:spPr>
        <p:txBody>
          <a:bodyPr anchor="ctr">
            <a:normAutofit/>
          </a:bodyPr>
          <a:lstStyle>
            <a:lvl1pPr marL="0" indent="0" algn="ctr" defTabSz="914400" rtl="0" eaLnBrk="1" latinLnBrk="0" hangingPunct="1">
              <a:buNone/>
              <a:defRPr lang="en-VN" sz="4400" b="1" kern="1200" dirty="0">
                <a:ln>
                  <a:noFill/>
                </a:ln>
                <a:gradFill>
                  <a:gsLst>
                    <a:gs pos="0">
                      <a:srgbClr val="000046"/>
                    </a:gs>
                    <a:gs pos="100000">
                      <a:srgbClr val="1CB5E0"/>
                    </a:gs>
                  </a:gsLst>
                  <a:lin ang="5400000" scaled="1"/>
                </a:gradFill>
                <a:latin typeface="Arial" panose="020B0604020202020204" pitchFamily="34" charset="0"/>
                <a:ea typeface="+mn-ea"/>
                <a:cs typeface="Arial" panose="020B0604020202020204" pitchFamily="34" charset="0"/>
              </a:defRPr>
            </a:lvl1pPr>
          </a:lstStyle>
          <a:p>
            <a:pPr lvl="0"/>
            <a:r>
              <a:rPr lang="en-VN" dirty="0"/>
              <a:t>TÊN MÔN HỌC</a:t>
            </a:r>
          </a:p>
        </p:txBody>
      </p:sp>
      <p:sp>
        <p:nvSpPr>
          <p:cNvPr id="36" name="Text Placeholder 35">
            <a:extLst>
              <a:ext uri="{FF2B5EF4-FFF2-40B4-BE49-F238E27FC236}">
                <a16:creationId xmlns:a16="http://schemas.microsoft.com/office/drawing/2014/main" id="{F1F814F0-EAC8-84E1-83C4-B5C359387C5C}"/>
              </a:ext>
            </a:extLst>
          </p:cNvPr>
          <p:cNvSpPr>
            <a:spLocks noGrp="1"/>
          </p:cNvSpPr>
          <p:nvPr>
            <p:ph type="body" sz="quarter" idx="14" hasCustomPrompt="1"/>
          </p:nvPr>
        </p:nvSpPr>
        <p:spPr>
          <a:xfrm>
            <a:off x="876991" y="3039455"/>
            <a:ext cx="10438019" cy="459447"/>
          </a:xfrm>
        </p:spPr>
        <p:txBody>
          <a:bodyPr anchor="ctr">
            <a:noAutofit/>
          </a:bodyPr>
          <a:lstStyle>
            <a:lvl1pPr marL="0" indent="0" algn="ctr" defTabSz="914400" rtl="0" eaLnBrk="1" latinLnBrk="0" hangingPunct="1">
              <a:buNone/>
              <a:defRPr lang="en-VN" sz="2800" b="1" kern="1200" dirty="0">
                <a:gradFill>
                  <a:gsLst>
                    <a:gs pos="0">
                      <a:srgbClr val="000046"/>
                    </a:gs>
                    <a:gs pos="100000">
                      <a:srgbClr val="1CB5E0"/>
                    </a:gs>
                  </a:gsLst>
                  <a:lin ang="2700000" scaled="1"/>
                </a:gradFill>
                <a:effectLst>
                  <a:innerShdw blurRad="114300">
                    <a:schemeClr val="bg1"/>
                  </a:innerShdw>
                </a:effectLst>
                <a:latin typeface="Times New Roman" panose="02020603050405020304" pitchFamily="18" charset="0"/>
                <a:ea typeface="+mn-ea"/>
                <a:cs typeface="Times New Roman" panose="02020603050405020304" pitchFamily="18" charset="0"/>
              </a:defRPr>
            </a:lvl1pPr>
          </a:lstStyle>
          <a:p>
            <a:pPr lvl="0"/>
            <a:r>
              <a:rPr lang="en-VN" dirty="0"/>
              <a:t>CHƯƠNG X: TÊN CHƯƠNG</a:t>
            </a:r>
          </a:p>
        </p:txBody>
      </p:sp>
      <p:sp>
        <p:nvSpPr>
          <p:cNvPr id="42" name="Text Placeholder 41">
            <a:extLst>
              <a:ext uri="{FF2B5EF4-FFF2-40B4-BE49-F238E27FC236}">
                <a16:creationId xmlns:a16="http://schemas.microsoft.com/office/drawing/2014/main" id="{2B8543E7-0085-7DF3-5351-E097219BEE40}"/>
              </a:ext>
            </a:extLst>
          </p:cNvPr>
          <p:cNvSpPr>
            <a:spLocks noGrp="1"/>
          </p:cNvSpPr>
          <p:nvPr>
            <p:ph type="body" sz="quarter" idx="15" hasCustomPrompt="1"/>
          </p:nvPr>
        </p:nvSpPr>
        <p:spPr>
          <a:xfrm>
            <a:off x="4680970" y="4963048"/>
            <a:ext cx="2830058" cy="345005"/>
          </a:xfrm>
          <a:gradFill>
            <a:gsLst>
              <a:gs pos="0">
                <a:srgbClr val="0072FF"/>
              </a:gs>
              <a:gs pos="100000">
                <a:srgbClr val="00C6FF"/>
              </a:gs>
            </a:gsLst>
            <a:lin ang="2700000" scaled="1"/>
          </a:gradFill>
        </p:spPr>
        <p:txBody>
          <a:bodyPr anchor="ctr">
            <a:normAutofit/>
          </a:bodyPr>
          <a:lstStyle>
            <a:lvl1pPr marL="0" indent="0" algn="ctr">
              <a:buNone/>
              <a:defRPr sz="1400" b="1" i="0">
                <a:solidFill>
                  <a:schemeClr val="bg1"/>
                </a:solidFill>
                <a:latin typeface="Times New Roman" panose="02020603050405020304" pitchFamily="18" charset="0"/>
                <a:cs typeface="Times New Roman" panose="02020603050405020304" pitchFamily="18" charset="0"/>
              </a:defRPr>
            </a:lvl1pPr>
          </a:lstStyle>
          <a:p>
            <a:pPr lvl="0"/>
            <a:r>
              <a:rPr lang="en-VN" dirty="0"/>
              <a:t>Trình bày: Tên Giảng viên</a:t>
            </a:r>
          </a:p>
        </p:txBody>
      </p:sp>
      <p:sp>
        <p:nvSpPr>
          <p:cNvPr id="46" name="Text Placeholder 45">
            <a:extLst>
              <a:ext uri="{FF2B5EF4-FFF2-40B4-BE49-F238E27FC236}">
                <a16:creationId xmlns:a16="http://schemas.microsoft.com/office/drawing/2014/main" id="{18BC0B81-9708-34C0-3CBB-EA50270B9105}"/>
              </a:ext>
            </a:extLst>
          </p:cNvPr>
          <p:cNvSpPr>
            <a:spLocks noGrp="1"/>
          </p:cNvSpPr>
          <p:nvPr>
            <p:ph type="body" sz="quarter" idx="16" hasCustomPrompt="1"/>
          </p:nvPr>
        </p:nvSpPr>
        <p:spPr>
          <a:xfrm>
            <a:off x="1850807" y="3630811"/>
            <a:ext cx="8490387" cy="644210"/>
          </a:xfrm>
        </p:spPr>
        <p:txBody>
          <a:bodyPr anchor="ctr">
            <a:normAutofit/>
          </a:bodyPr>
          <a:lstStyle>
            <a:lvl1pPr marL="0" indent="0" algn="ctr">
              <a:buNone/>
              <a:defRPr sz="1200" spc="150" baseline="0">
                <a:solidFill>
                  <a:schemeClr val="bg1">
                    <a:lumMod val="65000"/>
                  </a:schemeClr>
                </a:solidFill>
                <a:latin typeface="Times New Roman" panose="02020603050405020304" pitchFamily="18" charset="0"/>
                <a:cs typeface="Times New Roman" panose="02020603050405020304" pitchFamily="18" charset="0"/>
              </a:defRPr>
            </a:lvl1pPr>
          </a:lstStyle>
          <a:p>
            <a:pPr lvl="0"/>
            <a:r>
              <a:rPr lang="en-US" dirty="0"/>
              <a:t>(</a:t>
            </a:r>
            <a:r>
              <a:rPr lang="en-US" dirty="0" err="1"/>
              <a:t>Tóm</a:t>
            </a:r>
            <a:r>
              <a:rPr lang="en-US" dirty="0"/>
              <a:t> </a:t>
            </a:r>
            <a:r>
              <a:rPr lang="en-US" dirty="0" err="1"/>
              <a:t>tắt</a:t>
            </a:r>
            <a:r>
              <a:rPr lang="en-US" dirty="0"/>
              <a:t> </a:t>
            </a:r>
            <a:r>
              <a:rPr lang="en-US" dirty="0" err="1"/>
              <a:t>nếu</a:t>
            </a:r>
            <a:r>
              <a:rPr lang="en-US" dirty="0"/>
              <a:t> </a:t>
            </a:r>
            <a:r>
              <a:rPr lang="en-US" dirty="0" err="1"/>
              <a:t>có</a:t>
            </a:r>
            <a:r>
              <a:rPr lang="en-US" dirty="0"/>
              <a:t>): Lorem ipsum dolor sit amet, consectetuer adipiscing elit. Maecenas porttitor congue massa. Fusce posuere, magna sed pulvinar ultricies, purus lectus malesuada libero, sit amet commodo magna eros quis </a:t>
            </a:r>
            <a:r>
              <a:rPr lang="en-US" dirty="0" err="1"/>
              <a:t>urna</a:t>
            </a:r>
            <a:r>
              <a:rPr lang="en-US" dirty="0"/>
              <a:t>.</a:t>
            </a:r>
            <a:endParaRPr lang="en-VN" dirty="0"/>
          </a:p>
        </p:txBody>
      </p:sp>
      <p:sp>
        <p:nvSpPr>
          <p:cNvPr id="2" name="Date Placeholder 1">
            <a:extLst>
              <a:ext uri="{FF2B5EF4-FFF2-40B4-BE49-F238E27FC236}">
                <a16:creationId xmlns:a16="http://schemas.microsoft.com/office/drawing/2014/main" id="{98B28119-6BAB-C115-873B-3333E0D709F1}"/>
              </a:ext>
            </a:extLst>
          </p:cNvPr>
          <p:cNvSpPr>
            <a:spLocks noGrp="1"/>
          </p:cNvSpPr>
          <p:nvPr>
            <p:ph type="dt" sz="half" idx="17"/>
          </p:nvPr>
        </p:nvSpPr>
        <p:spPr>
          <a:xfrm>
            <a:off x="6767806" y="6476999"/>
            <a:ext cx="2495896" cy="236763"/>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r>
              <a:rPr lang="en-US"/>
              <a:t>June 2025</a:t>
            </a:r>
            <a:endParaRPr lang="en-US" dirty="0"/>
          </a:p>
        </p:txBody>
      </p:sp>
    </p:spTree>
    <p:extLst>
      <p:ext uri="{BB962C8B-B14F-4D97-AF65-F5344CB8AC3E}">
        <p14:creationId xmlns:p14="http://schemas.microsoft.com/office/powerpoint/2010/main" val="26584208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êu đề chương">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76021CEA-9826-5DD2-8F9F-FCB0E58DFFA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1"/>
            <a:ext cx="12192001" cy="6854889"/>
          </a:xfrm>
          <a:prstGeom prst="rect">
            <a:avLst/>
          </a:prstGeom>
        </p:spPr>
      </p:pic>
      <p:sp>
        <p:nvSpPr>
          <p:cNvPr id="7" name="Rectangle 6">
            <a:extLst>
              <a:ext uri="{FF2B5EF4-FFF2-40B4-BE49-F238E27FC236}">
                <a16:creationId xmlns:a16="http://schemas.microsoft.com/office/drawing/2014/main" id="{70A8EA08-4ACD-C298-69F2-2D88060DD062}"/>
              </a:ext>
            </a:extLst>
          </p:cNvPr>
          <p:cNvSpPr/>
          <p:nvPr userDrawn="1"/>
        </p:nvSpPr>
        <p:spPr>
          <a:xfrm>
            <a:off x="-1" y="-3113"/>
            <a:ext cx="12192000" cy="6858000"/>
          </a:xfrm>
          <a:prstGeom prst="rect">
            <a:avLst/>
          </a:prstGeom>
          <a:gradFill flip="none" rotWithShape="1">
            <a:gsLst>
              <a:gs pos="0">
                <a:srgbClr val="0A4671">
                  <a:alpha val="75000"/>
                </a:srgbClr>
              </a:gs>
              <a:gs pos="100000">
                <a:srgbClr val="0A467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8" name="Isosceles Triangle 12">
            <a:extLst>
              <a:ext uri="{FF2B5EF4-FFF2-40B4-BE49-F238E27FC236}">
                <a16:creationId xmlns:a16="http://schemas.microsoft.com/office/drawing/2014/main" id="{A49F0DD3-DC56-8398-42AE-9819F17BDE3D}"/>
              </a:ext>
            </a:extLst>
          </p:cNvPr>
          <p:cNvSpPr/>
          <p:nvPr userDrawn="1"/>
        </p:nvSpPr>
        <p:spPr>
          <a:xfrm rot="10800000">
            <a:off x="0" y="0"/>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8033CAF6-1926-D8C9-805D-C62294874052}"/>
              </a:ext>
            </a:extLst>
          </p:cNvPr>
          <p:cNvGrpSpPr/>
          <p:nvPr userDrawn="1"/>
        </p:nvGrpSpPr>
        <p:grpSpPr>
          <a:xfrm>
            <a:off x="58527" y="40944"/>
            <a:ext cx="2869771" cy="1563379"/>
            <a:chOff x="44879" y="27296"/>
            <a:chExt cx="2869771" cy="1563379"/>
          </a:xfrm>
          <a:solidFill>
            <a:srgbClr val="0072FF"/>
          </a:solidFill>
        </p:grpSpPr>
        <p:cxnSp>
          <p:nvCxnSpPr>
            <p:cNvPr id="20" name="Straight Connector 19">
              <a:extLst>
                <a:ext uri="{FF2B5EF4-FFF2-40B4-BE49-F238E27FC236}">
                  <a16:creationId xmlns:a16="http://schemas.microsoft.com/office/drawing/2014/main" id="{70625E9E-73EA-1C70-6330-DACC8A9A20A2}"/>
                </a:ext>
              </a:extLst>
            </p:cNvPr>
            <p:cNvCxnSpPr>
              <a:cxnSpLocks/>
            </p:cNvCxnSpPr>
            <p:nvPr/>
          </p:nvCxnSpPr>
          <p:spPr>
            <a:xfrm flipH="1">
              <a:off x="766351" y="34631"/>
              <a:ext cx="2148299" cy="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225C7FE-6858-40F1-0A49-2AD56C0D4925}"/>
                </a:ext>
              </a:extLst>
            </p:cNvPr>
            <p:cNvCxnSpPr>
              <a:cxnSpLocks/>
            </p:cNvCxnSpPr>
            <p:nvPr/>
          </p:nvCxnSpPr>
          <p:spPr>
            <a:xfrm flipH="1">
              <a:off x="44879" y="27296"/>
              <a:ext cx="737495" cy="64421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8FBED07-28E7-32D7-F629-E50519173585}"/>
                </a:ext>
              </a:extLst>
            </p:cNvPr>
            <p:cNvCxnSpPr>
              <a:cxnSpLocks/>
            </p:cNvCxnSpPr>
            <p:nvPr/>
          </p:nvCxnSpPr>
          <p:spPr>
            <a:xfrm flipV="1">
              <a:off x="52214" y="654128"/>
              <a:ext cx="0" cy="936547"/>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grpSp>
      <p:sp>
        <p:nvSpPr>
          <p:cNvPr id="23" name="Isosceles Triangle 12">
            <a:extLst>
              <a:ext uri="{FF2B5EF4-FFF2-40B4-BE49-F238E27FC236}">
                <a16:creationId xmlns:a16="http://schemas.microsoft.com/office/drawing/2014/main" id="{5DB9FA21-5387-C238-85F9-516A2379F6C0}"/>
              </a:ext>
            </a:extLst>
          </p:cNvPr>
          <p:cNvSpPr/>
          <p:nvPr userDrawn="1"/>
        </p:nvSpPr>
        <p:spPr>
          <a:xfrm rot="10800000" flipH="1" flipV="1">
            <a:off x="11476383" y="6241089"/>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DFCC0B98-57DA-D911-8CE1-C15A09E2C7EC}"/>
              </a:ext>
            </a:extLst>
          </p:cNvPr>
          <p:cNvGrpSpPr/>
          <p:nvPr userDrawn="1"/>
        </p:nvGrpSpPr>
        <p:grpSpPr>
          <a:xfrm flipH="1" flipV="1">
            <a:off x="9263702" y="5253677"/>
            <a:ext cx="2869771" cy="1563379"/>
            <a:chOff x="44879" y="27296"/>
            <a:chExt cx="2869771" cy="1563379"/>
          </a:xfrm>
          <a:solidFill>
            <a:srgbClr val="0072FF"/>
          </a:solidFill>
        </p:grpSpPr>
        <p:cxnSp>
          <p:nvCxnSpPr>
            <p:cNvPr id="25" name="Straight Connector 24">
              <a:extLst>
                <a:ext uri="{FF2B5EF4-FFF2-40B4-BE49-F238E27FC236}">
                  <a16:creationId xmlns:a16="http://schemas.microsoft.com/office/drawing/2014/main" id="{8B160133-C90F-5924-8C1C-D5FAECA895FD}"/>
                </a:ext>
              </a:extLst>
            </p:cNvPr>
            <p:cNvCxnSpPr>
              <a:cxnSpLocks/>
            </p:cNvCxnSpPr>
            <p:nvPr/>
          </p:nvCxnSpPr>
          <p:spPr>
            <a:xfrm flipH="1">
              <a:off x="766351" y="34631"/>
              <a:ext cx="2148299" cy="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5892685-43A4-5ED1-12EC-FAE1547CC149}"/>
                </a:ext>
              </a:extLst>
            </p:cNvPr>
            <p:cNvCxnSpPr>
              <a:cxnSpLocks/>
            </p:cNvCxnSpPr>
            <p:nvPr/>
          </p:nvCxnSpPr>
          <p:spPr>
            <a:xfrm flipH="1">
              <a:off x="44879" y="27296"/>
              <a:ext cx="737495" cy="64421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92B5B59-89DB-8D47-B8D4-6475631C5C47}"/>
                </a:ext>
              </a:extLst>
            </p:cNvPr>
            <p:cNvCxnSpPr>
              <a:cxnSpLocks/>
            </p:cNvCxnSpPr>
            <p:nvPr/>
          </p:nvCxnSpPr>
          <p:spPr>
            <a:xfrm flipV="1">
              <a:off x="52214" y="654128"/>
              <a:ext cx="0" cy="936547"/>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grpSp>
      <p:sp>
        <p:nvSpPr>
          <p:cNvPr id="31" name="Freeform 30">
            <a:extLst>
              <a:ext uri="{FF2B5EF4-FFF2-40B4-BE49-F238E27FC236}">
                <a16:creationId xmlns:a16="http://schemas.microsoft.com/office/drawing/2014/main" id="{F5D728B6-8658-2A5A-4406-097B8D68238B}"/>
              </a:ext>
            </a:extLst>
          </p:cNvPr>
          <p:cNvSpPr/>
          <p:nvPr userDrawn="1"/>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chemeClr val="bg1"/>
          </a:solidFill>
          <a:ln w="2090" cap="flat">
            <a:noFill/>
            <a:prstDash val="solid"/>
            <a:miter/>
          </a:ln>
        </p:spPr>
        <p:txBody>
          <a:bodyPr rtlCol="0" anchor="ctr"/>
          <a:lstStyle/>
          <a:p>
            <a:endParaRPr lang="en-VN"/>
          </a:p>
        </p:txBody>
      </p:sp>
      <p:sp>
        <p:nvSpPr>
          <p:cNvPr id="2" name="Date Placeholder 1">
            <a:extLst>
              <a:ext uri="{FF2B5EF4-FFF2-40B4-BE49-F238E27FC236}">
                <a16:creationId xmlns:a16="http://schemas.microsoft.com/office/drawing/2014/main" id="{91C15ADC-6970-920B-F52B-57201C4697FC}"/>
              </a:ext>
            </a:extLst>
          </p:cNvPr>
          <p:cNvSpPr>
            <a:spLocks noGrp="1"/>
          </p:cNvSpPr>
          <p:nvPr>
            <p:ph type="dt" sz="half" idx="17"/>
          </p:nvPr>
        </p:nvSpPr>
        <p:spPr>
          <a:xfrm>
            <a:off x="6060300" y="6481647"/>
            <a:ext cx="2090098" cy="239828"/>
          </a:xfrm>
        </p:spPr>
        <p:txBody>
          <a:bodyPr/>
          <a:lstStyle>
            <a:lvl1pPr marL="0" algn="ctr" defTabSz="914400" rtl="0" eaLnBrk="1" latinLnBrk="0" hangingPunct="1">
              <a:defRPr lang="en-US" sz="1100" kern="1200" smtClean="0">
                <a:solidFill>
                  <a:schemeClr val="bg1">
                    <a:lumMod val="85000"/>
                  </a:schemeClr>
                </a:solidFill>
                <a:latin typeface="Arial" panose="020B0604020202020204" pitchFamily="34" charset="0"/>
                <a:ea typeface="+mn-ea"/>
                <a:cs typeface="Arial" panose="020B0604020202020204" pitchFamily="34" charset="0"/>
              </a:defRPr>
            </a:lvl1pPr>
          </a:lstStyle>
          <a:p>
            <a:r>
              <a:rPr lang="en-US"/>
              <a:t>June 2025</a:t>
            </a:r>
            <a:endParaRPr lang="en-US" dirty="0"/>
          </a:p>
        </p:txBody>
      </p:sp>
      <p:sp>
        <p:nvSpPr>
          <p:cNvPr id="3" name="Footer Placeholder 2">
            <a:extLst>
              <a:ext uri="{FF2B5EF4-FFF2-40B4-BE49-F238E27FC236}">
                <a16:creationId xmlns:a16="http://schemas.microsoft.com/office/drawing/2014/main" id="{DDBDDEB0-1D95-2535-D22B-34266EA304CC}"/>
              </a:ext>
            </a:extLst>
          </p:cNvPr>
          <p:cNvSpPr>
            <a:spLocks noGrp="1"/>
          </p:cNvSpPr>
          <p:nvPr>
            <p:ph type="ftr" sz="quarter" idx="18"/>
          </p:nvPr>
        </p:nvSpPr>
        <p:spPr>
          <a:xfrm>
            <a:off x="838200" y="6481647"/>
            <a:ext cx="4475922" cy="239828"/>
          </a:xfrm>
        </p:spPr>
        <p:txBody>
          <a:bodyPr/>
          <a:lstStyle>
            <a:lvl1pPr marL="0" algn="ctr" defTabSz="914400" rtl="0" eaLnBrk="1" latinLnBrk="0" hangingPunct="1">
              <a:defRPr lang="vi-VN" sz="1100" kern="1200" smtClean="0">
                <a:solidFill>
                  <a:schemeClr val="bg1">
                    <a:lumMod val="8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vi-VN" dirty="0"/>
          </a:p>
        </p:txBody>
      </p:sp>
      <p:sp>
        <p:nvSpPr>
          <p:cNvPr id="29" name="Oval 28">
            <a:extLst>
              <a:ext uri="{FF2B5EF4-FFF2-40B4-BE49-F238E27FC236}">
                <a16:creationId xmlns:a16="http://schemas.microsoft.com/office/drawing/2014/main" id="{D48BE0DC-C12B-7B32-5521-E1BCC5CB89B7}"/>
              </a:ext>
            </a:extLst>
          </p:cNvPr>
          <p:cNvSpPr/>
          <p:nvPr/>
        </p:nvSpPr>
        <p:spPr>
          <a:xfrm>
            <a:off x="95208" y="6583150"/>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BB42E132-2B15-1D22-000B-D9DC548D1B2D}"/>
              </a:ext>
            </a:extLst>
          </p:cNvPr>
          <p:cNvSpPr>
            <a:spLocks noGrp="1"/>
          </p:cNvSpPr>
          <p:nvPr userDrawn="1">
            <p:ph type="sldNum" sz="quarter" idx="12"/>
          </p:nvPr>
        </p:nvSpPr>
        <p:spPr>
          <a:xfrm>
            <a:off x="65862" y="6542216"/>
            <a:ext cx="292608" cy="315784"/>
          </a:xfrm>
        </p:spPr>
        <p:txBody>
          <a:bodyPr/>
          <a:lstStyle>
            <a:lvl1pPr marL="0" algn="ctr" defTabSz="914400" rtl="0" eaLnBrk="1" latinLnBrk="0" hangingPunct="1">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8" name="Text Placeholder 21">
            <a:extLst>
              <a:ext uri="{FF2B5EF4-FFF2-40B4-BE49-F238E27FC236}">
                <a16:creationId xmlns:a16="http://schemas.microsoft.com/office/drawing/2014/main" id="{C6B2679F-C18F-09A3-96AB-5F2B6ACB82CA}"/>
              </a:ext>
            </a:extLst>
          </p:cNvPr>
          <p:cNvSpPr>
            <a:spLocks noGrp="1"/>
          </p:cNvSpPr>
          <p:nvPr>
            <p:ph type="body" sz="quarter" idx="19" hasCustomPrompt="1"/>
          </p:nvPr>
        </p:nvSpPr>
        <p:spPr>
          <a:xfrm>
            <a:off x="1704109" y="3019167"/>
            <a:ext cx="4583866" cy="1439258"/>
          </a:xfrm>
          <a:prstGeom prst="roundRect">
            <a:avLst>
              <a:gd name="adj" fmla="val 2631"/>
            </a:avLst>
          </a:prstGeom>
          <a:solidFill>
            <a:schemeClr val="bg1">
              <a:lumMod val="95000"/>
            </a:schemeClr>
          </a:solidFill>
          <a:ln w="19050" cap="rnd">
            <a:gradFill flip="none" rotWithShape="1">
              <a:gsLst>
                <a:gs pos="0">
                  <a:srgbClr val="00C6FF"/>
                </a:gs>
                <a:gs pos="99000">
                  <a:srgbClr val="00F7FF"/>
                </a:gs>
              </a:gsLst>
              <a:lin ang="2700000" scaled="1"/>
              <a:tileRect/>
            </a:gradFill>
          </a:ln>
        </p:spPr>
        <p:txBody>
          <a:bodyPr anchor="ctr">
            <a:normAutofit/>
          </a:bodyPr>
          <a:lstStyle>
            <a:lvl1pPr marL="1333500" indent="0">
              <a:buNone/>
              <a:tabLst/>
              <a:defRPr sz="2000" b="1" i="0">
                <a:gradFill flip="none" rotWithShape="1">
                  <a:gsLst>
                    <a:gs pos="100000">
                      <a:srgbClr val="0072FF"/>
                    </a:gs>
                    <a:gs pos="0">
                      <a:srgbClr val="00F7FF"/>
                    </a:gs>
                  </a:gsLst>
                  <a:lin ang="2700000" scaled="1"/>
                  <a:tileRect/>
                </a:gradFill>
                <a:latin typeface="Times New Roman" panose="02020603050405020304" pitchFamily="18" charset="0"/>
                <a:cs typeface="Times New Roman" panose="02020603050405020304" pitchFamily="18" charset="0"/>
              </a:defRPr>
            </a:lvl1pPr>
          </a:lstStyle>
          <a:p>
            <a:pPr lvl="0"/>
            <a:r>
              <a:rPr lang="en-VN" dirty="0"/>
              <a:t>Họ và tên</a:t>
            </a:r>
            <a:br>
              <a:rPr lang="en-VN" dirty="0"/>
            </a:br>
            <a:r>
              <a:rPr lang="en-VN" dirty="0"/>
              <a:t>Email</a:t>
            </a:r>
            <a:br>
              <a:rPr lang="en-VN" dirty="0"/>
            </a:br>
            <a:r>
              <a:rPr lang="en-VN" dirty="0"/>
              <a:t>Khoa</a:t>
            </a:r>
          </a:p>
        </p:txBody>
      </p:sp>
      <p:grpSp>
        <p:nvGrpSpPr>
          <p:cNvPr id="34" name="Group 33">
            <a:extLst>
              <a:ext uri="{FF2B5EF4-FFF2-40B4-BE49-F238E27FC236}">
                <a16:creationId xmlns:a16="http://schemas.microsoft.com/office/drawing/2014/main" id="{AF7094EB-B733-82D9-0C1A-47F50ED8DF48}"/>
              </a:ext>
            </a:extLst>
          </p:cNvPr>
          <p:cNvGrpSpPr/>
          <p:nvPr userDrawn="1"/>
        </p:nvGrpSpPr>
        <p:grpSpPr>
          <a:xfrm>
            <a:off x="-1" y="4458425"/>
            <a:ext cx="8647103" cy="664514"/>
            <a:chOff x="-349411" y="1322122"/>
            <a:chExt cx="8647103" cy="664514"/>
          </a:xfrm>
        </p:grpSpPr>
        <p:cxnSp>
          <p:nvCxnSpPr>
            <p:cNvPr id="36" name="Straight Connector 35">
              <a:extLst>
                <a:ext uri="{FF2B5EF4-FFF2-40B4-BE49-F238E27FC236}">
                  <a16:creationId xmlns:a16="http://schemas.microsoft.com/office/drawing/2014/main" id="{A42951CF-9EB0-47B4-697B-3EC7AC808EA9}"/>
                </a:ext>
              </a:extLst>
            </p:cNvPr>
            <p:cNvCxnSpPr>
              <a:cxnSpLocks/>
            </p:cNvCxnSpPr>
            <p:nvPr userDrawn="1"/>
          </p:nvCxnSpPr>
          <p:spPr>
            <a:xfrm>
              <a:off x="-349411" y="1986636"/>
              <a:ext cx="6360520" cy="0"/>
            </a:xfrm>
            <a:prstGeom prst="line">
              <a:avLst/>
            </a:prstGeom>
            <a:ln w="38100" cap="rnd">
              <a:gradFill flip="none" rotWithShape="1">
                <a:gsLst>
                  <a:gs pos="0">
                    <a:srgbClr val="00F7FF"/>
                  </a:gs>
                  <a:gs pos="100000">
                    <a:srgbClr val="00C6FF"/>
                  </a:gs>
                </a:gsLst>
                <a:lin ang="2700000" scaled="1"/>
                <a:tileRect/>
              </a:gradFill>
              <a:roun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BFAF29A-75A4-8EF7-11D9-AB3F5C16B253}"/>
                </a:ext>
              </a:extLst>
            </p:cNvPr>
            <p:cNvCxnSpPr>
              <a:cxnSpLocks/>
            </p:cNvCxnSpPr>
            <p:nvPr userDrawn="1"/>
          </p:nvCxnSpPr>
          <p:spPr>
            <a:xfrm flipV="1">
              <a:off x="6011109" y="1480500"/>
              <a:ext cx="591405" cy="506136"/>
            </a:xfrm>
            <a:prstGeom prst="line">
              <a:avLst/>
            </a:prstGeom>
            <a:ln w="38100" cap="rnd">
              <a:gradFill flip="none" rotWithShape="1">
                <a:gsLst>
                  <a:gs pos="0">
                    <a:srgbClr val="00F7FF"/>
                  </a:gs>
                  <a:gs pos="100000">
                    <a:srgbClr val="00C6FF"/>
                  </a:gs>
                </a:gsLst>
                <a:lin ang="2700000" scaled="1"/>
                <a:tileRect/>
              </a:gradFill>
              <a:roun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7D2D0A89-881E-F365-FCB8-0CCF88B4F092}"/>
                </a:ext>
              </a:extLst>
            </p:cNvPr>
            <p:cNvCxnSpPr>
              <a:cxnSpLocks/>
            </p:cNvCxnSpPr>
            <p:nvPr userDrawn="1"/>
          </p:nvCxnSpPr>
          <p:spPr>
            <a:xfrm>
              <a:off x="6602514" y="1480500"/>
              <a:ext cx="1378423" cy="0"/>
            </a:xfrm>
            <a:prstGeom prst="line">
              <a:avLst/>
            </a:prstGeom>
            <a:ln w="38100" cap="rnd">
              <a:gradFill flip="none" rotWithShape="1">
                <a:gsLst>
                  <a:gs pos="0">
                    <a:srgbClr val="00F7FF"/>
                  </a:gs>
                  <a:gs pos="100000">
                    <a:srgbClr val="00C6FF"/>
                  </a:gs>
                </a:gsLst>
                <a:lin ang="2700000" scaled="1"/>
                <a:tileRect/>
              </a:gradFill>
              <a:round/>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D8ED5AC8-396E-82A3-EA13-53B0DC1B1744}"/>
                </a:ext>
              </a:extLst>
            </p:cNvPr>
            <p:cNvSpPr/>
            <p:nvPr userDrawn="1"/>
          </p:nvSpPr>
          <p:spPr>
            <a:xfrm>
              <a:off x="7980937" y="1322122"/>
              <a:ext cx="316755" cy="316755"/>
            </a:xfrm>
            <a:prstGeom prst="ellipse">
              <a:avLst/>
            </a:prstGeom>
            <a:gradFill flip="none" rotWithShape="1">
              <a:gsLst>
                <a:gs pos="0">
                  <a:srgbClr val="00F7FF"/>
                </a:gs>
                <a:gs pos="100000">
                  <a:srgbClr val="00C6FF"/>
                </a:gs>
              </a:gsLst>
              <a:lin ang="2700000" scaled="1"/>
              <a:tileRect/>
            </a:gra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Oval 3">
            <a:extLst>
              <a:ext uri="{FF2B5EF4-FFF2-40B4-BE49-F238E27FC236}">
                <a16:creationId xmlns:a16="http://schemas.microsoft.com/office/drawing/2014/main" id="{CD5DF290-BB09-CD5D-D16C-F337A2AE1710}"/>
              </a:ext>
            </a:extLst>
          </p:cNvPr>
          <p:cNvSpPr>
            <a:spLocks noChangeAspect="1"/>
          </p:cNvSpPr>
          <p:nvPr userDrawn="1"/>
        </p:nvSpPr>
        <p:spPr>
          <a:xfrm>
            <a:off x="796022" y="2736380"/>
            <a:ext cx="2019600" cy="2019600"/>
          </a:xfrm>
          <a:prstGeom prst="ellipse">
            <a:avLst/>
          </a:prstGeom>
          <a:gradFill>
            <a:gsLst>
              <a:gs pos="0">
                <a:srgbClr val="00C6FF"/>
              </a:gs>
              <a:gs pos="100000">
                <a:srgbClr val="0072FF"/>
              </a:gs>
            </a:gsLst>
            <a:lin ang="5400000" scaled="1"/>
          </a:gradFill>
          <a:ln>
            <a:gradFill>
              <a:gsLst>
                <a:gs pos="0">
                  <a:srgbClr val="00C6FF"/>
                </a:gs>
                <a:gs pos="100000">
                  <a:srgbClr val="0072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dirty="0">
              <a:latin typeface="Arial" panose="020B0604020202020204" pitchFamily="34" charset="0"/>
              <a:cs typeface="Arial" panose="020B0604020202020204" pitchFamily="34" charset="0"/>
            </a:endParaRPr>
          </a:p>
        </p:txBody>
      </p:sp>
      <p:sp>
        <p:nvSpPr>
          <p:cNvPr id="9" name="Picture Placeholder 3">
            <a:extLst>
              <a:ext uri="{FF2B5EF4-FFF2-40B4-BE49-F238E27FC236}">
                <a16:creationId xmlns:a16="http://schemas.microsoft.com/office/drawing/2014/main" id="{E6519316-5BE7-6687-FE60-23F1FB913498}"/>
              </a:ext>
            </a:extLst>
          </p:cNvPr>
          <p:cNvSpPr>
            <a:spLocks noGrp="1" noChangeAspect="1"/>
          </p:cNvSpPr>
          <p:nvPr>
            <p:ph type="pic" sz="quarter" idx="20" hasCustomPrompt="1"/>
          </p:nvPr>
        </p:nvSpPr>
        <p:spPr>
          <a:xfrm>
            <a:off x="690326" y="2728996"/>
            <a:ext cx="2020888" cy="2019600"/>
          </a:xfrm>
          <a:prstGeom prst="ellipse">
            <a:avLst/>
          </a:prstGeom>
          <a:solidFill>
            <a:schemeClr val="bg1"/>
          </a:solidFill>
          <a:ln w="19050">
            <a:solidFill>
              <a:srgbClr val="00F7FF"/>
            </a:solidFill>
          </a:ln>
          <a:effectLst>
            <a:outerShdw blurRad="63500" sx="102000" sy="102000" algn="ctr" rotWithShape="0">
              <a:prstClr val="black">
                <a:alpha val="40000"/>
              </a:prstClr>
            </a:outerShdw>
          </a:effectLst>
        </p:spPr>
        <p:txBody>
          <a:bodyPr anchor="ctr"/>
          <a:lstStyle>
            <a:lvl1pPr marL="0" indent="0" algn="ctr">
              <a:buNone/>
              <a:defRPr>
                <a:solidFill>
                  <a:schemeClr val="tx1"/>
                </a:solidFill>
              </a:defRPr>
            </a:lvl1pPr>
          </a:lstStyle>
          <a:p>
            <a:r>
              <a:rPr lang="en-VN" dirty="0"/>
              <a:t>Profile picture</a:t>
            </a:r>
          </a:p>
        </p:txBody>
      </p:sp>
      <p:sp>
        <p:nvSpPr>
          <p:cNvPr id="39" name="Text Placeholder 38">
            <a:extLst>
              <a:ext uri="{FF2B5EF4-FFF2-40B4-BE49-F238E27FC236}">
                <a16:creationId xmlns:a16="http://schemas.microsoft.com/office/drawing/2014/main" id="{08F295F7-595F-E903-E034-0D8FEC5E07C6}"/>
              </a:ext>
            </a:extLst>
          </p:cNvPr>
          <p:cNvSpPr>
            <a:spLocks noGrp="1"/>
          </p:cNvSpPr>
          <p:nvPr>
            <p:ph type="body" sz="quarter" idx="21" hasCustomPrompt="1"/>
          </p:nvPr>
        </p:nvSpPr>
        <p:spPr>
          <a:xfrm>
            <a:off x="2711214" y="2263753"/>
            <a:ext cx="3576761" cy="622002"/>
          </a:xfrm>
          <a:effectLst>
            <a:innerShdw blurRad="114300">
              <a:srgbClr val="00F7FF"/>
            </a:innerShdw>
          </a:effectLst>
        </p:spPr>
        <p:txBody>
          <a:bodyPr anchor="ctr">
            <a:noAutofit/>
          </a:bodyPr>
          <a:lstStyle>
            <a:lvl1pPr marL="0" indent="0" algn="r">
              <a:buNone/>
              <a:defRPr lang="en-VN" sz="3600" b="1" kern="1200" spc="100" dirty="0">
                <a:solidFill>
                  <a:srgbClr val="00F7FF"/>
                </a:solidFill>
                <a:effectLst>
                  <a:innerShdw blurRad="114300">
                    <a:srgbClr val="0072FF"/>
                  </a:innerShdw>
                </a:effectLst>
                <a:latin typeface="Arial" panose="020B0604020202020204" pitchFamily="34" charset="0"/>
                <a:ea typeface="+mn-ea"/>
                <a:cs typeface="Arial" panose="020B0604020202020204" pitchFamily="34" charset="0"/>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dirty="0"/>
              <a:t>GIẢNG VIÊN</a:t>
            </a:r>
            <a:endParaRPr lang="en-VN" dirty="0"/>
          </a:p>
        </p:txBody>
      </p:sp>
    </p:spTree>
    <p:extLst>
      <p:ext uri="{BB962C8B-B14F-4D97-AF65-F5344CB8AC3E}">
        <p14:creationId xmlns:p14="http://schemas.microsoft.com/office/powerpoint/2010/main" val="3020638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Mục lục">
    <p:spTree>
      <p:nvGrpSpPr>
        <p:cNvPr id="1" name=""/>
        <p:cNvGrpSpPr/>
        <p:nvPr/>
      </p:nvGrpSpPr>
      <p:grpSpPr>
        <a:xfrm>
          <a:off x="0" y="0"/>
          <a:ext cx="0" cy="0"/>
          <a:chOff x="0" y="0"/>
          <a:chExt cx="0" cy="0"/>
        </a:xfrm>
      </p:grpSpPr>
      <p:sp>
        <p:nvSpPr>
          <p:cNvPr id="80" name="Isosceles Triangle 12">
            <a:extLst>
              <a:ext uri="{FF2B5EF4-FFF2-40B4-BE49-F238E27FC236}">
                <a16:creationId xmlns:a16="http://schemas.microsoft.com/office/drawing/2014/main" id="{72826670-EA95-0D41-31A4-F445474455F7}"/>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1" name="Group 80">
            <a:extLst>
              <a:ext uri="{FF2B5EF4-FFF2-40B4-BE49-F238E27FC236}">
                <a16:creationId xmlns:a16="http://schemas.microsoft.com/office/drawing/2014/main" id="{FC178CED-135F-0B63-CD69-F01713607F73}"/>
              </a:ext>
            </a:extLst>
          </p:cNvPr>
          <p:cNvGrpSpPr/>
          <p:nvPr userDrawn="1"/>
        </p:nvGrpSpPr>
        <p:grpSpPr>
          <a:xfrm flipH="1" flipV="1">
            <a:off x="9263702" y="5930537"/>
            <a:ext cx="2869771" cy="886519"/>
            <a:chOff x="44879" y="27296"/>
            <a:chExt cx="2869771" cy="886519"/>
          </a:xfrm>
          <a:solidFill>
            <a:srgbClr val="0072FF"/>
          </a:solidFill>
        </p:grpSpPr>
        <p:cxnSp>
          <p:nvCxnSpPr>
            <p:cNvPr id="82" name="Straight Connector 81">
              <a:extLst>
                <a:ext uri="{FF2B5EF4-FFF2-40B4-BE49-F238E27FC236}">
                  <a16:creationId xmlns:a16="http://schemas.microsoft.com/office/drawing/2014/main" id="{D0441D2A-FC76-0844-7EA5-B632F99E2E0D}"/>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E0C48DFD-25B4-6AF8-8C94-3C8B50B23C18}"/>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CA6305E-4BEE-7CC0-EE96-38938F764389}"/>
                </a:ext>
              </a:extLst>
            </p:cNvPr>
            <p:cNvCxnSpPr>
              <a:cxnSpLocks/>
            </p:cNvCxnSpPr>
            <p:nvPr/>
          </p:nvCxnSpPr>
          <p:spPr>
            <a:xfrm flipH="1" flipV="1">
              <a:off x="52214" y="654128"/>
              <a:ext cx="0" cy="25968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4" name="Footer Placeholder 3">
            <a:extLst>
              <a:ext uri="{FF2B5EF4-FFF2-40B4-BE49-F238E27FC236}">
                <a16:creationId xmlns:a16="http://schemas.microsoft.com/office/drawing/2014/main" id="{745F02F9-19CB-F108-6F35-1A02C9BECF5E}"/>
              </a:ext>
            </a:extLst>
          </p:cNvPr>
          <p:cNvSpPr>
            <a:spLocks noGrp="1"/>
          </p:cNvSpPr>
          <p:nvPr>
            <p:ph type="ftr" sz="quarter" idx="11"/>
          </p:nvPr>
        </p:nvSpPr>
        <p:spPr>
          <a:xfrm>
            <a:off x="3465443" y="6466114"/>
            <a:ext cx="5261114" cy="255361"/>
          </a:xfrm>
        </p:spPr>
        <p:txBody>
          <a:bodyPr/>
          <a:lstStyle>
            <a:lvl1pPr>
              <a:defRPr sz="1100">
                <a:latin typeface="Arial" panose="020B0604020202020204" pitchFamily="34" charset="0"/>
                <a:cs typeface="Arial" panose="020B0604020202020204" pitchFamily="34" charset="0"/>
              </a:defRPr>
            </a:lvl1pPr>
          </a:lstStyle>
          <a:p>
            <a:r>
              <a:rPr lang="vi-VN"/>
              <a:t>Thực hiện bởi Trường Đại học Công nghệ Thông tin, ĐHQG-HCM</a:t>
            </a:r>
            <a:endParaRPr lang="en-VN" dirty="0"/>
          </a:p>
        </p:txBody>
      </p:sp>
      <p:grpSp>
        <p:nvGrpSpPr>
          <p:cNvPr id="36" name="Group 35">
            <a:extLst>
              <a:ext uri="{FF2B5EF4-FFF2-40B4-BE49-F238E27FC236}">
                <a16:creationId xmlns:a16="http://schemas.microsoft.com/office/drawing/2014/main" id="{11E5AAB4-F14E-4F9C-E123-7635A7EF6275}"/>
              </a:ext>
            </a:extLst>
          </p:cNvPr>
          <p:cNvGrpSpPr/>
          <p:nvPr userDrawn="1"/>
        </p:nvGrpSpPr>
        <p:grpSpPr>
          <a:xfrm>
            <a:off x="-2323526" y="1121391"/>
            <a:ext cx="4841288" cy="5054000"/>
            <a:chOff x="-1259888" y="901609"/>
            <a:chExt cx="4841288" cy="5054000"/>
          </a:xfrm>
        </p:grpSpPr>
        <p:grpSp>
          <p:nvGrpSpPr>
            <p:cNvPr id="6" name="Group 5">
              <a:extLst>
                <a:ext uri="{FF2B5EF4-FFF2-40B4-BE49-F238E27FC236}">
                  <a16:creationId xmlns:a16="http://schemas.microsoft.com/office/drawing/2014/main" id="{A2E31223-939B-D84C-4ACC-CDC6CEB64FEF}"/>
                </a:ext>
              </a:extLst>
            </p:cNvPr>
            <p:cNvGrpSpPr/>
            <p:nvPr userDrawn="1"/>
          </p:nvGrpSpPr>
          <p:grpSpPr>
            <a:xfrm>
              <a:off x="-1225468" y="901609"/>
              <a:ext cx="4806868" cy="664514"/>
              <a:chOff x="0" y="901609"/>
              <a:chExt cx="4806868" cy="664514"/>
            </a:xfrm>
          </p:grpSpPr>
          <p:cxnSp>
            <p:nvCxnSpPr>
              <p:cNvPr id="7" name="Straight Connector 6">
                <a:extLst>
                  <a:ext uri="{FF2B5EF4-FFF2-40B4-BE49-F238E27FC236}">
                    <a16:creationId xmlns:a16="http://schemas.microsoft.com/office/drawing/2014/main" id="{2DB06BED-50E6-B29E-B929-6D7717DB8E5E}"/>
                  </a:ext>
                </a:extLst>
              </p:cNvPr>
              <p:cNvCxnSpPr/>
              <p:nvPr/>
            </p:nvCxnSpPr>
            <p:spPr>
              <a:xfrm>
                <a:off x="0" y="1566123"/>
                <a:ext cx="253393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58C69F9-0B5B-5D9E-7034-C8237177065E}"/>
                  </a:ext>
                </a:extLst>
              </p:cNvPr>
              <p:cNvCxnSpPr>
                <a:cxnSpLocks/>
              </p:cNvCxnSpPr>
              <p:nvPr/>
            </p:nvCxnSpPr>
            <p:spPr>
              <a:xfrm flipV="1">
                <a:off x="2520285" y="1059987"/>
                <a:ext cx="591405" cy="506136"/>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F5F07FD-916F-9286-7ADA-4A2252FCBB28}"/>
                  </a:ext>
                </a:extLst>
              </p:cNvPr>
              <p:cNvCxnSpPr>
                <a:cxnSpLocks/>
              </p:cNvCxnSpPr>
              <p:nvPr/>
            </p:nvCxnSpPr>
            <p:spPr>
              <a:xfrm>
                <a:off x="3111690" y="1059987"/>
                <a:ext cx="13784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23A8BE15-FC97-76D3-BF6B-29B7114D4716}"/>
                  </a:ext>
                </a:extLst>
              </p:cNvPr>
              <p:cNvSpPr/>
              <p:nvPr/>
            </p:nvSpPr>
            <p:spPr>
              <a:xfrm>
                <a:off x="4490113" y="901609"/>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1" name="Group 10">
              <a:extLst>
                <a:ext uri="{FF2B5EF4-FFF2-40B4-BE49-F238E27FC236}">
                  <a16:creationId xmlns:a16="http://schemas.microsoft.com/office/drawing/2014/main" id="{04AB711F-106D-5EA6-AAFA-CF1A979FF6F9}"/>
                </a:ext>
              </a:extLst>
            </p:cNvPr>
            <p:cNvGrpSpPr/>
            <p:nvPr userDrawn="1"/>
          </p:nvGrpSpPr>
          <p:grpSpPr>
            <a:xfrm flipV="1">
              <a:off x="-1225468" y="5291095"/>
              <a:ext cx="4806868" cy="664514"/>
              <a:chOff x="0" y="1232525"/>
              <a:chExt cx="4806868" cy="664514"/>
            </a:xfrm>
          </p:grpSpPr>
          <p:cxnSp>
            <p:nvCxnSpPr>
              <p:cNvPr id="12" name="Straight Connector 11">
                <a:extLst>
                  <a:ext uri="{FF2B5EF4-FFF2-40B4-BE49-F238E27FC236}">
                    <a16:creationId xmlns:a16="http://schemas.microsoft.com/office/drawing/2014/main" id="{5660A401-E892-4348-0DC3-086E4EF0B6E4}"/>
                  </a:ext>
                </a:extLst>
              </p:cNvPr>
              <p:cNvCxnSpPr/>
              <p:nvPr/>
            </p:nvCxnSpPr>
            <p:spPr>
              <a:xfrm>
                <a:off x="0" y="1897039"/>
                <a:ext cx="253393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AFDB122-E638-017C-654A-F8EC6AB0B27F}"/>
                  </a:ext>
                </a:extLst>
              </p:cNvPr>
              <p:cNvCxnSpPr>
                <a:cxnSpLocks/>
              </p:cNvCxnSpPr>
              <p:nvPr/>
            </p:nvCxnSpPr>
            <p:spPr>
              <a:xfrm flipV="1">
                <a:off x="2520285" y="1390903"/>
                <a:ext cx="591405" cy="506136"/>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C676F38-72FE-4F76-7E67-580148C08A51}"/>
                  </a:ext>
                </a:extLst>
              </p:cNvPr>
              <p:cNvCxnSpPr>
                <a:cxnSpLocks/>
              </p:cNvCxnSpPr>
              <p:nvPr/>
            </p:nvCxnSpPr>
            <p:spPr>
              <a:xfrm>
                <a:off x="3111690" y="1390903"/>
                <a:ext cx="13784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B7E06E3C-C182-FD6B-BB7B-4847F4323944}"/>
                  </a:ext>
                </a:extLst>
              </p:cNvPr>
              <p:cNvSpPr/>
              <p:nvPr/>
            </p:nvSpPr>
            <p:spPr>
              <a:xfrm>
                <a:off x="4490113" y="1232525"/>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821F68F9-560D-A608-4130-5D9040FE3F01}"/>
                </a:ext>
              </a:extLst>
            </p:cNvPr>
            <p:cNvGrpSpPr/>
            <p:nvPr userDrawn="1"/>
          </p:nvGrpSpPr>
          <p:grpSpPr>
            <a:xfrm>
              <a:off x="-1225469" y="1860637"/>
              <a:ext cx="3835321" cy="547270"/>
              <a:chOff x="-1" y="1860637"/>
              <a:chExt cx="3835321" cy="547270"/>
            </a:xfrm>
          </p:grpSpPr>
          <p:sp>
            <p:nvSpPr>
              <p:cNvPr id="17" name="Oval 16">
                <a:extLst>
                  <a:ext uri="{FF2B5EF4-FFF2-40B4-BE49-F238E27FC236}">
                    <a16:creationId xmlns:a16="http://schemas.microsoft.com/office/drawing/2014/main" id="{A6A5574E-F30D-A49F-E874-231C445514E4}"/>
                  </a:ext>
                </a:extLst>
              </p:cNvPr>
              <p:cNvSpPr/>
              <p:nvPr/>
            </p:nvSpPr>
            <p:spPr>
              <a:xfrm>
                <a:off x="3518565" y="1860637"/>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8" name="Straight Connector 17">
                <a:extLst>
                  <a:ext uri="{FF2B5EF4-FFF2-40B4-BE49-F238E27FC236}">
                    <a16:creationId xmlns:a16="http://schemas.microsoft.com/office/drawing/2014/main" id="{1AABF66E-DE89-B1F6-062E-2BC96ADE0530}"/>
                  </a:ext>
                </a:extLst>
              </p:cNvPr>
              <p:cNvCxnSpPr/>
              <p:nvPr/>
            </p:nvCxnSpPr>
            <p:spPr>
              <a:xfrm>
                <a:off x="-1" y="2407907"/>
                <a:ext cx="1985654"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B0E2531-6E1E-6A7F-6704-D0334B1AB6C8}"/>
                  </a:ext>
                </a:extLst>
              </p:cNvPr>
              <p:cNvCxnSpPr>
                <a:cxnSpLocks/>
              </p:cNvCxnSpPr>
              <p:nvPr/>
            </p:nvCxnSpPr>
            <p:spPr>
              <a:xfrm flipV="1">
                <a:off x="1974958" y="2019015"/>
                <a:ext cx="463440" cy="388892"/>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F6A1DDC-0D65-0297-E1E5-DC4B2441C524}"/>
                  </a:ext>
                </a:extLst>
              </p:cNvPr>
              <p:cNvCxnSpPr>
                <a:cxnSpLocks/>
              </p:cNvCxnSpPr>
              <p:nvPr/>
            </p:nvCxnSpPr>
            <p:spPr>
              <a:xfrm>
                <a:off x="2438398" y="2019015"/>
                <a:ext cx="1080167"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C25C9018-B01E-F47F-3802-C002B3E7B2AF}"/>
                </a:ext>
              </a:extLst>
            </p:cNvPr>
            <p:cNvGrpSpPr/>
            <p:nvPr userDrawn="1"/>
          </p:nvGrpSpPr>
          <p:grpSpPr>
            <a:xfrm flipV="1">
              <a:off x="-1259888" y="4408929"/>
              <a:ext cx="3835321" cy="547270"/>
              <a:chOff x="-1" y="1860637"/>
              <a:chExt cx="3835321" cy="547270"/>
            </a:xfrm>
          </p:grpSpPr>
          <p:sp>
            <p:nvSpPr>
              <p:cNvPr id="22" name="Oval 21">
                <a:extLst>
                  <a:ext uri="{FF2B5EF4-FFF2-40B4-BE49-F238E27FC236}">
                    <a16:creationId xmlns:a16="http://schemas.microsoft.com/office/drawing/2014/main" id="{17C82ECD-21F2-F43B-6992-AE7FB9F2798F}"/>
                  </a:ext>
                </a:extLst>
              </p:cNvPr>
              <p:cNvSpPr/>
              <p:nvPr/>
            </p:nvSpPr>
            <p:spPr>
              <a:xfrm>
                <a:off x="3518565" y="1860637"/>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3" name="Straight Connector 22">
                <a:extLst>
                  <a:ext uri="{FF2B5EF4-FFF2-40B4-BE49-F238E27FC236}">
                    <a16:creationId xmlns:a16="http://schemas.microsoft.com/office/drawing/2014/main" id="{99F69DC7-3AE7-E60B-2377-4B4F72314B92}"/>
                  </a:ext>
                </a:extLst>
              </p:cNvPr>
              <p:cNvCxnSpPr/>
              <p:nvPr/>
            </p:nvCxnSpPr>
            <p:spPr>
              <a:xfrm>
                <a:off x="-1" y="2407907"/>
                <a:ext cx="1985654"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E27743B-09AF-DFA3-B333-99F4D9A43DFB}"/>
                  </a:ext>
                </a:extLst>
              </p:cNvPr>
              <p:cNvCxnSpPr>
                <a:cxnSpLocks/>
              </p:cNvCxnSpPr>
              <p:nvPr/>
            </p:nvCxnSpPr>
            <p:spPr>
              <a:xfrm flipV="1">
                <a:off x="1974958" y="2019015"/>
                <a:ext cx="463440" cy="388892"/>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9F40737-164C-459C-2ABE-C4DE4A29E373}"/>
                  </a:ext>
                </a:extLst>
              </p:cNvPr>
              <p:cNvCxnSpPr>
                <a:cxnSpLocks/>
              </p:cNvCxnSpPr>
              <p:nvPr/>
            </p:nvCxnSpPr>
            <p:spPr>
              <a:xfrm>
                <a:off x="2438398" y="2019015"/>
                <a:ext cx="1080167"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74A28006-5F76-1896-7905-6715849C97AC}"/>
                </a:ext>
              </a:extLst>
            </p:cNvPr>
            <p:cNvGrpSpPr/>
            <p:nvPr userDrawn="1"/>
          </p:nvGrpSpPr>
          <p:grpSpPr>
            <a:xfrm>
              <a:off x="-1252333" y="2715185"/>
              <a:ext cx="2776521" cy="436736"/>
              <a:chOff x="-26865" y="2715185"/>
              <a:chExt cx="2776521" cy="436736"/>
            </a:xfrm>
          </p:grpSpPr>
          <p:cxnSp>
            <p:nvCxnSpPr>
              <p:cNvPr id="27" name="Straight Connector 26">
                <a:extLst>
                  <a:ext uri="{FF2B5EF4-FFF2-40B4-BE49-F238E27FC236}">
                    <a16:creationId xmlns:a16="http://schemas.microsoft.com/office/drawing/2014/main" id="{02985FB7-4D54-A096-221C-AB21916398BD}"/>
                  </a:ext>
                </a:extLst>
              </p:cNvPr>
              <p:cNvCxnSpPr/>
              <p:nvPr/>
            </p:nvCxnSpPr>
            <p:spPr>
              <a:xfrm>
                <a:off x="-26865" y="3151921"/>
                <a:ext cx="14027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DDEC85B-E1F4-38FE-0E5C-E5850D2C995F}"/>
                  </a:ext>
                </a:extLst>
              </p:cNvPr>
              <p:cNvCxnSpPr>
                <a:cxnSpLocks/>
              </p:cNvCxnSpPr>
              <p:nvPr/>
            </p:nvCxnSpPr>
            <p:spPr>
              <a:xfrm flipV="1">
                <a:off x="1368303" y="2877197"/>
                <a:ext cx="327387" cy="274724"/>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DE6622AE-52DB-9FD4-5FA6-F8C5F2606706}"/>
                  </a:ext>
                </a:extLst>
              </p:cNvPr>
              <p:cNvCxnSpPr>
                <a:cxnSpLocks/>
              </p:cNvCxnSpPr>
              <p:nvPr/>
            </p:nvCxnSpPr>
            <p:spPr>
              <a:xfrm>
                <a:off x="1695690" y="2877197"/>
                <a:ext cx="763061"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69264108-0C61-CCC7-04EF-695A004F44BA}"/>
                  </a:ext>
                </a:extLst>
              </p:cNvPr>
              <p:cNvSpPr/>
              <p:nvPr/>
            </p:nvSpPr>
            <p:spPr>
              <a:xfrm>
                <a:off x="2432901" y="2715185"/>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1" name="Group 30">
              <a:extLst>
                <a:ext uri="{FF2B5EF4-FFF2-40B4-BE49-F238E27FC236}">
                  <a16:creationId xmlns:a16="http://schemas.microsoft.com/office/drawing/2014/main" id="{A1F8E5A4-A013-ABE4-F3E5-36BBEE45994B}"/>
                </a:ext>
              </a:extLst>
            </p:cNvPr>
            <p:cNvGrpSpPr/>
            <p:nvPr userDrawn="1"/>
          </p:nvGrpSpPr>
          <p:grpSpPr>
            <a:xfrm>
              <a:off x="-1225468" y="3843225"/>
              <a:ext cx="2802371" cy="433101"/>
              <a:chOff x="-34420" y="3843718"/>
              <a:chExt cx="2802371" cy="433101"/>
            </a:xfrm>
          </p:grpSpPr>
          <p:cxnSp>
            <p:nvCxnSpPr>
              <p:cNvPr id="32" name="Straight Connector 31">
                <a:extLst>
                  <a:ext uri="{FF2B5EF4-FFF2-40B4-BE49-F238E27FC236}">
                    <a16:creationId xmlns:a16="http://schemas.microsoft.com/office/drawing/2014/main" id="{92CA967D-77D2-F89E-9996-2B247282DA6A}"/>
                  </a:ext>
                </a:extLst>
              </p:cNvPr>
              <p:cNvCxnSpPr/>
              <p:nvPr/>
            </p:nvCxnSpPr>
            <p:spPr>
              <a:xfrm flipV="1">
                <a:off x="-34420" y="3843718"/>
                <a:ext cx="14027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D106A27-9FB0-65D0-E42B-5A9345BBE7A8}"/>
                  </a:ext>
                </a:extLst>
              </p:cNvPr>
              <p:cNvCxnSpPr>
                <a:cxnSpLocks/>
              </p:cNvCxnSpPr>
              <p:nvPr/>
            </p:nvCxnSpPr>
            <p:spPr>
              <a:xfrm>
                <a:off x="1360748" y="3843718"/>
                <a:ext cx="327387" cy="274724"/>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DA310D0-0781-F61D-3188-05A327C3E38C}"/>
                  </a:ext>
                </a:extLst>
              </p:cNvPr>
              <p:cNvCxnSpPr>
                <a:cxnSpLocks/>
              </p:cNvCxnSpPr>
              <p:nvPr/>
            </p:nvCxnSpPr>
            <p:spPr>
              <a:xfrm flipV="1">
                <a:off x="1688135" y="4118442"/>
                <a:ext cx="763061"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74C60948-61FC-2116-FCE6-F05185B2432A}"/>
                  </a:ext>
                </a:extLst>
              </p:cNvPr>
              <p:cNvSpPr/>
              <p:nvPr/>
            </p:nvSpPr>
            <p:spPr>
              <a:xfrm>
                <a:off x="2451196" y="3960064"/>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37" name="Group 36">
            <a:extLst>
              <a:ext uri="{FF2B5EF4-FFF2-40B4-BE49-F238E27FC236}">
                <a16:creationId xmlns:a16="http://schemas.microsoft.com/office/drawing/2014/main" id="{A9D55038-C512-E74F-0316-32FA44AC85DA}"/>
              </a:ext>
            </a:extLst>
          </p:cNvPr>
          <p:cNvGrpSpPr/>
          <p:nvPr userDrawn="1"/>
        </p:nvGrpSpPr>
        <p:grpSpPr>
          <a:xfrm flipH="1">
            <a:off x="9674240" y="1121391"/>
            <a:ext cx="4841288" cy="5054000"/>
            <a:chOff x="-1259888" y="901609"/>
            <a:chExt cx="4841288" cy="5054000"/>
          </a:xfrm>
        </p:grpSpPr>
        <p:grpSp>
          <p:nvGrpSpPr>
            <p:cNvPr id="38" name="Group 37">
              <a:extLst>
                <a:ext uri="{FF2B5EF4-FFF2-40B4-BE49-F238E27FC236}">
                  <a16:creationId xmlns:a16="http://schemas.microsoft.com/office/drawing/2014/main" id="{CC8D5E8A-34C2-98F5-01F2-D2CAA76A0A9E}"/>
                </a:ext>
              </a:extLst>
            </p:cNvPr>
            <p:cNvGrpSpPr/>
            <p:nvPr userDrawn="1"/>
          </p:nvGrpSpPr>
          <p:grpSpPr>
            <a:xfrm>
              <a:off x="-1225468" y="901609"/>
              <a:ext cx="4806868" cy="664514"/>
              <a:chOff x="0" y="901609"/>
              <a:chExt cx="4806868" cy="664514"/>
            </a:xfrm>
          </p:grpSpPr>
          <p:cxnSp>
            <p:nvCxnSpPr>
              <p:cNvPr id="64" name="Straight Connector 63">
                <a:extLst>
                  <a:ext uri="{FF2B5EF4-FFF2-40B4-BE49-F238E27FC236}">
                    <a16:creationId xmlns:a16="http://schemas.microsoft.com/office/drawing/2014/main" id="{E6EEF1F3-D1D1-DEB4-E491-3B5E510B766B}"/>
                  </a:ext>
                </a:extLst>
              </p:cNvPr>
              <p:cNvCxnSpPr/>
              <p:nvPr/>
            </p:nvCxnSpPr>
            <p:spPr>
              <a:xfrm>
                <a:off x="0" y="1566123"/>
                <a:ext cx="253393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6BAF104D-64C5-1843-2B4A-2AEDAF0D6175}"/>
                  </a:ext>
                </a:extLst>
              </p:cNvPr>
              <p:cNvCxnSpPr>
                <a:cxnSpLocks/>
              </p:cNvCxnSpPr>
              <p:nvPr/>
            </p:nvCxnSpPr>
            <p:spPr>
              <a:xfrm flipV="1">
                <a:off x="2520285" y="1059987"/>
                <a:ext cx="591405" cy="506136"/>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591F5277-EE93-31FB-AAD8-F64F97837DDA}"/>
                  </a:ext>
                </a:extLst>
              </p:cNvPr>
              <p:cNvCxnSpPr>
                <a:cxnSpLocks/>
              </p:cNvCxnSpPr>
              <p:nvPr/>
            </p:nvCxnSpPr>
            <p:spPr>
              <a:xfrm>
                <a:off x="3111690" y="1059987"/>
                <a:ext cx="13784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67" name="Oval 66">
                <a:extLst>
                  <a:ext uri="{FF2B5EF4-FFF2-40B4-BE49-F238E27FC236}">
                    <a16:creationId xmlns:a16="http://schemas.microsoft.com/office/drawing/2014/main" id="{36A6A4EA-512C-BD8D-6200-C1B6D161AF96}"/>
                  </a:ext>
                </a:extLst>
              </p:cNvPr>
              <p:cNvSpPr/>
              <p:nvPr/>
            </p:nvSpPr>
            <p:spPr>
              <a:xfrm>
                <a:off x="4490113" y="901609"/>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9" name="Group 38">
              <a:extLst>
                <a:ext uri="{FF2B5EF4-FFF2-40B4-BE49-F238E27FC236}">
                  <a16:creationId xmlns:a16="http://schemas.microsoft.com/office/drawing/2014/main" id="{48417325-5CBC-9245-EBBF-5495BB114BB9}"/>
                </a:ext>
              </a:extLst>
            </p:cNvPr>
            <p:cNvGrpSpPr/>
            <p:nvPr userDrawn="1"/>
          </p:nvGrpSpPr>
          <p:grpSpPr>
            <a:xfrm flipV="1">
              <a:off x="-1225468" y="5291095"/>
              <a:ext cx="4806868" cy="664514"/>
              <a:chOff x="0" y="1232525"/>
              <a:chExt cx="4806868" cy="664514"/>
            </a:xfrm>
          </p:grpSpPr>
          <p:cxnSp>
            <p:nvCxnSpPr>
              <p:cNvPr id="60" name="Straight Connector 59">
                <a:extLst>
                  <a:ext uri="{FF2B5EF4-FFF2-40B4-BE49-F238E27FC236}">
                    <a16:creationId xmlns:a16="http://schemas.microsoft.com/office/drawing/2014/main" id="{2ABA872F-CF9E-97F0-0BEB-43E95F81970F}"/>
                  </a:ext>
                </a:extLst>
              </p:cNvPr>
              <p:cNvCxnSpPr/>
              <p:nvPr/>
            </p:nvCxnSpPr>
            <p:spPr>
              <a:xfrm>
                <a:off x="0" y="1897039"/>
                <a:ext cx="253393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E558871-BCDE-178B-024F-81DBE95811F1}"/>
                  </a:ext>
                </a:extLst>
              </p:cNvPr>
              <p:cNvCxnSpPr>
                <a:cxnSpLocks/>
              </p:cNvCxnSpPr>
              <p:nvPr/>
            </p:nvCxnSpPr>
            <p:spPr>
              <a:xfrm flipV="1">
                <a:off x="2520285" y="1390903"/>
                <a:ext cx="591405" cy="506136"/>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13BB9F5-0BB8-705B-E8A1-5FA6735325E4}"/>
                  </a:ext>
                </a:extLst>
              </p:cNvPr>
              <p:cNvCxnSpPr>
                <a:cxnSpLocks/>
              </p:cNvCxnSpPr>
              <p:nvPr/>
            </p:nvCxnSpPr>
            <p:spPr>
              <a:xfrm>
                <a:off x="3111690" y="1390903"/>
                <a:ext cx="13784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63" name="Oval 62">
                <a:extLst>
                  <a:ext uri="{FF2B5EF4-FFF2-40B4-BE49-F238E27FC236}">
                    <a16:creationId xmlns:a16="http://schemas.microsoft.com/office/drawing/2014/main" id="{2DF72871-077F-48BE-91AF-DE72A1841D14}"/>
                  </a:ext>
                </a:extLst>
              </p:cNvPr>
              <p:cNvSpPr/>
              <p:nvPr/>
            </p:nvSpPr>
            <p:spPr>
              <a:xfrm>
                <a:off x="4490113" y="1232525"/>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 name="Group 39">
              <a:extLst>
                <a:ext uri="{FF2B5EF4-FFF2-40B4-BE49-F238E27FC236}">
                  <a16:creationId xmlns:a16="http://schemas.microsoft.com/office/drawing/2014/main" id="{0917CABE-75B7-599D-4246-DCB5968A10A9}"/>
                </a:ext>
              </a:extLst>
            </p:cNvPr>
            <p:cNvGrpSpPr/>
            <p:nvPr userDrawn="1"/>
          </p:nvGrpSpPr>
          <p:grpSpPr>
            <a:xfrm>
              <a:off x="-1225469" y="1860637"/>
              <a:ext cx="3835321" cy="547270"/>
              <a:chOff x="-1" y="1860637"/>
              <a:chExt cx="3835321" cy="547270"/>
            </a:xfrm>
          </p:grpSpPr>
          <p:sp>
            <p:nvSpPr>
              <p:cNvPr id="56" name="Oval 55">
                <a:extLst>
                  <a:ext uri="{FF2B5EF4-FFF2-40B4-BE49-F238E27FC236}">
                    <a16:creationId xmlns:a16="http://schemas.microsoft.com/office/drawing/2014/main" id="{98A88CE2-C346-6A1C-2ECA-F96ED3759F52}"/>
                  </a:ext>
                </a:extLst>
              </p:cNvPr>
              <p:cNvSpPr/>
              <p:nvPr/>
            </p:nvSpPr>
            <p:spPr>
              <a:xfrm>
                <a:off x="3518565" y="1860637"/>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7" name="Straight Connector 56">
                <a:extLst>
                  <a:ext uri="{FF2B5EF4-FFF2-40B4-BE49-F238E27FC236}">
                    <a16:creationId xmlns:a16="http://schemas.microsoft.com/office/drawing/2014/main" id="{5A2C42DA-B857-1726-C8D9-FE4710E5AF27}"/>
                  </a:ext>
                </a:extLst>
              </p:cNvPr>
              <p:cNvCxnSpPr/>
              <p:nvPr/>
            </p:nvCxnSpPr>
            <p:spPr>
              <a:xfrm>
                <a:off x="-1" y="2407907"/>
                <a:ext cx="1985654"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22A1339-07A9-9E34-F0B5-0FC956E053B1}"/>
                  </a:ext>
                </a:extLst>
              </p:cNvPr>
              <p:cNvCxnSpPr>
                <a:cxnSpLocks/>
              </p:cNvCxnSpPr>
              <p:nvPr/>
            </p:nvCxnSpPr>
            <p:spPr>
              <a:xfrm flipV="1">
                <a:off x="1974958" y="2019015"/>
                <a:ext cx="463440" cy="388892"/>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39CB6646-AD5A-592F-1BBF-6F86BE47C2E5}"/>
                  </a:ext>
                </a:extLst>
              </p:cNvPr>
              <p:cNvCxnSpPr>
                <a:cxnSpLocks/>
              </p:cNvCxnSpPr>
              <p:nvPr/>
            </p:nvCxnSpPr>
            <p:spPr>
              <a:xfrm>
                <a:off x="2438398" y="2019015"/>
                <a:ext cx="1080167"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D2335E1C-3065-23F6-E27F-3F0198899BD3}"/>
                </a:ext>
              </a:extLst>
            </p:cNvPr>
            <p:cNvGrpSpPr/>
            <p:nvPr userDrawn="1"/>
          </p:nvGrpSpPr>
          <p:grpSpPr>
            <a:xfrm flipV="1">
              <a:off x="-1259888" y="4408929"/>
              <a:ext cx="3835321" cy="547270"/>
              <a:chOff x="-1" y="1860637"/>
              <a:chExt cx="3835321" cy="547270"/>
            </a:xfrm>
          </p:grpSpPr>
          <p:sp>
            <p:nvSpPr>
              <p:cNvPr id="52" name="Oval 51">
                <a:extLst>
                  <a:ext uri="{FF2B5EF4-FFF2-40B4-BE49-F238E27FC236}">
                    <a16:creationId xmlns:a16="http://schemas.microsoft.com/office/drawing/2014/main" id="{0054D5F9-BD76-DFA5-747D-63210423AF11}"/>
                  </a:ext>
                </a:extLst>
              </p:cNvPr>
              <p:cNvSpPr/>
              <p:nvPr/>
            </p:nvSpPr>
            <p:spPr>
              <a:xfrm>
                <a:off x="3518565" y="1860637"/>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3" name="Straight Connector 52">
                <a:extLst>
                  <a:ext uri="{FF2B5EF4-FFF2-40B4-BE49-F238E27FC236}">
                    <a16:creationId xmlns:a16="http://schemas.microsoft.com/office/drawing/2014/main" id="{CCE92875-704E-A1B5-07E6-FAEFE45DBA51}"/>
                  </a:ext>
                </a:extLst>
              </p:cNvPr>
              <p:cNvCxnSpPr/>
              <p:nvPr/>
            </p:nvCxnSpPr>
            <p:spPr>
              <a:xfrm>
                <a:off x="-1" y="2407907"/>
                <a:ext cx="1985654"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465DD13-4162-48B0-8660-1DA77169F84E}"/>
                  </a:ext>
                </a:extLst>
              </p:cNvPr>
              <p:cNvCxnSpPr>
                <a:cxnSpLocks/>
              </p:cNvCxnSpPr>
              <p:nvPr/>
            </p:nvCxnSpPr>
            <p:spPr>
              <a:xfrm flipV="1">
                <a:off x="1974958" y="2019015"/>
                <a:ext cx="463440" cy="388892"/>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5D16174-2600-C069-974A-6FEA86E0360D}"/>
                  </a:ext>
                </a:extLst>
              </p:cNvPr>
              <p:cNvCxnSpPr>
                <a:cxnSpLocks/>
              </p:cNvCxnSpPr>
              <p:nvPr/>
            </p:nvCxnSpPr>
            <p:spPr>
              <a:xfrm>
                <a:off x="2438398" y="2019015"/>
                <a:ext cx="1080167"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273999E9-4737-2309-371C-9E0670D1FA16}"/>
                </a:ext>
              </a:extLst>
            </p:cNvPr>
            <p:cNvGrpSpPr/>
            <p:nvPr userDrawn="1"/>
          </p:nvGrpSpPr>
          <p:grpSpPr>
            <a:xfrm>
              <a:off x="-1252333" y="2715185"/>
              <a:ext cx="2776521" cy="436736"/>
              <a:chOff x="-26865" y="2715185"/>
              <a:chExt cx="2776521" cy="436736"/>
            </a:xfrm>
          </p:grpSpPr>
          <p:cxnSp>
            <p:nvCxnSpPr>
              <p:cNvPr id="48" name="Straight Connector 47">
                <a:extLst>
                  <a:ext uri="{FF2B5EF4-FFF2-40B4-BE49-F238E27FC236}">
                    <a16:creationId xmlns:a16="http://schemas.microsoft.com/office/drawing/2014/main" id="{F8BEE6AC-D79B-8E2A-ABF5-4EEEA5212958}"/>
                  </a:ext>
                </a:extLst>
              </p:cNvPr>
              <p:cNvCxnSpPr/>
              <p:nvPr/>
            </p:nvCxnSpPr>
            <p:spPr>
              <a:xfrm>
                <a:off x="-26865" y="3151921"/>
                <a:ext cx="14027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71D58E6-0CF0-201A-6AC4-AC76E73B91AC}"/>
                  </a:ext>
                </a:extLst>
              </p:cNvPr>
              <p:cNvCxnSpPr>
                <a:cxnSpLocks/>
              </p:cNvCxnSpPr>
              <p:nvPr/>
            </p:nvCxnSpPr>
            <p:spPr>
              <a:xfrm flipV="1">
                <a:off x="1368303" y="2877197"/>
                <a:ext cx="327387" cy="274724"/>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3F8ECCF-CC37-3AD1-B56C-A8D4EAB0F408}"/>
                  </a:ext>
                </a:extLst>
              </p:cNvPr>
              <p:cNvCxnSpPr>
                <a:cxnSpLocks/>
              </p:cNvCxnSpPr>
              <p:nvPr/>
            </p:nvCxnSpPr>
            <p:spPr>
              <a:xfrm>
                <a:off x="1695690" y="2877197"/>
                <a:ext cx="763061"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31674892-B2C7-136E-8594-C11B8E269F87}"/>
                  </a:ext>
                </a:extLst>
              </p:cNvPr>
              <p:cNvSpPr/>
              <p:nvPr/>
            </p:nvSpPr>
            <p:spPr>
              <a:xfrm>
                <a:off x="2432901" y="2715185"/>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3" name="Group 42">
              <a:extLst>
                <a:ext uri="{FF2B5EF4-FFF2-40B4-BE49-F238E27FC236}">
                  <a16:creationId xmlns:a16="http://schemas.microsoft.com/office/drawing/2014/main" id="{831C3464-516C-C4D2-7CEC-A8FAE9B21FCD}"/>
                </a:ext>
              </a:extLst>
            </p:cNvPr>
            <p:cNvGrpSpPr/>
            <p:nvPr userDrawn="1"/>
          </p:nvGrpSpPr>
          <p:grpSpPr>
            <a:xfrm>
              <a:off x="-1225468" y="3843225"/>
              <a:ext cx="2802371" cy="433101"/>
              <a:chOff x="-34420" y="3843718"/>
              <a:chExt cx="2802371" cy="433101"/>
            </a:xfrm>
          </p:grpSpPr>
          <p:cxnSp>
            <p:nvCxnSpPr>
              <p:cNvPr id="44" name="Straight Connector 43">
                <a:extLst>
                  <a:ext uri="{FF2B5EF4-FFF2-40B4-BE49-F238E27FC236}">
                    <a16:creationId xmlns:a16="http://schemas.microsoft.com/office/drawing/2014/main" id="{408CCADE-8B1D-0E30-0A68-1F46B13BC757}"/>
                  </a:ext>
                </a:extLst>
              </p:cNvPr>
              <p:cNvCxnSpPr/>
              <p:nvPr/>
            </p:nvCxnSpPr>
            <p:spPr>
              <a:xfrm flipV="1">
                <a:off x="-34420" y="3843718"/>
                <a:ext cx="14027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F817E267-84D9-FC0C-E5D5-1DD3288DCC70}"/>
                  </a:ext>
                </a:extLst>
              </p:cNvPr>
              <p:cNvCxnSpPr>
                <a:cxnSpLocks/>
              </p:cNvCxnSpPr>
              <p:nvPr/>
            </p:nvCxnSpPr>
            <p:spPr>
              <a:xfrm>
                <a:off x="1360748" y="3843718"/>
                <a:ext cx="327387" cy="274724"/>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A383401-6B48-1369-8E23-310FBDF1E0DF}"/>
                  </a:ext>
                </a:extLst>
              </p:cNvPr>
              <p:cNvCxnSpPr>
                <a:cxnSpLocks/>
              </p:cNvCxnSpPr>
              <p:nvPr/>
            </p:nvCxnSpPr>
            <p:spPr>
              <a:xfrm flipV="1">
                <a:off x="1688135" y="4118442"/>
                <a:ext cx="763061"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715E2EA8-3EC1-AFA6-AC3A-1F5D01C1902E}"/>
                  </a:ext>
                </a:extLst>
              </p:cNvPr>
              <p:cNvSpPr/>
              <p:nvPr/>
            </p:nvSpPr>
            <p:spPr>
              <a:xfrm>
                <a:off x="2451196" y="3960064"/>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69" name="Oval 68">
            <a:extLst>
              <a:ext uri="{FF2B5EF4-FFF2-40B4-BE49-F238E27FC236}">
                <a16:creationId xmlns:a16="http://schemas.microsoft.com/office/drawing/2014/main" id="{18EDBFE5-F6A7-D377-B524-2A5E293A8580}"/>
              </a:ext>
            </a:extLst>
          </p:cNvPr>
          <p:cNvSpPr/>
          <p:nvPr userDrawn="1"/>
        </p:nvSpPr>
        <p:spPr>
          <a:xfrm>
            <a:off x="82718" y="6583140"/>
            <a:ext cx="233916" cy="233916"/>
          </a:xfrm>
          <a:prstGeom prst="ellipse">
            <a:avLst/>
          </a:prstGeom>
          <a:gradFill flip="none" rotWithShape="1">
            <a:gsLst>
              <a:gs pos="0">
                <a:srgbClr val="0072FF"/>
              </a:gs>
              <a:gs pos="99000">
                <a:srgbClr val="00C6FF"/>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solidFill>
                <a:schemeClr val="bg1"/>
              </a:solidFill>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F24298E1-B4F3-31E6-9C4D-5AE100CD89B6}"/>
              </a:ext>
            </a:extLst>
          </p:cNvPr>
          <p:cNvSpPr>
            <a:spLocks noGrp="1"/>
          </p:cNvSpPr>
          <p:nvPr>
            <p:ph type="sldNum" sz="quarter" idx="12"/>
          </p:nvPr>
        </p:nvSpPr>
        <p:spPr>
          <a:xfrm>
            <a:off x="58527" y="6566400"/>
            <a:ext cx="291600" cy="291600"/>
          </a:xfrm>
        </p:spPr>
        <p:txBody>
          <a:bodyPr/>
          <a:lstStyle>
            <a:lvl1pPr algn="ctr">
              <a:defRPr lang="en-VN" sz="700" kern="1200" smtClean="0">
                <a:solidFill>
                  <a:schemeClr val="bg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70" name="TextBox 69">
            <a:extLst>
              <a:ext uri="{FF2B5EF4-FFF2-40B4-BE49-F238E27FC236}">
                <a16:creationId xmlns:a16="http://schemas.microsoft.com/office/drawing/2014/main" id="{03E32705-3D72-A324-09E4-62DB4F73E8B8}"/>
              </a:ext>
            </a:extLst>
          </p:cNvPr>
          <p:cNvSpPr txBox="1"/>
          <p:nvPr userDrawn="1"/>
        </p:nvSpPr>
        <p:spPr>
          <a:xfrm>
            <a:off x="4702630" y="640081"/>
            <a:ext cx="3028822" cy="646331"/>
          </a:xfrm>
          <a:prstGeom prst="rect">
            <a:avLst/>
          </a:prstGeom>
          <a:gradFill>
            <a:gsLst>
              <a:gs pos="0">
                <a:srgbClr val="0072FF"/>
              </a:gs>
              <a:gs pos="100000">
                <a:srgbClr val="00C6FF"/>
              </a:gs>
            </a:gsLst>
            <a:path path="shape">
              <a:fillToRect l="50000" t="50000" r="50000" b="50000"/>
            </a:path>
          </a:gradFill>
        </p:spPr>
        <p:txBody>
          <a:bodyPr wrap="square" rtlCol="0" anchor="ctr">
            <a:spAutoFit/>
          </a:bodyPr>
          <a:lstStyle/>
          <a:p>
            <a:pPr algn="ctr"/>
            <a:endParaRPr lang="en-VN" sz="3600" b="1" dirty="0">
              <a:solidFill>
                <a:schemeClr val="bg1"/>
              </a:solidFill>
              <a:latin typeface="Times New Roman" panose="02020603050405020304" pitchFamily="18" charset="0"/>
              <a:cs typeface="Times New Roman" panose="02020603050405020304" pitchFamily="18" charset="0"/>
            </a:endParaRPr>
          </a:p>
        </p:txBody>
      </p:sp>
      <p:sp>
        <p:nvSpPr>
          <p:cNvPr id="73" name="Text Placeholder 72">
            <a:extLst>
              <a:ext uri="{FF2B5EF4-FFF2-40B4-BE49-F238E27FC236}">
                <a16:creationId xmlns:a16="http://schemas.microsoft.com/office/drawing/2014/main" id="{76C3F59F-1B16-EF53-7B37-4235433DF423}"/>
              </a:ext>
            </a:extLst>
          </p:cNvPr>
          <p:cNvSpPr>
            <a:spLocks noGrp="1"/>
          </p:cNvSpPr>
          <p:nvPr>
            <p:ph type="body" sz="quarter" idx="13" hasCustomPrompt="1"/>
          </p:nvPr>
        </p:nvSpPr>
        <p:spPr>
          <a:xfrm>
            <a:off x="2033899" y="1559014"/>
            <a:ext cx="8124204" cy="4153664"/>
          </a:xfrm>
        </p:spPr>
        <p:txBody>
          <a:bodyPr anchor="ctr">
            <a:normAutofit/>
          </a:bodyPr>
          <a:lstStyle>
            <a:lvl1pPr marL="514350" indent="-514350" algn="just">
              <a:lnSpc>
                <a:spcPct val="130000"/>
              </a:lnSpc>
              <a:spcBef>
                <a:spcPts val="300"/>
              </a:spcBef>
              <a:spcAft>
                <a:spcPts val="300"/>
              </a:spcAft>
              <a:buFont typeface="+mj-lt"/>
              <a:buAutoNum type="arabicPeriod"/>
              <a:defRPr sz="2800">
                <a:latin typeface="Arial" panose="020B0604020202020204" pitchFamily="34" charset="0"/>
                <a:cs typeface="Arial" panose="020B0604020202020204" pitchFamily="34" charset="0"/>
              </a:defRPr>
            </a:lvl1pPr>
            <a:lvl2pPr marL="914400" indent="-457200" algn="ctr">
              <a:buFont typeface="+mj-lt"/>
              <a:buAutoNum type="arabicPeriod"/>
              <a:defRPr>
                <a:latin typeface="Arial" panose="020B0604020202020204" pitchFamily="34" charset="0"/>
                <a:cs typeface="Arial" panose="020B0604020202020204" pitchFamily="34" charset="0"/>
              </a:defRPr>
            </a:lvl2pPr>
            <a:lvl3pPr marL="1371600" indent="-457200" algn="ctr">
              <a:buFont typeface="+mj-lt"/>
              <a:buAutoNum type="arabicPeriod"/>
              <a:defRPr>
                <a:latin typeface="Arial" panose="020B0604020202020204" pitchFamily="34" charset="0"/>
                <a:cs typeface="Arial" panose="020B0604020202020204" pitchFamily="34" charset="0"/>
              </a:defRPr>
            </a:lvl3pPr>
            <a:lvl4pPr marL="1714500" indent="-342900" algn="ctr">
              <a:buFont typeface="+mj-lt"/>
              <a:buAutoNum type="arabicPeriod"/>
              <a:defRPr>
                <a:latin typeface="Arial" panose="020B0604020202020204" pitchFamily="34" charset="0"/>
                <a:cs typeface="Arial" panose="020B0604020202020204" pitchFamily="34" charset="0"/>
              </a:defRPr>
            </a:lvl4pPr>
            <a:lvl5pPr marL="2171700" indent="-342900" algn="ctr">
              <a:buFont typeface="+mj-lt"/>
              <a:buAutoNum type="arabicPeriod"/>
              <a:defRPr>
                <a:latin typeface="Arial" panose="020B0604020202020204" pitchFamily="34" charset="0"/>
                <a:cs typeface="Arial" panose="020B0604020202020204" pitchFamily="34" charset="0"/>
              </a:defRPr>
            </a:lvl5pPr>
          </a:lstStyle>
          <a:p>
            <a:pPr lvl="0"/>
            <a:r>
              <a:rPr lang="en-US" dirty="0" err="1"/>
              <a:t>Mục</a:t>
            </a:r>
            <a:r>
              <a:rPr lang="en-US" dirty="0"/>
              <a:t> 1</a:t>
            </a:r>
          </a:p>
          <a:p>
            <a:pPr lvl="0"/>
            <a:r>
              <a:rPr lang="en-US" dirty="0" err="1"/>
              <a:t>Mục</a:t>
            </a:r>
            <a:r>
              <a:rPr lang="en-US" dirty="0"/>
              <a:t> 2</a:t>
            </a:r>
          </a:p>
          <a:p>
            <a:pPr lvl="0"/>
            <a:r>
              <a:rPr lang="en-US" dirty="0" err="1"/>
              <a:t>Mục</a:t>
            </a:r>
            <a:r>
              <a:rPr lang="en-US" dirty="0"/>
              <a:t> 3</a:t>
            </a:r>
          </a:p>
          <a:p>
            <a:pPr lvl="0"/>
            <a:r>
              <a:rPr lang="en-US" dirty="0" err="1"/>
              <a:t>Mục</a:t>
            </a:r>
            <a:r>
              <a:rPr lang="en-US" dirty="0"/>
              <a:t> 4</a:t>
            </a:r>
          </a:p>
          <a:p>
            <a:pPr lvl="0"/>
            <a:r>
              <a:rPr lang="en-US" dirty="0" err="1"/>
              <a:t>Mục</a:t>
            </a:r>
            <a:r>
              <a:rPr lang="en-US" dirty="0"/>
              <a:t> 5</a:t>
            </a:r>
          </a:p>
        </p:txBody>
      </p:sp>
      <p:sp>
        <p:nvSpPr>
          <p:cNvPr id="75" name="Isosceles Triangle 12">
            <a:extLst>
              <a:ext uri="{FF2B5EF4-FFF2-40B4-BE49-F238E27FC236}">
                <a16:creationId xmlns:a16="http://schemas.microsoft.com/office/drawing/2014/main" id="{A388E1C1-619D-B3DE-405E-FEBD285E8A4D}"/>
              </a:ext>
            </a:extLst>
          </p:cNvPr>
          <p:cNvSpPr/>
          <p:nvPr userDrawn="1"/>
        </p:nvSpPr>
        <p:spPr>
          <a:xfrm rot="10800000">
            <a:off x="0" y="0"/>
            <a:ext cx="715617" cy="616911"/>
          </a:xfrm>
          <a:prstGeom prst="triangle">
            <a:avLst>
              <a:gd name="adj" fmla="val 100000"/>
            </a:avLst>
          </a:prstGeom>
          <a:solidFill>
            <a:srgbClr val="007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6" name="Group 75">
            <a:extLst>
              <a:ext uri="{FF2B5EF4-FFF2-40B4-BE49-F238E27FC236}">
                <a16:creationId xmlns:a16="http://schemas.microsoft.com/office/drawing/2014/main" id="{7C853EEA-59DB-F0D6-265D-88168C2394BB}"/>
              </a:ext>
            </a:extLst>
          </p:cNvPr>
          <p:cNvGrpSpPr/>
          <p:nvPr userDrawn="1"/>
        </p:nvGrpSpPr>
        <p:grpSpPr>
          <a:xfrm>
            <a:off x="58527" y="40944"/>
            <a:ext cx="2869771" cy="886519"/>
            <a:chOff x="44879" y="27296"/>
            <a:chExt cx="2869771" cy="886519"/>
          </a:xfrm>
          <a:solidFill>
            <a:srgbClr val="0072FF"/>
          </a:solidFill>
        </p:grpSpPr>
        <p:cxnSp>
          <p:nvCxnSpPr>
            <p:cNvPr id="77" name="Straight Connector 76">
              <a:extLst>
                <a:ext uri="{FF2B5EF4-FFF2-40B4-BE49-F238E27FC236}">
                  <a16:creationId xmlns:a16="http://schemas.microsoft.com/office/drawing/2014/main" id="{F437A5D6-1DC7-D389-82D2-23162AC05FBF}"/>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896068C2-8F0E-EB5D-CA9A-7015104FFBD1}"/>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C8D9F136-81C9-C695-8C54-BACD26A69D63}"/>
                </a:ext>
              </a:extLst>
            </p:cNvPr>
            <p:cNvCxnSpPr>
              <a:cxnSpLocks/>
            </p:cNvCxnSpPr>
            <p:nvPr/>
          </p:nvCxnSpPr>
          <p:spPr>
            <a:xfrm flipV="1">
              <a:off x="52214" y="654128"/>
              <a:ext cx="0" cy="25968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2" name="Date Placeholder 1">
            <a:extLst>
              <a:ext uri="{FF2B5EF4-FFF2-40B4-BE49-F238E27FC236}">
                <a16:creationId xmlns:a16="http://schemas.microsoft.com/office/drawing/2014/main" id="{D1B4C13D-5A18-5AEA-36B7-4E32F182BE34}"/>
              </a:ext>
            </a:extLst>
          </p:cNvPr>
          <p:cNvSpPr>
            <a:spLocks noGrp="1"/>
          </p:cNvSpPr>
          <p:nvPr>
            <p:ph type="dt" sz="half" idx="14"/>
          </p:nvPr>
        </p:nvSpPr>
        <p:spPr>
          <a:xfrm>
            <a:off x="796022" y="6454635"/>
            <a:ext cx="2132276" cy="266840"/>
          </a:xfrm>
        </p:spPr>
        <p:txBody>
          <a:bodyPr/>
          <a:lstStyle>
            <a:lvl1pPr>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r>
              <a:rPr lang="en-US"/>
              <a:t>June 2025</a:t>
            </a:r>
            <a:endParaRPr lang="en-US" dirty="0"/>
          </a:p>
        </p:txBody>
      </p:sp>
      <p:sp>
        <p:nvSpPr>
          <p:cNvPr id="68" name="Text Placeholder 67">
            <a:extLst>
              <a:ext uri="{FF2B5EF4-FFF2-40B4-BE49-F238E27FC236}">
                <a16:creationId xmlns:a16="http://schemas.microsoft.com/office/drawing/2014/main" id="{F56C1099-1EF4-24C1-B5E1-A484342C74DE}"/>
              </a:ext>
            </a:extLst>
          </p:cNvPr>
          <p:cNvSpPr>
            <a:spLocks noGrp="1"/>
          </p:cNvSpPr>
          <p:nvPr>
            <p:ph type="body" sz="quarter" idx="15" hasCustomPrompt="1"/>
          </p:nvPr>
        </p:nvSpPr>
        <p:spPr>
          <a:xfrm>
            <a:off x="4859729" y="734646"/>
            <a:ext cx="2714625" cy="457200"/>
          </a:xfrm>
        </p:spPr>
        <p:txBody>
          <a:bodyPr anchor="ctr">
            <a:noAutofit/>
          </a:bodyPr>
          <a:lstStyle>
            <a:lvl1pPr marL="0" indent="0" algn="ctr">
              <a:buNone/>
              <a:defRPr sz="3600" b="1">
                <a:solidFill>
                  <a:schemeClr val="bg1"/>
                </a:solidFill>
                <a:latin typeface="Times New Roman" panose="02020603050405020304" pitchFamily="18" charset="0"/>
                <a:cs typeface="Times New Roman" panose="02020603050405020304" pitchFamily="18" charset="0"/>
              </a:defRPr>
            </a:lvl1pPr>
          </a:lstStyle>
          <a:p>
            <a:pPr lvl="0"/>
            <a:r>
              <a:rPr lang="en-VN" dirty="0"/>
              <a:t>NỘI DUNG</a:t>
            </a:r>
          </a:p>
        </p:txBody>
      </p:sp>
      <p:sp>
        <p:nvSpPr>
          <p:cNvPr id="3" name="Freeform 2">
            <a:extLst>
              <a:ext uri="{FF2B5EF4-FFF2-40B4-BE49-F238E27FC236}">
                <a16:creationId xmlns:a16="http://schemas.microsoft.com/office/drawing/2014/main" id="{B50720F1-D33A-570A-ED4C-A35648E701D3}"/>
              </a:ext>
            </a:extLst>
          </p:cNvPr>
          <p:cNvSpPr/>
          <p:nvPr userDrawn="1"/>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Tree>
    <p:extLst>
      <p:ext uri="{BB962C8B-B14F-4D97-AF65-F5344CB8AC3E}">
        <p14:creationId xmlns:p14="http://schemas.microsoft.com/office/powerpoint/2010/main" val="3108181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êu đề chương">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76021CEA-9826-5DD2-8F9F-FCB0E58DFFA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1"/>
            <a:ext cx="12192001" cy="6854889"/>
          </a:xfrm>
          <a:prstGeom prst="rect">
            <a:avLst/>
          </a:prstGeom>
        </p:spPr>
      </p:pic>
      <p:sp>
        <p:nvSpPr>
          <p:cNvPr id="7" name="Rectangle 6">
            <a:extLst>
              <a:ext uri="{FF2B5EF4-FFF2-40B4-BE49-F238E27FC236}">
                <a16:creationId xmlns:a16="http://schemas.microsoft.com/office/drawing/2014/main" id="{70A8EA08-4ACD-C298-69F2-2D88060DD062}"/>
              </a:ext>
            </a:extLst>
          </p:cNvPr>
          <p:cNvSpPr/>
          <p:nvPr userDrawn="1"/>
        </p:nvSpPr>
        <p:spPr>
          <a:xfrm>
            <a:off x="-1" y="-3113"/>
            <a:ext cx="12192000" cy="6858000"/>
          </a:xfrm>
          <a:prstGeom prst="rect">
            <a:avLst/>
          </a:prstGeom>
          <a:gradFill flip="none" rotWithShape="1">
            <a:gsLst>
              <a:gs pos="0">
                <a:srgbClr val="0A4671">
                  <a:alpha val="75000"/>
                </a:srgbClr>
              </a:gs>
              <a:gs pos="100000">
                <a:srgbClr val="0A467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8" name="Isosceles Triangle 12">
            <a:extLst>
              <a:ext uri="{FF2B5EF4-FFF2-40B4-BE49-F238E27FC236}">
                <a16:creationId xmlns:a16="http://schemas.microsoft.com/office/drawing/2014/main" id="{A49F0DD3-DC56-8398-42AE-9819F17BDE3D}"/>
              </a:ext>
            </a:extLst>
          </p:cNvPr>
          <p:cNvSpPr/>
          <p:nvPr userDrawn="1"/>
        </p:nvSpPr>
        <p:spPr>
          <a:xfrm rot="10800000">
            <a:off x="0" y="0"/>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8033CAF6-1926-D8C9-805D-C62294874052}"/>
              </a:ext>
            </a:extLst>
          </p:cNvPr>
          <p:cNvGrpSpPr/>
          <p:nvPr userDrawn="1"/>
        </p:nvGrpSpPr>
        <p:grpSpPr>
          <a:xfrm>
            <a:off x="58527" y="40944"/>
            <a:ext cx="2869771" cy="1563379"/>
            <a:chOff x="44879" y="27296"/>
            <a:chExt cx="2869771" cy="1563379"/>
          </a:xfrm>
          <a:solidFill>
            <a:srgbClr val="0072FF"/>
          </a:solidFill>
        </p:grpSpPr>
        <p:cxnSp>
          <p:nvCxnSpPr>
            <p:cNvPr id="20" name="Straight Connector 19">
              <a:extLst>
                <a:ext uri="{FF2B5EF4-FFF2-40B4-BE49-F238E27FC236}">
                  <a16:creationId xmlns:a16="http://schemas.microsoft.com/office/drawing/2014/main" id="{70625E9E-73EA-1C70-6330-DACC8A9A20A2}"/>
                </a:ext>
              </a:extLst>
            </p:cNvPr>
            <p:cNvCxnSpPr>
              <a:cxnSpLocks/>
            </p:cNvCxnSpPr>
            <p:nvPr/>
          </p:nvCxnSpPr>
          <p:spPr>
            <a:xfrm flipH="1">
              <a:off x="766351" y="34631"/>
              <a:ext cx="2148299" cy="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225C7FE-6858-40F1-0A49-2AD56C0D4925}"/>
                </a:ext>
              </a:extLst>
            </p:cNvPr>
            <p:cNvCxnSpPr>
              <a:cxnSpLocks/>
            </p:cNvCxnSpPr>
            <p:nvPr/>
          </p:nvCxnSpPr>
          <p:spPr>
            <a:xfrm flipH="1">
              <a:off x="44879" y="27296"/>
              <a:ext cx="737495" cy="64421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8FBED07-28E7-32D7-F629-E50519173585}"/>
                </a:ext>
              </a:extLst>
            </p:cNvPr>
            <p:cNvCxnSpPr>
              <a:cxnSpLocks/>
            </p:cNvCxnSpPr>
            <p:nvPr/>
          </p:nvCxnSpPr>
          <p:spPr>
            <a:xfrm flipV="1">
              <a:off x="52214" y="654128"/>
              <a:ext cx="0" cy="936547"/>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grpSp>
      <p:sp>
        <p:nvSpPr>
          <p:cNvPr id="23" name="Isosceles Triangle 12">
            <a:extLst>
              <a:ext uri="{FF2B5EF4-FFF2-40B4-BE49-F238E27FC236}">
                <a16:creationId xmlns:a16="http://schemas.microsoft.com/office/drawing/2014/main" id="{5DB9FA21-5387-C238-85F9-516A2379F6C0}"/>
              </a:ext>
            </a:extLst>
          </p:cNvPr>
          <p:cNvSpPr/>
          <p:nvPr userDrawn="1"/>
        </p:nvSpPr>
        <p:spPr>
          <a:xfrm rot="10800000" flipH="1" flipV="1">
            <a:off x="11476383" y="6241089"/>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DFCC0B98-57DA-D911-8CE1-C15A09E2C7EC}"/>
              </a:ext>
            </a:extLst>
          </p:cNvPr>
          <p:cNvGrpSpPr/>
          <p:nvPr userDrawn="1"/>
        </p:nvGrpSpPr>
        <p:grpSpPr>
          <a:xfrm flipH="1" flipV="1">
            <a:off x="9263702" y="5253677"/>
            <a:ext cx="2869771" cy="1563379"/>
            <a:chOff x="44879" y="27296"/>
            <a:chExt cx="2869771" cy="1563379"/>
          </a:xfrm>
          <a:solidFill>
            <a:srgbClr val="0072FF"/>
          </a:solidFill>
        </p:grpSpPr>
        <p:cxnSp>
          <p:nvCxnSpPr>
            <p:cNvPr id="25" name="Straight Connector 24">
              <a:extLst>
                <a:ext uri="{FF2B5EF4-FFF2-40B4-BE49-F238E27FC236}">
                  <a16:creationId xmlns:a16="http://schemas.microsoft.com/office/drawing/2014/main" id="{8B160133-C90F-5924-8C1C-D5FAECA895FD}"/>
                </a:ext>
              </a:extLst>
            </p:cNvPr>
            <p:cNvCxnSpPr>
              <a:cxnSpLocks/>
            </p:cNvCxnSpPr>
            <p:nvPr/>
          </p:nvCxnSpPr>
          <p:spPr>
            <a:xfrm flipH="1">
              <a:off x="766351" y="34631"/>
              <a:ext cx="2148299" cy="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5892685-43A4-5ED1-12EC-FAE1547CC149}"/>
                </a:ext>
              </a:extLst>
            </p:cNvPr>
            <p:cNvCxnSpPr>
              <a:cxnSpLocks/>
            </p:cNvCxnSpPr>
            <p:nvPr/>
          </p:nvCxnSpPr>
          <p:spPr>
            <a:xfrm flipH="1">
              <a:off x="44879" y="27296"/>
              <a:ext cx="737495" cy="64421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92B5B59-89DB-8D47-B8D4-6475631C5C47}"/>
                </a:ext>
              </a:extLst>
            </p:cNvPr>
            <p:cNvCxnSpPr>
              <a:cxnSpLocks/>
            </p:cNvCxnSpPr>
            <p:nvPr/>
          </p:nvCxnSpPr>
          <p:spPr>
            <a:xfrm flipV="1">
              <a:off x="52214" y="654128"/>
              <a:ext cx="0" cy="936547"/>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grpSp>
      <p:sp>
        <p:nvSpPr>
          <p:cNvPr id="31" name="Freeform 30">
            <a:extLst>
              <a:ext uri="{FF2B5EF4-FFF2-40B4-BE49-F238E27FC236}">
                <a16:creationId xmlns:a16="http://schemas.microsoft.com/office/drawing/2014/main" id="{F5D728B6-8658-2A5A-4406-097B8D68238B}"/>
              </a:ext>
            </a:extLst>
          </p:cNvPr>
          <p:cNvSpPr/>
          <p:nvPr userDrawn="1"/>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chemeClr val="bg1"/>
          </a:solidFill>
          <a:ln w="2090" cap="flat">
            <a:noFill/>
            <a:prstDash val="solid"/>
            <a:miter/>
          </a:ln>
        </p:spPr>
        <p:txBody>
          <a:bodyPr rtlCol="0" anchor="ctr"/>
          <a:lstStyle/>
          <a:p>
            <a:endParaRPr lang="en-VN"/>
          </a:p>
        </p:txBody>
      </p:sp>
      <p:sp>
        <p:nvSpPr>
          <p:cNvPr id="33" name="Text Placeholder 32">
            <a:extLst>
              <a:ext uri="{FF2B5EF4-FFF2-40B4-BE49-F238E27FC236}">
                <a16:creationId xmlns:a16="http://schemas.microsoft.com/office/drawing/2014/main" id="{16FB8E2A-4378-29FE-41E3-42BAD72ADA63}"/>
              </a:ext>
            </a:extLst>
          </p:cNvPr>
          <p:cNvSpPr>
            <a:spLocks noGrp="1"/>
          </p:cNvSpPr>
          <p:nvPr userDrawn="1">
            <p:ph type="body" sz="quarter" idx="13" hasCustomPrompt="1"/>
          </p:nvPr>
        </p:nvSpPr>
        <p:spPr>
          <a:xfrm>
            <a:off x="1470929" y="2095027"/>
            <a:ext cx="9941071" cy="884656"/>
          </a:xfrm>
        </p:spPr>
        <p:txBody>
          <a:bodyPr anchor="ctr">
            <a:normAutofit/>
          </a:bodyPr>
          <a:lstStyle>
            <a:lvl1pPr marL="0" indent="0" algn="l" defTabSz="914400" rtl="0" eaLnBrk="1" latinLnBrk="0" hangingPunct="1">
              <a:buNone/>
              <a:defRPr lang="en-VN" sz="4400" b="1" kern="1200" spc="100" dirty="0">
                <a:solidFill>
                  <a:srgbClr val="00F7FF"/>
                </a:solidFill>
                <a:effectLst>
                  <a:innerShdw blurRad="114300">
                    <a:srgbClr val="0072FF"/>
                  </a:innerShdw>
                </a:effectLst>
                <a:latin typeface="Arial" panose="020B0604020202020204" pitchFamily="34" charset="0"/>
                <a:ea typeface="+mn-ea"/>
                <a:cs typeface="Arial" panose="020B0604020202020204" pitchFamily="34" charset="0"/>
              </a:defRPr>
            </a:lvl1pPr>
          </a:lstStyle>
          <a:p>
            <a:pPr lvl="0"/>
            <a:r>
              <a:rPr lang="en-VN" dirty="0"/>
              <a:t>TÊN MỤC</a:t>
            </a:r>
          </a:p>
        </p:txBody>
      </p:sp>
      <p:sp>
        <p:nvSpPr>
          <p:cNvPr id="35" name="Text Placeholder 34">
            <a:extLst>
              <a:ext uri="{FF2B5EF4-FFF2-40B4-BE49-F238E27FC236}">
                <a16:creationId xmlns:a16="http://schemas.microsoft.com/office/drawing/2014/main" id="{5224296A-39BF-05BD-6DFB-8046C021F7C6}"/>
              </a:ext>
            </a:extLst>
          </p:cNvPr>
          <p:cNvSpPr>
            <a:spLocks noGrp="1"/>
          </p:cNvSpPr>
          <p:nvPr userDrawn="1">
            <p:ph type="body" sz="quarter" idx="14" hasCustomPrompt="1"/>
          </p:nvPr>
        </p:nvSpPr>
        <p:spPr>
          <a:xfrm>
            <a:off x="1470930" y="3169159"/>
            <a:ext cx="9941070" cy="695175"/>
          </a:xfrm>
        </p:spPr>
        <p:txBody>
          <a:bodyPr anchor="ctr">
            <a:normAutofit/>
          </a:bodyPr>
          <a:lstStyle>
            <a:lvl1pPr marL="0" indent="0" algn="l" defTabSz="914400" rtl="0" eaLnBrk="1" latinLnBrk="0" hangingPunct="1">
              <a:buNone/>
              <a:defRPr lang="en-VN" sz="2800" b="1" kern="1200" spc="100" dirty="0">
                <a:solidFill>
                  <a:schemeClr val="bg1"/>
                </a:solidFill>
                <a:latin typeface="Times New Roman" panose="02020603050405020304" pitchFamily="18" charset="0"/>
                <a:ea typeface="+mn-ea"/>
                <a:cs typeface="Times New Roman" panose="02020603050405020304" pitchFamily="18" charset="0"/>
              </a:defRPr>
            </a:lvl1pPr>
          </a:lstStyle>
          <a:p>
            <a:pPr lvl="0"/>
            <a:r>
              <a:rPr lang="en-VN" dirty="0"/>
              <a:t>x.x. TÊN MỤC CON (NẾU CÓ)</a:t>
            </a:r>
          </a:p>
        </p:txBody>
      </p:sp>
      <p:sp>
        <p:nvSpPr>
          <p:cNvPr id="37" name="Text Placeholder 36">
            <a:extLst>
              <a:ext uri="{FF2B5EF4-FFF2-40B4-BE49-F238E27FC236}">
                <a16:creationId xmlns:a16="http://schemas.microsoft.com/office/drawing/2014/main" id="{BE1131F0-02AD-0F75-0384-22C665D9450D}"/>
              </a:ext>
            </a:extLst>
          </p:cNvPr>
          <p:cNvSpPr>
            <a:spLocks noGrp="1"/>
          </p:cNvSpPr>
          <p:nvPr userDrawn="1">
            <p:ph type="body" sz="quarter" idx="15" hasCustomPrompt="1"/>
          </p:nvPr>
        </p:nvSpPr>
        <p:spPr>
          <a:xfrm>
            <a:off x="1470930" y="4137397"/>
            <a:ext cx="7147030" cy="916698"/>
          </a:xfrm>
        </p:spPr>
        <p:txBody>
          <a:bodyPr anchor="t">
            <a:normAutofit/>
          </a:bodyPr>
          <a:lstStyle>
            <a:lvl1pPr marL="0" indent="0" algn="l" defTabSz="914400" rtl="0" eaLnBrk="1" latinLnBrk="0" hangingPunct="1">
              <a:lnSpc>
                <a:spcPct val="150000"/>
              </a:lnSpc>
              <a:buNone/>
              <a:defRPr lang="en-US" sz="1000" kern="1200" spc="100" dirty="0" smtClean="0">
                <a:solidFill>
                  <a:schemeClr val="bg1">
                    <a:lumMod val="95000"/>
                  </a:schemeClr>
                </a:solidFill>
                <a:latin typeface="Times New Roman" panose="02020603050405020304" pitchFamily="18" charset="0"/>
                <a:ea typeface="+mn-ea"/>
                <a:cs typeface="Times New Roman" panose="02020603050405020304" pitchFamily="18" charset="0"/>
              </a:defRPr>
            </a:lvl1pPr>
          </a:lstStyle>
          <a:p>
            <a:pPr lvl="0"/>
            <a:r>
              <a:rPr lang="en-VN" dirty="0"/>
              <a:t>(Tóm tắt mục nếu có) </a:t>
            </a:r>
            <a:r>
              <a:rPr lang="en-US" dirty="0"/>
              <a:t>Lorem ipsum dolor sit amet, consectetuer adipiscing elit. Maecenas porttitor congue massa. Fusce posuere, magna sed pulvinar ultricies, purus lectus malesuada libero, sit amet commodo magna eros quis </a:t>
            </a:r>
            <a:r>
              <a:rPr lang="en-US" dirty="0" err="1"/>
              <a:t>urna</a:t>
            </a:r>
            <a:r>
              <a:rPr lang="en-US" dirty="0"/>
              <a:t>.</a:t>
            </a:r>
          </a:p>
        </p:txBody>
      </p:sp>
      <p:sp>
        <p:nvSpPr>
          <p:cNvPr id="39" name="Text Placeholder 38">
            <a:extLst>
              <a:ext uri="{FF2B5EF4-FFF2-40B4-BE49-F238E27FC236}">
                <a16:creationId xmlns:a16="http://schemas.microsoft.com/office/drawing/2014/main" id="{9E2EB23E-8F15-CEEB-55D8-12309376C6F8}"/>
              </a:ext>
            </a:extLst>
          </p:cNvPr>
          <p:cNvSpPr>
            <a:spLocks noGrp="1"/>
          </p:cNvSpPr>
          <p:nvPr>
            <p:ph type="body" sz="quarter" idx="16" hasCustomPrompt="1"/>
          </p:nvPr>
        </p:nvSpPr>
        <p:spPr>
          <a:xfrm>
            <a:off x="8896576" y="5231902"/>
            <a:ext cx="2521280" cy="1577819"/>
          </a:xfrm>
        </p:spPr>
        <p:txBody>
          <a:bodyPr>
            <a:normAutofit/>
          </a:bodyPr>
          <a:lstStyle>
            <a:lvl1pPr marL="0" indent="0" algn="r" defTabSz="914400" rtl="0" eaLnBrk="1" latinLnBrk="0" hangingPunct="1">
              <a:buNone/>
              <a:defRPr lang="en-VN" sz="12000" b="1" kern="1200" spc="100" dirty="0">
                <a:solidFill>
                  <a:srgbClr val="00F7FF"/>
                </a:solidFill>
                <a:effectLst>
                  <a:innerShdw blurRad="114300">
                    <a:srgbClr val="0072FF"/>
                  </a:innerShdw>
                </a:effectLst>
                <a:latin typeface="Arial" panose="020B0604020202020204" pitchFamily="34" charset="0"/>
                <a:ea typeface="+mn-ea"/>
                <a:cs typeface="Arial" panose="020B0604020202020204" pitchFamily="34" charset="0"/>
              </a:defRPr>
            </a:lvl1pPr>
          </a:lstStyle>
          <a:p>
            <a:pPr lvl="0"/>
            <a:r>
              <a:rPr lang="en-VN" dirty="0"/>
              <a:t>0x.</a:t>
            </a:r>
          </a:p>
        </p:txBody>
      </p:sp>
      <p:cxnSp>
        <p:nvCxnSpPr>
          <p:cNvPr id="41" name="Straight Connector 40">
            <a:extLst>
              <a:ext uri="{FF2B5EF4-FFF2-40B4-BE49-F238E27FC236}">
                <a16:creationId xmlns:a16="http://schemas.microsoft.com/office/drawing/2014/main" id="{88382EF5-131E-F7DD-C939-044C31C113C7}"/>
              </a:ext>
            </a:extLst>
          </p:cNvPr>
          <p:cNvCxnSpPr/>
          <p:nvPr userDrawn="1"/>
        </p:nvCxnSpPr>
        <p:spPr>
          <a:xfrm>
            <a:off x="1574156" y="2979683"/>
            <a:ext cx="3565003" cy="0"/>
          </a:xfrm>
          <a:prstGeom prst="line">
            <a:avLst/>
          </a:prstGeom>
          <a:ln w="25400" cap="rnd">
            <a:solidFill>
              <a:srgbClr val="00F7FF"/>
            </a:solidFill>
            <a:round/>
          </a:ln>
        </p:spPr>
        <p:style>
          <a:lnRef idx="1">
            <a:schemeClr val="accent1"/>
          </a:lnRef>
          <a:fillRef idx="0">
            <a:schemeClr val="accent1"/>
          </a:fillRef>
          <a:effectRef idx="0">
            <a:schemeClr val="accent1"/>
          </a:effectRef>
          <a:fontRef idx="minor">
            <a:schemeClr val="tx1"/>
          </a:fontRef>
        </p:style>
      </p:cxnSp>
      <p:sp>
        <p:nvSpPr>
          <p:cNvPr id="2" name="Date Placeholder 1">
            <a:extLst>
              <a:ext uri="{FF2B5EF4-FFF2-40B4-BE49-F238E27FC236}">
                <a16:creationId xmlns:a16="http://schemas.microsoft.com/office/drawing/2014/main" id="{91C15ADC-6970-920B-F52B-57201C4697FC}"/>
              </a:ext>
            </a:extLst>
          </p:cNvPr>
          <p:cNvSpPr>
            <a:spLocks noGrp="1"/>
          </p:cNvSpPr>
          <p:nvPr>
            <p:ph type="dt" sz="half" idx="17"/>
          </p:nvPr>
        </p:nvSpPr>
        <p:spPr>
          <a:xfrm>
            <a:off x="6060300" y="6481647"/>
            <a:ext cx="2090098" cy="239828"/>
          </a:xfrm>
        </p:spPr>
        <p:txBody>
          <a:bodyPr/>
          <a:lstStyle>
            <a:lvl1pPr marL="0" algn="ctr" defTabSz="914400" rtl="0" eaLnBrk="1" latinLnBrk="0" hangingPunct="1">
              <a:defRPr lang="en-US" sz="1100" kern="1200" smtClean="0">
                <a:solidFill>
                  <a:schemeClr val="bg1">
                    <a:lumMod val="85000"/>
                  </a:schemeClr>
                </a:solidFill>
                <a:latin typeface="Arial" panose="020B0604020202020204" pitchFamily="34" charset="0"/>
                <a:ea typeface="+mn-ea"/>
                <a:cs typeface="Arial" panose="020B0604020202020204" pitchFamily="34" charset="0"/>
              </a:defRPr>
            </a:lvl1pPr>
          </a:lstStyle>
          <a:p>
            <a:r>
              <a:rPr lang="en-US"/>
              <a:t>June 2025</a:t>
            </a:r>
            <a:endParaRPr lang="en-US" dirty="0"/>
          </a:p>
        </p:txBody>
      </p:sp>
      <p:sp>
        <p:nvSpPr>
          <p:cNvPr id="3" name="Footer Placeholder 2">
            <a:extLst>
              <a:ext uri="{FF2B5EF4-FFF2-40B4-BE49-F238E27FC236}">
                <a16:creationId xmlns:a16="http://schemas.microsoft.com/office/drawing/2014/main" id="{DDBDDEB0-1D95-2535-D22B-34266EA304CC}"/>
              </a:ext>
            </a:extLst>
          </p:cNvPr>
          <p:cNvSpPr>
            <a:spLocks noGrp="1"/>
          </p:cNvSpPr>
          <p:nvPr>
            <p:ph type="ftr" sz="quarter" idx="18"/>
          </p:nvPr>
        </p:nvSpPr>
        <p:spPr>
          <a:xfrm>
            <a:off x="838200" y="6481647"/>
            <a:ext cx="4475922" cy="239828"/>
          </a:xfrm>
        </p:spPr>
        <p:txBody>
          <a:bodyPr/>
          <a:lstStyle>
            <a:lvl1pPr marL="0" algn="ctr" defTabSz="914400" rtl="0" eaLnBrk="1" latinLnBrk="0" hangingPunct="1">
              <a:defRPr lang="vi-VN" sz="1100" kern="1200" smtClean="0">
                <a:solidFill>
                  <a:schemeClr val="bg1">
                    <a:lumMod val="8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vi-VN" dirty="0"/>
          </a:p>
        </p:txBody>
      </p:sp>
      <p:grpSp>
        <p:nvGrpSpPr>
          <p:cNvPr id="4" name="Group 3">
            <a:extLst>
              <a:ext uri="{FF2B5EF4-FFF2-40B4-BE49-F238E27FC236}">
                <a16:creationId xmlns:a16="http://schemas.microsoft.com/office/drawing/2014/main" id="{B1AA7010-A78E-2DCB-8D89-28F704E05138}"/>
              </a:ext>
            </a:extLst>
          </p:cNvPr>
          <p:cNvGrpSpPr/>
          <p:nvPr userDrawn="1"/>
        </p:nvGrpSpPr>
        <p:grpSpPr>
          <a:xfrm>
            <a:off x="16026" y="4629289"/>
            <a:ext cx="434350" cy="2228711"/>
            <a:chOff x="16026" y="4629289"/>
            <a:chExt cx="434350" cy="2228711"/>
          </a:xfrm>
          <a:gradFill flip="none" rotWithShape="1">
            <a:gsLst>
              <a:gs pos="0">
                <a:srgbClr val="00F7FF"/>
              </a:gs>
              <a:gs pos="100000">
                <a:srgbClr val="00F7FF">
                  <a:alpha val="0"/>
                </a:srgbClr>
              </a:gs>
            </a:gsLst>
            <a:lin ang="16200000" scaled="1"/>
            <a:tileRect/>
          </a:gradFill>
        </p:grpSpPr>
        <p:sp>
          <p:nvSpPr>
            <p:cNvPr id="14" name="Rectangle 13">
              <a:extLst>
                <a:ext uri="{FF2B5EF4-FFF2-40B4-BE49-F238E27FC236}">
                  <a16:creationId xmlns:a16="http://schemas.microsoft.com/office/drawing/2014/main" id="{B96A6D30-76D9-ADFA-439D-D8ACD753FA68}"/>
                </a:ext>
              </a:extLst>
            </p:cNvPr>
            <p:cNvSpPr/>
            <p:nvPr userDrawn="1"/>
          </p:nvSpPr>
          <p:spPr>
            <a:xfrm>
              <a:off x="16026" y="4629289"/>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2A54932-7153-1124-6FAB-6B0BCE7F15CF}"/>
                </a:ext>
              </a:extLst>
            </p:cNvPr>
            <p:cNvSpPr/>
            <p:nvPr userDrawn="1"/>
          </p:nvSpPr>
          <p:spPr>
            <a:xfrm>
              <a:off x="16026" y="5005641"/>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F11FFE3-7A74-DE46-A817-485EEBD35CEF}"/>
                </a:ext>
              </a:extLst>
            </p:cNvPr>
            <p:cNvSpPr/>
            <p:nvPr userDrawn="1"/>
          </p:nvSpPr>
          <p:spPr>
            <a:xfrm>
              <a:off x="16026" y="5381993"/>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7" name="Rectangle 16">
              <a:extLst>
                <a:ext uri="{FF2B5EF4-FFF2-40B4-BE49-F238E27FC236}">
                  <a16:creationId xmlns:a16="http://schemas.microsoft.com/office/drawing/2014/main" id="{37189745-CA80-BAF4-D0A4-5251C5A38265}"/>
                </a:ext>
              </a:extLst>
            </p:cNvPr>
            <p:cNvSpPr/>
            <p:nvPr userDrawn="1"/>
          </p:nvSpPr>
          <p:spPr>
            <a:xfrm>
              <a:off x="16026" y="5758345"/>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664A45EE-E6B0-E916-950B-83B5D9C719DA}"/>
                </a:ext>
              </a:extLst>
            </p:cNvPr>
            <p:cNvSpPr/>
            <p:nvPr userDrawn="1"/>
          </p:nvSpPr>
          <p:spPr>
            <a:xfrm>
              <a:off x="16026" y="6134697"/>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C05BCF47-41EA-DC9C-B39C-19996485644F}"/>
                </a:ext>
              </a:extLst>
            </p:cNvPr>
            <p:cNvSpPr/>
            <p:nvPr userDrawn="1"/>
          </p:nvSpPr>
          <p:spPr>
            <a:xfrm>
              <a:off x="16026" y="6511050"/>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29" name="Oval 28">
            <a:extLst>
              <a:ext uri="{FF2B5EF4-FFF2-40B4-BE49-F238E27FC236}">
                <a16:creationId xmlns:a16="http://schemas.microsoft.com/office/drawing/2014/main" id="{D48BE0DC-C12B-7B32-5521-E1BCC5CB89B7}"/>
              </a:ext>
            </a:extLst>
          </p:cNvPr>
          <p:cNvSpPr/>
          <p:nvPr/>
        </p:nvSpPr>
        <p:spPr>
          <a:xfrm>
            <a:off x="95208" y="6583150"/>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BB42E132-2B15-1D22-000B-D9DC548D1B2D}"/>
              </a:ext>
            </a:extLst>
          </p:cNvPr>
          <p:cNvSpPr>
            <a:spLocks noGrp="1"/>
          </p:cNvSpPr>
          <p:nvPr userDrawn="1">
            <p:ph type="sldNum" sz="quarter" idx="12"/>
          </p:nvPr>
        </p:nvSpPr>
        <p:spPr>
          <a:xfrm>
            <a:off x="65862" y="6542216"/>
            <a:ext cx="292608" cy="315784"/>
          </a:xfrm>
        </p:spPr>
        <p:txBody>
          <a:bodyPr/>
          <a:lstStyle>
            <a:lvl1pPr marL="0" algn="ctr" defTabSz="914400" rtl="0" eaLnBrk="1" latinLnBrk="0" hangingPunct="1">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Tree>
    <p:extLst>
      <p:ext uri="{BB962C8B-B14F-4D97-AF65-F5344CB8AC3E}">
        <p14:creationId xmlns:p14="http://schemas.microsoft.com/office/powerpoint/2010/main" val="3561402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Noi dung">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D6D55076-2521-0210-0FB5-E329AB53FF7F}"/>
              </a:ext>
            </a:extLst>
          </p:cNvPr>
          <p:cNvSpPr/>
          <p:nvPr userDrawn="1"/>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Isosceles Triangle 12">
            <a:extLst>
              <a:ext uri="{FF2B5EF4-FFF2-40B4-BE49-F238E27FC236}">
                <a16:creationId xmlns:a16="http://schemas.microsoft.com/office/drawing/2014/main" id="{C8EDB823-A30A-47C8-25D2-A9B8E2AED349}"/>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8E509037-4CE1-ED5D-C6FC-8CA081A0A39F}"/>
              </a:ext>
            </a:extLst>
          </p:cNvPr>
          <p:cNvGrpSpPr/>
          <p:nvPr userDrawn="1"/>
        </p:nvGrpSpPr>
        <p:grpSpPr>
          <a:xfrm>
            <a:off x="58527" y="54292"/>
            <a:ext cx="2869771" cy="1563379"/>
            <a:chOff x="44879" y="27296"/>
            <a:chExt cx="2869771" cy="1563379"/>
          </a:xfrm>
          <a:solidFill>
            <a:srgbClr val="0072FF"/>
          </a:solidFill>
        </p:grpSpPr>
        <p:cxnSp>
          <p:nvCxnSpPr>
            <p:cNvPr id="9" name="Straight Connector 8">
              <a:extLst>
                <a:ext uri="{FF2B5EF4-FFF2-40B4-BE49-F238E27FC236}">
                  <a16:creationId xmlns:a16="http://schemas.microsoft.com/office/drawing/2014/main" id="{70B4ADA5-DE61-CAE3-8EC7-FC27E8BC1D55}"/>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E7213C0-7CE0-59BB-B719-DC871B564E8C}"/>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4AE7820-5FA4-F879-12FF-D34B0A957EF6}"/>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2" name="Isosceles Triangle 12">
            <a:extLst>
              <a:ext uri="{FF2B5EF4-FFF2-40B4-BE49-F238E27FC236}">
                <a16:creationId xmlns:a16="http://schemas.microsoft.com/office/drawing/2014/main" id="{17B543D4-758D-BD1C-FCD1-D6196FEF3479}"/>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7BE735-40A7-63BD-ABCF-0C393CEC8682}"/>
              </a:ext>
            </a:extLst>
          </p:cNvPr>
          <p:cNvSpPr>
            <a:spLocks noGrp="1"/>
          </p:cNvSpPr>
          <p:nvPr>
            <p:ph type="title" hasCustomPrompt="1"/>
          </p:nvPr>
        </p:nvSpPr>
        <p:spPr>
          <a:xfrm>
            <a:off x="774145" y="223964"/>
            <a:ext cx="10579655" cy="785896"/>
          </a:xfrm>
        </p:spPr>
        <p:txBody>
          <a:bodyPr>
            <a:normAutofit/>
          </a:bodyPr>
          <a:lstStyle>
            <a:lvl1pPr>
              <a:lnSpc>
                <a:spcPct val="120000"/>
              </a:lnSpc>
              <a:spcBef>
                <a:spcPts val="200"/>
              </a:spcBef>
              <a:spcAft>
                <a:spcPts val="200"/>
              </a:spcAft>
              <a:defRPr sz="4400"/>
            </a:lvl1pPr>
          </a:lstStyle>
          <a:p>
            <a:r>
              <a:rPr lang="en-US" dirty="0" err="1"/>
              <a:t>Nhập</a:t>
            </a:r>
            <a:r>
              <a:rPr lang="en-US" dirty="0"/>
              <a:t> </a:t>
            </a:r>
            <a:r>
              <a:rPr lang="en-US" dirty="0" err="1"/>
              <a:t>tiêu</a:t>
            </a:r>
            <a:r>
              <a:rPr lang="en-US" dirty="0"/>
              <a:t> </a:t>
            </a:r>
            <a:r>
              <a:rPr lang="en-US" dirty="0" err="1"/>
              <a:t>đề</a:t>
            </a:r>
            <a:endParaRPr lang="en-VN" dirty="0"/>
          </a:p>
        </p:txBody>
      </p:sp>
      <p:sp>
        <p:nvSpPr>
          <p:cNvPr id="3" name="Content Placeholder 2">
            <a:extLst>
              <a:ext uri="{FF2B5EF4-FFF2-40B4-BE49-F238E27FC236}">
                <a16:creationId xmlns:a16="http://schemas.microsoft.com/office/drawing/2014/main" id="{1923943F-B5CB-101B-ED28-FD0D9E84E1C1}"/>
              </a:ext>
            </a:extLst>
          </p:cNvPr>
          <p:cNvSpPr>
            <a:spLocks noGrp="1"/>
          </p:cNvSpPr>
          <p:nvPr>
            <p:ph idx="1" hasCustomPrompt="1"/>
          </p:nvPr>
        </p:nvSpPr>
        <p:spPr>
          <a:xfrm>
            <a:off x="774145" y="1233824"/>
            <a:ext cx="10579654" cy="4943139"/>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a:t>
            </a:r>
            <a:endParaRPr lang="en-VN" dirty="0"/>
          </a:p>
        </p:txBody>
      </p:sp>
      <p:sp>
        <p:nvSpPr>
          <p:cNvPr id="5" name="Footer Placeholder 4">
            <a:extLst>
              <a:ext uri="{FF2B5EF4-FFF2-40B4-BE49-F238E27FC236}">
                <a16:creationId xmlns:a16="http://schemas.microsoft.com/office/drawing/2014/main" id="{A269E902-5084-53A0-D082-6066977D82D2}"/>
              </a:ext>
            </a:extLst>
          </p:cNvPr>
          <p:cNvSpPr>
            <a:spLocks noGrp="1"/>
          </p:cNvSpPr>
          <p:nvPr>
            <p:ph type="ftr" sz="quarter" idx="11"/>
          </p:nvPr>
        </p:nvSpPr>
        <p:spPr>
          <a:xfrm>
            <a:off x="774146" y="6475620"/>
            <a:ext cx="4311788" cy="263110"/>
          </a:xfrm>
        </p:spPr>
        <p:txBody>
          <a:bodyPr/>
          <a:lstStyle>
            <a:lvl1pPr marL="0" algn="l" defTabSz="914400" rtl="0" eaLnBrk="1" latinLnBrk="0" hangingPunct="1">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en-VN" dirty="0"/>
          </a:p>
        </p:txBody>
      </p:sp>
      <p:grpSp>
        <p:nvGrpSpPr>
          <p:cNvPr id="20" name="Group 19">
            <a:extLst>
              <a:ext uri="{FF2B5EF4-FFF2-40B4-BE49-F238E27FC236}">
                <a16:creationId xmlns:a16="http://schemas.microsoft.com/office/drawing/2014/main" id="{7686288E-7104-5D70-BEE0-35C308EBDA64}"/>
              </a:ext>
            </a:extLst>
          </p:cNvPr>
          <p:cNvGrpSpPr/>
          <p:nvPr userDrawn="1"/>
        </p:nvGrpSpPr>
        <p:grpSpPr>
          <a:xfrm>
            <a:off x="16026" y="4629289"/>
            <a:ext cx="434350" cy="2228711"/>
            <a:chOff x="16026" y="4629289"/>
            <a:chExt cx="434350" cy="2228711"/>
          </a:xfrm>
          <a:gradFill flip="none" rotWithShape="1">
            <a:gsLst>
              <a:gs pos="0">
                <a:srgbClr val="0072FF"/>
              </a:gs>
              <a:gs pos="100000">
                <a:srgbClr val="00C6FF">
                  <a:alpha val="0"/>
                </a:srgbClr>
              </a:gs>
            </a:gsLst>
            <a:lin ang="16200000" scaled="1"/>
            <a:tileRect/>
          </a:gradFill>
        </p:grpSpPr>
        <p:sp>
          <p:nvSpPr>
            <p:cNvPr id="23" name="Rectangle 22">
              <a:extLst>
                <a:ext uri="{FF2B5EF4-FFF2-40B4-BE49-F238E27FC236}">
                  <a16:creationId xmlns:a16="http://schemas.microsoft.com/office/drawing/2014/main" id="{A13CBF57-2F7D-2F8B-E033-48DD98A5DC35}"/>
                </a:ext>
              </a:extLst>
            </p:cNvPr>
            <p:cNvSpPr/>
            <p:nvPr userDrawn="1"/>
          </p:nvSpPr>
          <p:spPr>
            <a:xfrm>
              <a:off x="16026" y="4629289"/>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CD65719-8246-A233-C1B4-DB819BF7BDF6}"/>
                </a:ext>
              </a:extLst>
            </p:cNvPr>
            <p:cNvSpPr/>
            <p:nvPr userDrawn="1"/>
          </p:nvSpPr>
          <p:spPr>
            <a:xfrm>
              <a:off x="16026" y="5005641"/>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1304AFD-95A6-09D5-127B-FE511B7DAAFF}"/>
                </a:ext>
              </a:extLst>
            </p:cNvPr>
            <p:cNvSpPr/>
            <p:nvPr userDrawn="1"/>
          </p:nvSpPr>
          <p:spPr>
            <a:xfrm>
              <a:off x="16026" y="5381993"/>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6" name="Rectangle 25">
              <a:extLst>
                <a:ext uri="{FF2B5EF4-FFF2-40B4-BE49-F238E27FC236}">
                  <a16:creationId xmlns:a16="http://schemas.microsoft.com/office/drawing/2014/main" id="{790A148C-3EA2-CE72-6D2A-813DD2AE8F6A}"/>
                </a:ext>
              </a:extLst>
            </p:cNvPr>
            <p:cNvSpPr/>
            <p:nvPr userDrawn="1"/>
          </p:nvSpPr>
          <p:spPr>
            <a:xfrm>
              <a:off x="16026" y="5758345"/>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F847E55-C751-3276-D97D-327FE6F09B70}"/>
                </a:ext>
              </a:extLst>
            </p:cNvPr>
            <p:cNvSpPr/>
            <p:nvPr userDrawn="1"/>
          </p:nvSpPr>
          <p:spPr>
            <a:xfrm>
              <a:off x="16026" y="6134697"/>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4BC8C50-583B-E3C0-3421-61D6D2869653}"/>
                </a:ext>
              </a:extLst>
            </p:cNvPr>
            <p:cNvSpPr/>
            <p:nvPr userDrawn="1"/>
          </p:nvSpPr>
          <p:spPr>
            <a:xfrm>
              <a:off x="16026" y="6511050"/>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4" name="Date Placeholder 3">
            <a:extLst>
              <a:ext uri="{FF2B5EF4-FFF2-40B4-BE49-F238E27FC236}">
                <a16:creationId xmlns:a16="http://schemas.microsoft.com/office/drawing/2014/main" id="{85952F19-40DF-B11E-2E00-94556129CFC5}"/>
              </a:ext>
            </a:extLst>
          </p:cNvPr>
          <p:cNvSpPr>
            <a:spLocks noGrp="1"/>
          </p:cNvSpPr>
          <p:nvPr>
            <p:ph type="dt" sz="half" idx="13"/>
          </p:nvPr>
        </p:nvSpPr>
        <p:spPr>
          <a:xfrm>
            <a:off x="6447446" y="6475620"/>
            <a:ext cx="2090098" cy="263110"/>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r>
              <a:rPr lang="en-US"/>
              <a:t>June 2025</a:t>
            </a:r>
            <a:endParaRPr lang="en-US" dirty="0"/>
          </a:p>
        </p:txBody>
      </p:sp>
      <p:sp>
        <p:nvSpPr>
          <p:cNvPr id="18" name="Freeform 17">
            <a:extLst>
              <a:ext uri="{FF2B5EF4-FFF2-40B4-BE49-F238E27FC236}">
                <a16:creationId xmlns:a16="http://schemas.microsoft.com/office/drawing/2014/main" id="{1ABD6798-E834-079A-9087-6CCE6DC47A1C}"/>
              </a:ext>
            </a:extLst>
          </p:cNvPr>
          <p:cNvSpPr/>
          <p:nvPr userDrawn="1"/>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
        <p:nvSpPr>
          <p:cNvPr id="17" name="Oval 16">
            <a:extLst>
              <a:ext uri="{FF2B5EF4-FFF2-40B4-BE49-F238E27FC236}">
                <a16:creationId xmlns:a16="http://schemas.microsoft.com/office/drawing/2014/main" id="{352054BC-1463-3EF3-7931-D0745EFC8FB2}"/>
              </a:ext>
            </a:extLst>
          </p:cNvPr>
          <p:cNvSpPr/>
          <p:nvPr userDrawn="1"/>
        </p:nvSpPr>
        <p:spPr>
          <a:xfrm>
            <a:off x="92963" y="6542941"/>
            <a:ext cx="280476" cy="2804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30B647E7-265A-EC77-C304-8D4B5EFE754E}"/>
              </a:ext>
            </a:extLst>
          </p:cNvPr>
          <p:cNvSpPr>
            <a:spLocks noGrp="1"/>
          </p:cNvSpPr>
          <p:nvPr>
            <p:ph type="sldNum" sz="quarter" idx="12"/>
          </p:nvPr>
        </p:nvSpPr>
        <p:spPr>
          <a:xfrm>
            <a:off x="58380" y="6508358"/>
            <a:ext cx="349642" cy="349642"/>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grpSp>
        <p:nvGrpSpPr>
          <p:cNvPr id="21" name="Group 20">
            <a:extLst>
              <a:ext uri="{FF2B5EF4-FFF2-40B4-BE49-F238E27FC236}">
                <a16:creationId xmlns:a16="http://schemas.microsoft.com/office/drawing/2014/main" id="{D3059818-F2F3-5F00-003B-4650C290CEFC}"/>
              </a:ext>
            </a:extLst>
          </p:cNvPr>
          <p:cNvGrpSpPr/>
          <p:nvPr userDrawn="1"/>
        </p:nvGrpSpPr>
        <p:grpSpPr>
          <a:xfrm flipH="1" flipV="1">
            <a:off x="9265363" y="5246044"/>
            <a:ext cx="2869771" cy="1563379"/>
            <a:chOff x="44879" y="27296"/>
            <a:chExt cx="2869771" cy="1563379"/>
          </a:xfrm>
          <a:solidFill>
            <a:srgbClr val="0072FF"/>
          </a:solidFill>
        </p:grpSpPr>
        <p:cxnSp>
          <p:nvCxnSpPr>
            <p:cNvPr id="30" name="Straight Connector 29">
              <a:extLst>
                <a:ext uri="{FF2B5EF4-FFF2-40B4-BE49-F238E27FC236}">
                  <a16:creationId xmlns:a16="http://schemas.microsoft.com/office/drawing/2014/main" id="{BC135FD3-225C-A927-B168-37E0DE28D2BB}"/>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55F90AC-58AB-1346-F7A3-D261F78FE4D4}"/>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D9DD7A6-464F-211A-A59E-C702305F6D84}"/>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221815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o sanh 1">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D6D55076-2521-0210-0FB5-E329AB53FF7F}"/>
              </a:ext>
            </a:extLst>
          </p:cNvPr>
          <p:cNvSpPr/>
          <p:nvPr userDrawn="1"/>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Isosceles Triangle 12">
            <a:extLst>
              <a:ext uri="{FF2B5EF4-FFF2-40B4-BE49-F238E27FC236}">
                <a16:creationId xmlns:a16="http://schemas.microsoft.com/office/drawing/2014/main" id="{C8EDB823-A30A-47C8-25D2-A9B8E2AED349}"/>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8E509037-4CE1-ED5D-C6FC-8CA081A0A39F}"/>
              </a:ext>
            </a:extLst>
          </p:cNvPr>
          <p:cNvGrpSpPr/>
          <p:nvPr userDrawn="1"/>
        </p:nvGrpSpPr>
        <p:grpSpPr>
          <a:xfrm>
            <a:off x="58527" y="54292"/>
            <a:ext cx="2869771" cy="1563379"/>
            <a:chOff x="44879" y="27296"/>
            <a:chExt cx="2869771" cy="1563379"/>
          </a:xfrm>
          <a:solidFill>
            <a:srgbClr val="0072FF"/>
          </a:solidFill>
        </p:grpSpPr>
        <p:cxnSp>
          <p:nvCxnSpPr>
            <p:cNvPr id="9" name="Straight Connector 8">
              <a:extLst>
                <a:ext uri="{FF2B5EF4-FFF2-40B4-BE49-F238E27FC236}">
                  <a16:creationId xmlns:a16="http://schemas.microsoft.com/office/drawing/2014/main" id="{70B4ADA5-DE61-CAE3-8EC7-FC27E8BC1D55}"/>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E7213C0-7CE0-59BB-B719-DC871B564E8C}"/>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4AE7820-5FA4-F879-12FF-D34B0A957EF6}"/>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2" name="Isosceles Triangle 12">
            <a:extLst>
              <a:ext uri="{FF2B5EF4-FFF2-40B4-BE49-F238E27FC236}">
                <a16:creationId xmlns:a16="http://schemas.microsoft.com/office/drawing/2014/main" id="{17B543D4-758D-BD1C-FCD1-D6196FEF3479}"/>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923943F-B5CB-101B-ED28-FD0D9E84E1C1}"/>
              </a:ext>
            </a:extLst>
          </p:cNvPr>
          <p:cNvSpPr>
            <a:spLocks noGrp="1"/>
          </p:cNvSpPr>
          <p:nvPr>
            <p:ph idx="1" hasCustomPrompt="1"/>
          </p:nvPr>
        </p:nvSpPr>
        <p:spPr>
          <a:xfrm>
            <a:off x="774144" y="1233825"/>
            <a:ext cx="5202000" cy="4943139"/>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 </a:t>
            </a:r>
            <a:r>
              <a:rPr lang="en-US" dirty="0" err="1"/>
              <a:t>cột</a:t>
            </a:r>
            <a:r>
              <a:rPr lang="en-US" dirty="0"/>
              <a:t> 1</a:t>
            </a:r>
            <a:endParaRPr lang="en-VN" dirty="0"/>
          </a:p>
        </p:txBody>
      </p:sp>
      <p:sp>
        <p:nvSpPr>
          <p:cNvPr id="5" name="Footer Placeholder 4">
            <a:extLst>
              <a:ext uri="{FF2B5EF4-FFF2-40B4-BE49-F238E27FC236}">
                <a16:creationId xmlns:a16="http://schemas.microsoft.com/office/drawing/2014/main" id="{A269E902-5084-53A0-D082-6066977D82D2}"/>
              </a:ext>
            </a:extLst>
          </p:cNvPr>
          <p:cNvSpPr>
            <a:spLocks noGrp="1"/>
          </p:cNvSpPr>
          <p:nvPr>
            <p:ph type="ftr" sz="quarter" idx="11"/>
          </p:nvPr>
        </p:nvSpPr>
        <p:spPr>
          <a:xfrm>
            <a:off x="774146" y="6475620"/>
            <a:ext cx="4311788" cy="263110"/>
          </a:xfrm>
        </p:spPr>
        <p:txBody>
          <a:bodyPr/>
          <a:lstStyle>
            <a:lvl1pPr marL="0" algn="l" defTabSz="914400" rtl="0" eaLnBrk="1" latinLnBrk="0" hangingPunct="1">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vi-VN" dirty="0"/>
          </a:p>
        </p:txBody>
      </p:sp>
      <p:grpSp>
        <p:nvGrpSpPr>
          <p:cNvPr id="20" name="Group 19">
            <a:extLst>
              <a:ext uri="{FF2B5EF4-FFF2-40B4-BE49-F238E27FC236}">
                <a16:creationId xmlns:a16="http://schemas.microsoft.com/office/drawing/2014/main" id="{7686288E-7104-5D70-BEE0-35C308EBDA64}"/>
              </a:ext>
            </a:extLst>
          </p:cNvPr>
          <p:cNvGrpSpPr/>
          <p:nvPr userDrawn="1"/>
        </p:nvGrpSpPr>
        <p:grpSpPr>
          <a:xfrm>
            <a:off x="16026" y="4629289"/>
            <a:ext cx="434350" cy="2228711"/>
            <a:chOff x="16026" y="4629289"/>
            <a:chExt cx="434350" cy="2228711"/>
          </a:xfrm>
          <a:gradFill flip="none" rotWithShape="1">
            <a:gsLst>
              <a:gs pos="0">
                <a:srgbClr val="0072FF"/>
              </a:gs>
              <a:gs pos="100000">
                <a:srgbClr val="00C6FF">
                  <a:alpha val="0"/>
                </a:srgbClr>
              </a:gs>
            </a:gsLst>
            <a:lin ang="16200000" scaled="1"/>
            <a:tileRect/>
          </a:gradFill>
        </p:grpSpPr>
        <p:sp>
          <p:nvSpPr>
            <p:cNvPr id="23" name="Rectangle 22">
              <a:extLst>
                <a:ext uri="{FF2B5EF4-FFF2-40B4-BE49-F238E27FC236}">
                  <a16:creationId xmlns:a16="http://schemas.microsoft.com/office/drawing/2014/main" id="{A13CBF57-2F7D-2F8B-E033-48DD98A5DC35}"/>
                </a:ext>
              </a:extLst>
            </p:cNvPr>
            <p:cNvSpPr/>
            <p:nvPr userDrawn="1"/>
          </p:nvSpPr>
          <p:spPr>
            <a:xfrm>
              <a:off x="16026" y="4629289"/>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CD65719-8246-A233-C1B4-DB819BF7BDF6}"/>
                </a:ext>
              </a:extLst>
            </p:cNvPr>
            <p:cNvSpPr/>
            <p:nvPr userDrawn="1"/>
          </p:nvSpPr>
          <p:spPr>
            <a:xfrm>
              <a:off x="16026" y="5005641"/>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1304AFD-95A6-09D5-127B-FE511B7DAAFF}"/>
                </a:ext>
              </a:extLst>
            </p:cNvPr>
            <p:cNvSpPr/>
            <p:nvPr userDrawn="1"/>
          </p:nvSpPr>
          <p:spPr>
            <a:xfrm>
              <a:off x="16026" y="5381993"/>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6" name="Rectangle 25">
              <a:extLst>
                <a:ext uri="{FF2B5EF4-FFF2-40B4-BE49-F238E27FC236}">
                  <a16:creationId xmlns:a16="http://schemas.microsoft.com/office/drawing/2014/main" id="{790A148C-3EA2-CE72-6D2A-813DD2AE8F6A}"/>
                </a:ext>
              </a:extLst>
            </p:cNvPr>
            <p:cNvSpPr/>
            <p:nvPr userDrawn="1"/>
          </p:nvSpPr>
          <p:spPr>
            <a:xfrm>
              <a:off x="16026" y="5758345"/>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F847E55-C751-3276-D97D-327FE6F09B70}"/>
                </a:ext>
              </a:extLst>
            </p:cNvPr>
            <p:cNvSpPr/>
            <p:nvPr userDrawn="1"/>
          </p:nvSpPr>
          <p:spPr>
            <a:xfrm>
              <a:off x="16026" y="6134697"/>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4BC8C50-583B-E3C0-3421-61D6D2869653}"/>
                </a:ext>
              </a:extLst>
            </p:cNvPr>
            <p:cNvSpPr/>
            <p:nvPr userDrawn="1"/>
          </p:nvSpPr>
          <p:spPr>
            <a:xfrm>
              <a:off x="16026" y="6511050"/>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4" name="Date Placeholder 3">
            <a:extLst>
              <a:ext uri="{FF2B5EF4-FFF2-40B4-BE49-F238E27FC236}">
                <a16:creationId xmlns:a16="http://schemas.microsoft.com/office/drawing/2014/main" id="{85952F19-40DF-B11E-2E00-94556129CFC5}"/>
              </a:ext>
            </a:extLst>
          </p:cNvPr>
          <p:cNvSpPr>
            <a:spLocks noGrp="1"/>
          </p:cNvSpPr>
          <p:nvPr>
            <p:ph type="dt" sz="half" idx="13"/>
          </p:nvPr>
        </p:nvSpPr>
        <p:spPr>
          <a:xfrm>
            <a:off x="6447446" y="6475620"/>
            <a:ext cx="2090098" cy="263110"/>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r>
              <a:rPr lang="en-US"/>
              <a:t>June 2025</a:t>
            </a:r>
            <a:endParaRPr lang="en-US" dirty="0"/>
          </a:p>
        </p:txBody>
      </p:sp>
      <p:sp>
        <p:nvSpPr>
          <p:cNvPr id="18" name="Freeform 17">
            <a:extLst>
              <a:ext uri="{FF2B5EF4-FFF2-40B4-BE49-F238E27FC236}">
                <a16:creationId xmlns:a16="http://schemas.microsoft.com/office/drawing/2014/main" id="{1ABD6798-E834-079A-9087-6CCE6DC47A1C}"/>
              </a:ext>
            </a:extLst>
          </p:cNvPr>
          <p:cNvSpPr/>
          <p:nvPr userDrawn="1"/>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
        <p:nvSpPr>
          <p:cNvPr id="17" name="Oval 16">
            <a:extLst>
              <a:ext uri="{FF2B5EF4-FFF2-40B4-BE49-F238E27FC236}">
                <a16:creationId xmlns:a16="http://schemas.microsoft.com/office/drawing/2014/main" id="{352054BC-1463-3EF3-7931-D0745EFC8FB2}"/>
              </a:ext>
            </a:extLst>
          </p:cNvPr>
          <p:cNvSpPr/>
          <p:nvPr userDrawn="1"/>
        </p:nvSpPr>
        <p:spPr>
          <a:xfrm>
            <a:off x="92963" y="6542941"/>
            <a:ext cx="280476" cy="2804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30B647E7-265A-EC77-C304-8D4B5EFE754E}"/>
              </a:ext>
            </a:extLst>
          </p:cNvPr>
          <p:cNvSpPr>
            <a:spLocks noGrp="1"/>
          </p:cNvSpPr>
          <p:nvPr>
            <p:ph type="sldNum" sz="quarter" idx="12"/>
          </p:nvPr>
        </p:nvSpPr>
        <p:spPr>
          <a:xfrm>
            <a:off x="58380" y="6508358"/>
            <a:ext cx="349642" cy="349642"/>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grpSp>
        <p:nvGrpSpPr>
          <p:cNvPr id="21" name="Group 20">
            <a:extLst>
              <a:ext uri="{FF2B5EF4-FFF2-40B4-BE49-F238E27FC236}">
                <a16:creationId xmlns:a16="http://schemas.microsoft.com/office/drawing/2014/main" id="{D3059818-F2F3-5F00-003B-4650C290CEFC}"/>
              </a:ext>
            </a:extLst>
          </p:cNvPr>
          <p:cNvGrpSpPr/>
          <p:nvPr userDrawn="1"/>
        </p:nvGrpSpPr>
        <p:grpSpPr>
          <a:xfrm flipH="1" flipV="1">
            <a:off x="9265363" y="5246044"/>
            <a:ext cx="2869771" cy="1563379"/>
            <a:chOff x="44879" y="27296"/>
            <a:chExt cx="2869771" cy="1563379"/>
          </a:xfrm>
          <a:solidFill>
            <a:srgbClr val="0072FF"/>
          </a:solidFill>
        </p:grpSpPr>
        <p:cxnSp>
          <p:nvCxnSpPr>
            <p:cNvPr id="30" name="Straight Connector 29">
              <a:extLst>
                <a:ext uri="{FF2B5EF4-FFF2-40B4-BE49-F238E27FC236}">
                  <a16:creationId xmlns:a16="http://schemas.microsoft.com/office/drawing/2014/main" id="{BC135FD3-225C-A927-B168-37E0DE28D2BB}"/>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55F90AC-58AB-1346-F7A3-D261F78FE4D4}"/>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D9DD7A6-464F-211A-A59E-C702305F6D84}"/>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4" name="Content Placeholder 2">
            <a:extLst>
              <a:ext uri="{FF2B5EF4-FFF2-40B4-BE49-F238E27FC236}">
                <a16:creationId xmlns:a16="http://schemas.microsoft.com/office/drawing/2014/main" id="{6016DD3F-9640-933C-3B2A-D75E0803D5F1}"/>
              </a:ext>
            </a:extLst>
          </p:cNvPr>
          <p:cNvSpPr>
            <a:spLocks noGrp="1"/>
          </p:cNvSpPr>
          <p:nvPr>
            <p:ph idx="15" hasCustomPrompt="1"/>
          </p:nvPr>
        </p:nvSpPr>
        <p:spPr>
          <a:xfrm>
            <a:off x="6151800" y="1228490"/>
            <a:ext cx="5202000" cy="4943139"/>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 </a:t>
            </a:r>
            <a:r>
              <a:rPr lang="en-US" dirty="0" err="1"/>
              <a:t>cột</a:t>
            </a:r>
            <a:r>
              <a:rPr lang="en-US" dirty="0"/>
              <a:t> 2</a:t>
            </a:r>
            <a:endParaRPr lang="en-VN" dirty="0"/>
          </a:p>
        </p:txBody>
      </p:sp>
      <p:sp>
        <p:nvSpPr>
          <p:cNvPr id="15" name="Title 1">
            <a:extLst>
              <a:ext uri="{FF2B5EF4-FFF2-40B4-BE49-F238E27FC236}">
                <a16:creationId xmlns:a16="http://schemas.microsoft.com/office/drawing/2014/main" id="{187D36B1-517A-D556-9184-ED466900A8D4}"/>
              </a:ext>
            </a:extLst>
          </p:cNvPr>
          <p:cNvSpPr>
            <a:spLocks noGrp="1"/>
          </p:cNvSpPr>
          <p:nvPr>
            <p:ph type="title" hasCustomPrompt="1"/>
          </p:nvPr>
        </p:nvSpPr>
        <p:spPr>
          <a:xfrm>
            <a:off x="774145" y="223964"/>
            <a:ext cx="10579655" cy="785896"/>
          </a:xfrm>
        </p:spPr>
        <p:txBody>
          <a:bodyPr>
            <a:normAutofit/>
          </a:bodyPr>
          <a:lstStyle>
            <a:lvl1pPr>
              <a:lnSpc>
                <a:spcPct val="120000"/>
              </a:lnSpc>
              <a:spcBef>
                <a:spcPts val="200"/>
              </a:spcBef>
              <a:spcAft>
                <a:spcPts val="200"/>
              </a:spcAft>
              <a:defRPr sz="4400"/>
            </a:lvl1pPr>
          </a:lstStyle>
          <a:p>
            <a:r>
              <a:rPr lang="en-US" dirty="0" err="1"/>
              <a:t>Nhập</a:t>
            </a:r>
            <a:r>
              <a:rPr lang="en-US" dirty="0"/>
              <a:t> </a:t>
            </a:r>
            <a:r>
              <a:rPr lang="en-US" dirty="0" err="1"/>
              <a:t>tiêu</a:t>
            </a:r>
            <a:r>
              <a:rPr lang="en-US" dirty="0"/>
              <a:t> </a:t>
            </a:r>
            <a:r>
              <a:rPr lang="en-US" dirty="0" err="1"/>
              <a:t>đề</a:t>
            </a:r>
            <a:endParaRPr lang="en-VN" dirty="0"/>
          </a:p>
        </p:txBody>
      </p:sp>
    </p:spTree>
    <p:extLst>
      <p:ext uri="{BB962C8B-B14F-4D97-AF65-F5344CB8AC3E}">
        <p14:creationId xmlns:p14="http://schemas.microsoft.com/office/powerpoint/2010/main" val="1532249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o sanh 2">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D6D55076-2521-0210-0FB5-E329AB53FF7F}"/>
              </a:ext>
            </a:extLst>
          </p:cNvPr>
          <p:cNvSpPr/>
          <p:nvPr userDrawn="1"/>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Isosceles Triangle 12">
            <a:extLst>
              <a:ext uri="{FF2B5EF4-FFF2-40B4-BE49-F238E27FC236}">
                <a16:creationId xmlns:a16="http://schemas.microsoft.com/office/drawing/2014/main" id="{C8EDB823-A30A-47C8-25D2-A9B8E2AED349}"/>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8E509037-4CE1-ED5D-C6FC-8CA081A0A39F}"/>
              </a:ext>
            </a:extLst>
          </p:cNvPr>
          <p:cNvGrpSpPr/>
          <p:nvPr userDrawn="1"/>
        </p:nvGrpSpPr>
        <p:grpSpPr>
          <a:xfrm>
            <a:off x="58527" y="54292"/>
            <a:ext cx="2869771" cy="1563379"/>
            <a:chOff x="44879" y="27296"/>
            <a:chExt cx="2869771" cy="1563379"/>
          </a:xfrm>
          <a:solidFill>
            <a:srgbClr val="0072FF"/>
          </a:solidFill>
        </p:grpSpPr>
        <p:cxnSp>
          <p:nvCxnSpPr>
            <p:cNvPr id="9" name="Straight Connector 8">
              <a:extLst>
                <a:ext uri="{FF2B5EF4-FFF2-40B4-BE49-F238E27FC236}">
                  <a16:creationId xmlns:a16="http://schemas.microsoft.com/office/drawing/2014/main" id="{70B4ADA5-DE61-CAE3-8EC7-FC27E8BC1D55}"/>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E7213C0-7CE0-59BB-B719-DC871B564E8C}"/>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4AE7820-5FA4-F879-12FF-D34B0A957EF6}"/>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2" name="Isosceles Triangle 12">
            <a:extLst>
              <a:ext uri="{FF2B5EF4-FFF2-40B4-BE49-F238E27FC236}">
                <a16:creationId xmlns:a16="http://schemas.microsoft.com/office/drawing/2014/main" id="{17B543D4-758D-BD1C-FCD1-D6196FEF3479}"/>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923943F-B5CB-101B-ED28-FD0D9E84E1C1}"/>
              </a:ext>
            </a:extLst>
          </p:cNvPr>
          <p:cNvSpPr>
            <a:spLocks noGrp="1"/>
          </p:cNvSpPr>
          <p:nvPr>
            <p:ph idx="1" hasCustomPrompt="1"/>
          </p:nvPr>
        </p:nvSpPr>
        <p:spPr>
          <a:xfrm>
            <a:off x="774144" y="1962615"/>
            <a:ext cx="5202000" cy="4214349"/>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 </a:t>
            </a:r>
            <a:r>
              <a:rPr lang="en-US" dirty="0" err="1"/>
              <a:t>cột</a:t>
            </a:r>
            <a:r>
              <a:rPr lang="en-US" dirty="0"/>
              <a:t> 1</a:t>
            </a:r>
            <a:endParaRPr lang="en-VN" dirty="0"/>
          </a:p>
        </p:txBody>
      </p:sp>
      <p:sp>
        <p:nvSpPr>
          <p:cNvPr id="5" name="Footer Placeholder 4">
            <a:extLst>
              <a:ext uri="{FF2B5EF4-FFF2-40B4-BE49-F238E27FC236}">
                <a16:creationId xmlns:a16="http://schemas.microsoft.com/office/drawing/2014/main" id="{A269E902-5084-53A0-D082-6066977D82D2}"/>
              </a:ext>
            </a:extLst>
          </p:cNvPr>
          <p:cNvSpPr>
            <a:spLocks noGrp="1"/>
          </p:cNvSpPr>
          <p:nvPr>
            <p:ph type="ftr" sz="quarter" idx="11"/>
          </p:nvPr>
        </p:nvSpPr>
        <p:spPr>
          <a:xfrm>
            <a:off x="774146" y="6475620"/>
            <a:ext cx="4311788" cy="263110"/>
          </a:xfrm>
        </p:spPr>
        <p:txBody>
          <a:bodyPr/>
          <a:lstStyle>
            <a:lvl1pPr marL="0" algn="l" defTabSz="914400" rtl="0" eaLnBrk="1" latinLnBrk="0" hangingPunct="1">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vi-VN" dirty="0"/>
          </a:p>
        </p:txBody>
      </p:sp>
      <p:grpSp>
        <p:nvGrpSpPr>
          <p:cNvPr id="20" name="Group 19">
            <a:extLst>
              <a:ext uri="{FF2B5EF4-FFF2-40B4-BE49-F238E27FC236}">
                <a16:creationId xmlns:a16="http://schemas.microsoft.com/office/drawing/2014/main" id="{7686288E-7104-5D70-BEE0-35C308EBDA64}"/>
              </a:ext>
            </a:extLst>
          </p:cNvPr>
          <p:cNvGrpSpPr/>
          <p:nvPr userDrawn="1"/>
        </p:nvGrpSpPr>
        <p:grpSpPr>
          <a:xfrm>
            <a:off x="16026" y="4629289"/>
            <a:ext cx="434350" cy="2228711"/>
            <a:chOff x="16026" y="4629289"/>
            <a:chExt cx="434350" cy="2228711"/>
          </a:xfrm>
          <a:gradFill flip="none" rotWithShape="1">
            <a:gsLst>
              <a:gs pos="0">
                <a:srgbClr val="0072FF"/>
              </a:gs>
              <a:gs pos="100000">
                <a:srgbClr val="00C6FF">
                  <a:alpha val="0"/>
                </a:srgbClr>
              </a:gs>
            </a:gsLst>
            <a:lin ang="16200000" scaled="1"/>
            <a:tileRect/>
          </a:gradFill>
        </p:grpSpPr>
        <p:sp>
          <p:nvSpPr>
            <p:cNvPr id="23" name="Rectangle 22">
              <a:extLst>
                <a:ext uri="{FF2B5EF4-FFF2-40B4-BE49-F238E27FC236}">
                  <a16:creationId xmlns:a16="http://schemas.microsoft.com/office/drawing/2014/main" id="{A13CBF57-2F7D-2F8B-E033-48DD98A5DC35}"/>
                </a:ext>
              </a:extLst>
            </p:cNvPr>
            <p:cNvSpPr/>
            <p:nvPr userDrawn="1"/>
          </p:nvSpPr>
          <p:spPr>
            <a:xfrm>
              <a:off x="16026" y="4629289"/>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CD65719-8246-A233-C1B4-DB819BF7BDF6}"/>
                </a:ext>
              </a:extLst>
            </p:cNvPr>
            <p:cNvSpPr/>
            <p:nvPr userDrawn="1"/>
          </p:nvSpPr>
          <p:spPr>
            <a:xfrm>
              <a:off x="16026" y="5005641"/>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1304AFD-95A6-09D5-127B-FE511B7DAAFF}"/>
                </a:ext>
              </a:extLst>
            </p:cNvPr>
            <p:cNvSpPr/>
            <p:nvPr userDrawn="1"/>
          </p:nvSpPr>
          <p:spPr>
            <a:xfrm>
              <a:off x="16026" y="5381993"/>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6" name="Rectangle 25">
              <a:extLst>
                <a:ext uri="{FF2B5EF4-FFF2-40B4-BE49-F238E27FC236}">
                  <a16:creationId xmlns:a16="http://schemas.microsoft.com/office/drawing/2014/main" id="{790A148C-3EA2-CE72-6D2A-813DD2AE8F6A}"/>
                </a:ext>
              </a:extLst>
            </p:cNvPr>
            <p:cNvSpPr/>
            <p:nvPr userDrawn="1"/>
          </p:nvSpPr>
          <p:spPr>
            <a:xfrm>
              <a:off x="16026" y="5758345"/>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F847E55-C751-3276-D97D-327FE6F09B70}"/>
                </a:ext>
              </a:extLst>
            </p:cNvPr>
            <p:cNvSpPr/>
            <p:nvPr userDrawn="1"/>
          </p:nvSpPr>
          <p:spPr>
            <a:xfrm>
              <a:off x="16026" y="6134697"/>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4BC8C50-583B-E3C0-3421-61D6D2869653}"/>
                </a:ext>
              </a:extLst>
            </p:cNvPr>
            <p:cNvSpPr/>
            <p:nvPr userDrawn="1"/>
          </p:nvSpPr>
          <p:spPr>
            <a:xfrm>
              <a:off x="16026" y="6511050"/>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4" name="Date Placeholder 3">
            <a:extLst>
              <a:ext uri="{FF2B5EF4-FFF2-40B4-BE49-F238E27FC236}">
                <a16:creationId xmlns:a16="http://schemas.microsoft.com/office/drawing/2014/main" id="{85952F19-40DF-B11E-2E00-94556129CFC5}"/>
              </a:ext>
            </a:extLst>
          </p:cNvPr>
          <p:cNvSpPr>
            <a:spLocks noGrp="1"/>
          </p:cNvSpPr>
          <p:nvPr>
            <p:ph type="dt" sz="half" idx="13"/>
          </p:nvPr>
        </p:nvSpPr>
        <p:spPr>
          <a:xfrm>
            <a:off x="6447446" y="6475620"/>
            <a:ext cx="2090098" cy="263110"/>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r>
              <a:rPr lang="en-US"/>
              <a:t>June 2025</a:t>
            </a:r>
            <a:endParaRPr lang="en-US" dirty="0"/>
          </a:p>
        </p:txBody>
      </p:sp>
      <p:sp>
        <p:nvSpPr>
          <p:cNvPr id="18" name="Freeform 17">
            <a:extLst>
              <a:ext uri="{FF2B5EF4-FFF2-40B4-BE49-F238E27FC236}">
                <a16:creationId xmlns:a16="http://schemas.microsoft.com/office/drawing/2014/main" id="{1ABD6798-E834-079A-9087-6CCE6DC47A1C}"/>
              </a:ext>
            </a:extLst>
          </p:cNvPr>
          <p:cNvSpPr/>
          <p:nvPr userDrawn="1"/>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
        <p:nvSpPr>
          <p:cNvPr id="17" name="Oval 16">
            <a:extLst>
              <a:ext uri="{FF2B5EF4-FFF2-40B4-BE49-F238E27FC236}">
                <a16:creationId xmlns:a16="http://schemas.microsoft.com/office/drawing/2014/main" id="{352054BC-1463-3EF3-7931-D0745EFC8FB2}"/>
              </a:ext>
            </a:extLst>
          </p:cNvPr>
          <p:cNvSpPr/>
          <p:nvPr userDrawn="1"/>
        </p:nvSpPr>
        <p:spPr>
          <a:xfrm>
            <a:off x="92963" y="6542941"/>
            <a:ext cx="280476" cy="2804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30B647E7-265A-EC77-C304-8D4B5EFE754E}"/>
              </a:ext>
            </a:extLst>
          </p:cNvPr>
          <p:cNvSpPr>
            <a:spLocks noGrp="1"/>
          </p:cNvSpPr>
          <p:nvPr>
            <p:ph type="sldNum" sz="quarter" idx="12"/>
          </p:nvPr>
        </p:nvSpPr>
        <p:spPr>
          <a:xfrm>
            <a:off x="58380" y="6508358"/>
            <a:ext cx="349642" cy="349642"/>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grpSp>
        <p:nvGrpSpPr>
          <p:cNvPr id="21" name="Group 20">
            <a:extLst>
              <a:ext uri="{FF2B5EF4-FFF2-40B4-BE49-F238E27FC236}">
                <a16:creationId xmlns:a16="http://schemas.microsoft.com/office/drawing/2014/main" id="{D3059818-F2F3-5F00-003B-4650C290CEFC}"/>
              </a:ext>
            </a:extLst>
          </p:cNvPr>
          <p:cNvGrpSpPr/>
          <p:nvPr userDrawn="1"/>
        </p:nvGrpSpPr>
        <p:grpSpPr>
          <a:xfrm flipH="1" flipV="1">
            <a:off x="9265363" y="5246044"/>
            <a:ext cx="2869771" cy="1563379"/>
            <a:chOff x="44879" y="27296"/>
            <a:chExt cx="2869771" cy="1563379"/>
          </a:xfrm>
          <a:solidFill>
            <a:srgbClr val="0072FF"/>
          </a:solidFill>
        </p:grpSpPr>
        <p:cxnSp>
          <p:nvCxnSpPr>
            <p:cNvPr id="30" name="Straight Connector 29">
              <a:extLst>
                <a:ext uri="{FF2B5EF4-FFF2-40B4-BE49-F238E27FC236}">
                  <a16:creationId xmlns:a16="http://schemas.microsoft.com/office/drawing/2014/main" id="{BC135FD3-225C-A927-B168-37E0DE28D2BB}"/>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55F90AC-58AB-1346-F7A3-D261F78FE4D4}"/>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D9DD7A6-464F-211A-A59E-C702305F6D84}"/>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4" name="Content Placeholder 2">
            <a:extLst>
              <a:ext uri="{FF2B5EF4-FFF2-40B4-BE49-F238E27FC236}">
                <a16:creationId xmlns:a16="http://schemas.microsoft.com/office/drawing/2014/main" id="{6016DD3F-9640-933C-3B2A-D75E0803D5F1}"/>
              </a:ext>
            </a:extLst>
          </p:cNvPr>
          <p:cNvSpPr>
            <a:spLocks noGrp="1"/>
          </p:cNvSpPr>
          <p:nvPr>
            <p:ph idx="15" hasCustomPrompt="1"/>
          </p:nvPr>
        </p:nvSpPr>
        <p:spPr>
          <a:xfrm>
            <a:off x="6151800" y="1957280"/>
            <a:ext cx="5202000" cy="4214349"/>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 </a:t>
            </a:r>
            <a:r>
              <a:rPr lang="en-US" dirty="0" err="1"/>
              <a:t>cột</a:t>
            </a:r>
            <a:r>
              <a:rPr lang="en-US" dirty="0"/>
              <a:t> 2</a:t>
            </a:r>
            <a:endParaRPr lang="en-VN" dirty="0"/>
          </a:p>
        </p:txBody>
      </p:sp>
      <p:sp>
        <p:nvSpPr>
          <p:cNvPr id="15" name="Text Placeholder 14">
            <a:extLst>
              <a:ext uri="{FF2B5EF4-FFF2-40B4-BE49-F238E27FC236}">
                <a16:creationId xmlns:a16="http://schemas.microsoft.com/office/drawing/2014/main" id="{EDF1C539-8AC9-C464-0C2F-4D728615840B}"/>
              </a:ext>
            </a:extLst>
          </p:cNvPr>
          <p:cNvSpPr>
            <a:spLocks noGrp="1"/>
          </p:cNvSpPr>
          <p:nvPr>
            <p:ph type="body" sz="quarter" idx="16" hasCustomPrompt="1"/>
          </p:nvPr>
        </p:nvSpPr>
        <p:spPr>
          <a:xfrm>
            <a:off x="774144" y="1233825"/>
            <a:ext cx="5202794" cy="504825"/>
          </a:xfrm>
          <a:gradFill flip="none" rotWithShape="1">
            <a:gsLst>
              <a:gs pos="0">
                <a:srgbClr val="0072FF"/>
              </a:gs>
              <a:gs pos="99000">
                <a:srgbClr val="00C6FF"/>
              </a:gs>
            </a:gsLst>
            <a:lin ang="2700000" scaled="1"/>
            <a:tileRect/>
          </a:gradFill>
        </p:spPr>
        <p:txBody>
          <a:bodyPr>
            <a:normAutofit/>
          </a:bodyPr>
          <a:lstStyle>
            <a:lvl1pPr marL="0" indent="0" algn="ctr">
              <a:lnSpc>
                <a:spcPct val="120000"/>
              </a:lnSpc>
              <a:spcBef>
                <a:spcPts val="200"/>
              </a:spcBef>
              <a:spcAft>
                <a:spcPts val="200"/>
              </a:spcAft>
              <a:buNone/>
              <a:defRPr sz="2400" b="1" i="0">
                <a:solidFill>
                  <a:schemeClr val="bg1"/>
                </a:solidFill>
                <a:latin typeface="Arial" panose="020B0604020202020204" pitchFamily="34" charset="0"/>
                <a:cs typeface="Arial" panose="020B0604020202020204" pitchFamily="34" charset="0"/>
              </a:defRPr>
            </a:lvl1pPr>
          </a:lstStyle>
          <a:p>
            <a:pPr lvl="0"/>
            <a:r>
              <a:rPr lang="en-VN" dirty="0"/>
              <a:t>Tiêu đề cột 1</a:t>
            </a:r>
          </a:p>
        </p:txBody>
      </p:sp>
      <p:sp>
        <p:nvSpPr>
          <p:cNvPr id="19" name="Text Placeholder 14">
            <a:extLst>
              <a:ext uri="{FF2B5EF4-FFF2-40B4-BE49-F238E27FC236}">
                <a16:creationId xmlns:a16="http://schemas.microsoft.com/office/drawing/2014/main" id="{F0714139-C59C-330B-707A-90AA2C2D1C7D}"/>
              </a:ext>
            </a:extLst>
          </p:cNvPr>
          <p:cNvSpPr>
            <a:spLocks noGrp="1"/>
          </p:cNvSpPr>
          <p:nvPr>
            <p:ph type="body" sz="quarter" idx="17" hasCustomPrompt="1"/>
          </p:nvPr>
        </p:nvSpPr>
        <p:spPr>
          <a:xfrm>
            <a:off x="6151006" y="1233825"/>
            <a:ext cx="5202794" cy="504825"/>
          </a:xfrm>
          <a:gradFill flip="none" rotWithShape="1">
            <a:gsLst>
              <a:gs pos="0">
                <a:srgbClr val="0072FF"/>
              </a:gs>
              <a:gs pos="99000">
                <a:srgbClr val="00C6FF"/>
              </a:gs>
            </a:gsLst>
            <a:lin ang="2700000" scaled="1"/>
            <a:tileRect/>
          </a:gradFill>
        </p:spPr>
        <p:txBody>
          <a:bodyPr>
            <a:normAutofit/>
          </a:bodyPr>
          <a:lstStyle>
            <a:lvl1pPr marL="0" indent="0" algn="ctr">
              <a:lnSpc>
                <a:spcPct val="120000"/>
              </a:lnSpc>
              <a:spcBef>
                <a:spcPts val="200"/>
              </a:spcBef>
              <a:spcAft>
                <a:spcPts val="200"/>
              </a:spcAft>
              <a:buNone/>
              <a:defRPr sz="2400" b="1" i="0">
                <a:solidFill>
                  <a:schemeClr val="bg1"/>
                </a:solidFill>
                <a:latin typeface="Arial" panose="020B0604020202020204" pitchFamily="34" charset="0"/>
                <a:cs typeface="Arial" panose="020B0604020202020204" pitchFamily="34" charset="0"/>
              </a:defRPr>
            </a:lvl1pPr>
          </a:lstStyle>
          <a:p>
            <a:pPr lvl="0"/>
            <a:r>
              <a:rPr lang="en-VN" dirty="0"/>
              <a:t>Tiêu đề cột 2</a:t>
            </a:r>
          </a:p>
        </p:txBody>
      </p:sp>
      <p:sp>
        <p:nvSpPr>
          <p:cNvPr id="29" name="Title 1">
            <a:extLst>
              <a:ext uri="{FF2B5EF4-FFF2-40B4-BE49-F238E27FC236}">
                <a16:creationId xmlns:a16="http://schemas.microsoft.com/office/drawing/2014/main" id="{6AE4A723-09B9-08FA-D05B-D53CF4EB2CA4}"/>
              </a:ext>
            </a:extLst>
          </p:cNvPr>
          <p:cNvSpPr>
            <a:spLocks noGrp="1"/>
          </p:cNvSpPr>
          <p:nvPr>
            <p:ph type="title" hasCustomPrompt="1"/>
          </p:nvPr>
        </p:nvSpPr>
        <p:spPr>
          <a:xfrm>
            <a:off x="774145" y="223964"/>
            <a:ext cx="10579655" cy="785896"/>
          </a:xfrm>
        </p:spPr>
        <p:txBody>
          <a:bodyPr>
            <a:normAutofit/>
          </a:bodyPr>
          <a:lstStyle>
            <a:lvl1pPr>
              <a:lnSpc>
                <a:spcPct val="120000"/>
              </a:lnSpc>
              <a:spcBef>
                <a:spcPts val="200"/>
              </a:spcBef>
              <a:spcAft>
                <a:spcPts val="200"/>
              </a:spcAft>
              <a:defRPr sz="4400"/>
            </a:lvl1pPr>
          </a:lstStyle>
          <a:p>
            <a:r>
              <a:rPr lang="en-US" dirty="0" err="1"/>
              <a:t>Nhập</a:t>
            </a:r>
            <a:r>
              <a:rPr lang="en-US" dirty="0"/>
              <a:t> </a:t>
            </a:r>
            <a:r>
              <a:rPr lang="en-US" dirty="0" err="1"/>
              <a:t>tiêu</a:t>
            </a:r>
            <a:r>
              <a:rPr lang="en-US" dirty="0"/>
              <a:t> </a:t>
            </a:r>
            <a:r>
              <a:rPr lang="en-US" dirty="0" err="1"/>
              <a:t>đề</a:t>
            </a:r>
            <a:endParaRPr lang="en-VN" dirty="0"/>
          </a:p>
        </p:txBody>
      </p:sp>
    </p:spTree>
    <p:extLst>
      <p:ext uri="{BB962C8B-B14F-4D97-AF65-F5344CB8AC3E}">
        <p14:creationId xmlns:p14="http://schemas.microsoft.com/office/powerpoint/2010/main" val="16641741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Noi dung 2">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D6D55076-2521-0210-0FB5-E329AB53FF7F}"/>
              </a:ext>
            </a:extLst>
          </p:cNvPr>
          <p:cNvSpPr/>
          <p:nvPr userDrawn="1"/>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Isosceles Triangle 12">
            <a:extLst>
              <a:ext uri="{FF2B5EF4-FFF2-40B4-BE49-F238E27FC236}">
                <a16:creationId xmlns:a16="http://schemas.microsoft.com/office/drawing/2014/main" id="{C8EDB823-A30A-47C8-25D2-A9B8E2AED349}"/>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8E509037-4CE1-ED5D-C6FC-8CA081A0A39F}"/>
              </a:ext>
            </a:extLst>
          </p:cNvPr>
          <p:cNvGrpSpPr/>
          <p:nvPr userDrawn="1"/>
        </p:nvGrpSpPr>
        <p:grpSpPr>
          <a:xfrm>
            <a:off x="58527" y="54292"/>
            <a:ext cx="2869771" cy="1563379"/>
            <a:chOff x="44879" y="27296"/>
            <a:chExt cx="2869771" cy="1563379"/>
          </a:xfrm>
          <a:solidFill>
            <a:srgbClr val="0072FF"/>
          </a:solidFill>
        </p:grpSpPr>
        <p:cxnSp>
          <p:nvCxnSpPr>
            <p:cNvPr id="9" name="Straight Connector 8">
              <a:extLst>
                <a:ext uri="{FF2B5EF4-FFF2-40B4-BE49-F238E27FC236}">
                  <a16:creationId xmlns:a16="http://schemas.microsoft.com/office/drawing/2014/main" id="{70B4ADA5-DE61-CAE3-8EC7-FC27E8BC1D55}"/>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E7213C0-7CE0-59BB-B719-DC871B564E8C}"/>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4AE7820-5FA4-F879-12FF-D34B0A957EF6}"/>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2" name="Isosceles Triangle 12">
            <a:extLst>
              <a:ext uri="{FF2B5EF4-FFF2-40B4-BE49-F238E27FC236}">
                <a16:creationId xmlns:a16="http://schemas.microsoft.com/office/drawing/2014/main" id="{17B543D4-758D-BD1C-FCD1-D6196FEF3479}"/>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7BE735-40A7-63BD-ABCF-0C393CEC8682}"/>
              </a:ext>
            </a:extLst>
          </p:cNvPr>
          <p:cNvSpPr>
            <a:spLocks noGrp="1"/>
          </p:cNvSpPr>
          <p:nvPr>
            <p:ph type="title" hasCustomPrompt="1"/>
          </p:nvPr>
        </p:nvSpPr>
        <p:spPr>
          <a:xfrm>
            <a:off x="774146" y="202009"/>
            <a:ext cx="3932227" cy="1698043"/>
          </a:xfrm>
        </p:spPr>
        <p:txBody>
          <a:bodyPr>
            <a:noAutofit/>
          </a:bodyPr>
          <a:lstStyle>
            <a:lvl1pPr>
              <a:lnSpc>
                <a:spcPct val="120000"/>
              </a:lnSpc>
              <a:spcBef>
                <a:spcPts val="200"/>
              </a:spcBef>
              <a:spcAft>
                <a:spcPts val="200"/>
              </a:spcAft>
              <a:defRPr sz="4000"/>
            </a:lvl1pPr>
          </a:lstStyle>
          <a:p>
            <a:r>
              <a:rPr lang="en-US" dirty="0" err="1"/>
              <a:t>Nhập</a:t>
            </a:r>
            <a:r>
              <a:rPr lang="en-US" dirty="0"/>
              <a:t> </a:t>
            </a:r>
            <a:r>
              <a:rPr lang="en-US" dirty="0" err="1"/>
              <a:t>tiêu</a:t>
            </a:r>
            <a:r>
              <a:rPr lang="en-US" dirty="0"/>
              <a:t> </a:t>
            </a:r>
            <a:r>
              <a:rPr lang="en-US" dirty="0" err="1"/>
              <a:t>đề</a:t>
            </a:r>
            <a:endParaRPr lang="en-VN" dirty="0"/>
          </a:p>
        </p:txBody>
      </p:sp>
      <p:sp>
        <p:nvSpPr>
          <p:cNvPr id="3" name="Content Placeholder 2">
            <a:extLst>
              <a:ext uri="{FF2B5EF4-FFF2-40B4-BE49-F238E27FC236}">
                <a16:creationId xmlns:a16="http://schemas.microsoft.com/office/drawing/2014/main" id="{1923943F-B5CB-101B-ED28-FD0D9E84E1C1}"/>
              </a:ext>
            </a:extLst>
          </p:cNvPr>
          <p:cNvSpPr>
            <a:spLocks noGrp="1"/>
          </p:cNvSpPr>
          <p:nvPr>
            <p:ph idx="1" hasCustomPrompt="1"/>
          </p:nvPr>
        </p:nvSpPr>
        <p:spPr>
          <a:xfrm>
            <a:off x="774144" y="2113808"/>
            <a:ext cx="3932227" cy="4063156"/>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a:t>
            </a:r>
            <a:endParaRPr lang="en-VN" dirty="0"/>
          </a:p>
        </p:txBody>
      </p:sp>
      <p:sp>
        <p:nvSpPr>
          <p:cNvPr id="5" name="Footer Placeholder 4">
            <a:extLst>
              <a:ext uri="{FF2B5EF4-FFF2-40B4-BE49-F238E27FC236}">
                <a16:creationId xmlns:a16="http://schemas.microsoft.com/office/drawing/2014/main" id="{A269E902-5084-53A0-D082-6066977D82D2}"/>
              </a:ext>
            </a:extLst>
          </p:cNvPr>
          <p:cNvSpPr>
            <a:spLocks noGrp="1"/>
          </p:cNvSpPr>
          <p:nvPr>
            <p:ph type="ftr" sz="quarter" idx="11"/>
          </p:nvPr>
        </p:nvSpPr>
        <p:spPr>
          <a:xfrm>
            <a:off x="774146" y="6475620"/>
            <a:ext cx="4311788" cy="263110"/>
          </a:xfrm>
        </p:spPr>
        <p:txBody>
          <a:bodyPr/>
          <a:lstStyle>
            <a:lvl1pPr marL="0" algn="l" defTabSz="914400" rtl="0" eaLnBrk="1" latinLnBrk="0" hangingPunct="1">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vi-VN" dirty="0"/>
          </a:p>
        </p:txBody>
      </p:sp>
      <p:grpSp>
        <p:nvGrpSpPr>
          <p:cNvPr id="20" name="Group 19">
            <a:extLst>
              <a:ext uri="{FF2B5EF4-FFF2-40B4-BE49-F238E27FC236}">
                <a16:creationId xmlns:a16="http://schemas.microsoft.com/office/drawing/2014/main" id="{7686288E-7104-5D70-BEE0-35C308EBDA64}"/>
              </a:ext>
            </a:extLst>
          </p:cNvPr>
          <p:cNvGrpSpPr/>
          <p:nvPr userDrawn="1"/>
        </p:nvGrpSpPr>
        <p:grpSpPr>
          <a:xfrm>
            <a:off x="16026" y="4629289"/>
            <a:ext cx="434350" cy="2228711"/>
            <a:chOff x="16026" y="4629289"/>
            <a:chExt cx="434350" cy="2228711"/>
          </a:xfrm>
          <a:gradFill flip="none" rotWithShape="1">
            <a:gsLst>
              <a:gs pos="0">
                <a:srgbClr val="0072FF"/>
              </a:gs>
              <a:gs pos="100000">
                <a:srgbClr val="00C6FF">
                  <a:alpha val="0"/>
                </a:srgbClr>
              </a:gs>
            </a:gsLst>
            <a:lin ang="16200000" scaled="1"/>
            <a:tileRect/>
          </a:gradFill>
        </p:grpSpPr>
        <p:sp>
          <p:nvSpPr>
            <p:cNvPr id="23" name="Rectangle 22">
              <a:extLst>
                <a:ext uri="{FF2B5EF4-FFF2-40B4-BE49-F238E27FC236}">
                  <a16:creationId xmlns:a16="http://schemas.microsoft.com/office/drawing/2014/main" id="{A13CBF57-2F7D-2F8B-E033-48DD98A5DC35}"/>
                </a:ext>
              </a:extLst>
            </p:cNvPr>
            <p:cNvSpPr/>
            <p:nvPr userDrawn="1"/>
          </p:nvSpPr>
          <p:spPr>
            <a:xfrm>
              <a:off x="16026" y="4629289"/>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CD65719-8246-A233-C1B4-DB819BF7BDF6}"/>
                </a:ext>
              </a:extLst>
            </p:cNvPr>
            <p:cNvSpPr/>
            <p:nvPr userDrawn="1"/>
          </p:nvSpPr>
          <p:spPr>
            <a:xfrm>
              <a:off x="16026" y="5005641"/>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1304AFD-95A6-09D5-127B-FE511B7DAAFF}"/>
                </a:ext>
              </a:extLst>
            </p:cNvPr>
            <p:cNvSpPr/>
            <p:nvPr userDrawn="1"/>
          </p:nvSpPr>
          <p:spPr>
            <a:xfrm>
              <a:off x="16026" y="5381993"/>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6" name="Rectangle 25">
              <a:extLst>
                <a:ext uri="{FF2B5EF4-FFF2-40B4-BE49-F238E27FC236}">
                  <a16:creationId xmlns:a16="http://schemas.microsoft.com/office/drawing/2014/main" id="{790A148C-3EA2-CE72-6D2A-813DD2AE8F6A}"/>
                </a:ext>
              </a:extLst>
            </p:cNvPr>
            <p:cNvSpPr/>
            <p:nvPr userDrawn="1"/>
          </p:nvSpPr>
          <p:spPr>
            <a:xfrm>
              <a:off x="16026" y="5758345"/>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F847E55-C751-3276-D97D-327FE6F09B70}"/>
                </a:ext>
              </a:extLst>
            </p:cNvPr>
            <p:cNvSpPr/>
            <p:nvPr userDrawn="1"/>
          </p:nvSpPr>
          <p:spPr>
            <a:xfrm>
              <a:off x="16026" y="6134697"/>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4BC8C50-583B-E3C0-3421-61D6D2869653}"/>
                </a:ext>
              </a:extLst>
            </p:cNvPr>
            <p:cNvSpPr/>
            <p:nvPr userDrawn="1"/>
          </p:nvSpPr>
          <p:spPr>
            <a:xfrm>
              <a:off x="16026" y="6511050"/>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4" name="Date Placeholder 3">
            <a:extLst>
              <a:ext uri="{FF2B5EF4-FFF2-40B4-BE49-F238E27FC236}">
                <a16:creationId xmlns:a16="http://schemas.microsoft.com/office/drawing/2014/main" id="{85952F19-40DF-B11E-2E00-94556129CFC5}"/>
              </a:ext>
            </a:extLst>
          </p:cNvPr>
          <p:cNvSpPr>
            <a:spLocks noGrp="1"/>
          </p:cNvSpPr>
          <p:nvPr>
            <p:ph type="dt" sz="half" idx="13"/>
          </p:nvPr>
        </p:nvSpPr>
        <p:spPr>
          <a:xfrm>
            <a:off x="6447446" y="6475620"/>
            <a:ext cx="2090098" cy="263110"/>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r>
              <a:rPr lang="en-US"/>
              <a:t>June 2025</a:t>
            </a:r>
            <a:endParaRPr lang="en-US" dirty="0"/>
          </a:p>
        </p:txBody>
      </p:sp>
      <p:sp>
        <p:nvSpPr>
          <p:cNvPr id="18" name="Freeform 17">
            <a:extLst>
              <a:ext uri="{FF2B5EF4-FFF2-40B4-BE49-F238E27FC236}">
                <a16:creationId xmlns:a16="http://schemas.microsoft.com/office/drawing/2014/main" id="{1ABD6798-E834-079A-9087-6CCE6DC47A1C}"/>
              </a:ext>
            </a:extLst>
          </p:cNvPr>
          <p:cNvSpPr/>
          <p:nvPr userDrawn="1"/>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
        <p:nvSpPr>
          <p:cNvPr id="17" name="Oval 16">
            <a:extLst>
              <a:ext uri="{FF2B5EF4-FFF2-40B4-BE49-F238E27FC236}">
                <a16:creationId xmlns:a16="http://schemas.microsoft.com/office/drawing/2014/main" id="{352054BC-1463-3EF3-7931-D0745EFC8FB2}"/>
              </a:ext>
            </a:extLst>
          </p:cNvPr>
          <p:cNvSpPr/>
          <p:nvPr userDrawn="1"/>
        </p:nvSpPr>
        <p:spPr>
          <a:xfrm>
            <a:off x="92963" y="6542941"/>
            <a:ext cx="280476" cy="2804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30B647E7-265A-EC77-C304-8D4B5EFE754E}"/>
              </a:ext>
            </a:extLst>
          </p:cNvPr>
          <p:cNvSpPr>
            <a:spLocks noGrp="1"/>
          </p:cNvSpPr>
          <p:nvPr>
            <p:ph type="sldNum" sz="quarter" idx="12"/>
          </p:nvPr>
        </p:nvSpPr>
        <p:spPr>
          <a:xfrm>
            <a:off x="58380" y="6508358"/>
            <a:ext cx="349642" cy="349642"/>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grpSp>
        <p:nvGrpSpPr>
          <p:cNvPr id="21" name="Group 20">
            <a:extLst>
              <a:ext uri="{FF2B5EF4-FFF2-40B4-BE49-F238E27FC236}">
                <a16:creationId xmlns:a16="http://schemas.microsoft.com/office/drawing/2014/main" id="{D3059818-F2F3-5F00-003B-4650C290CEFC}"/>
              </a:ext>
            </a:extLst>
          </p:cNvPr>
          <p:cNvGrpSpPr/>
          <p:nvPr userDrawn="1"/>
        </p:nvGrpSpPr>
        <p:grpSpPr>
          <a:xfrm flipH="1" flipV="1">
            <a:off x="9265363" y="5246044"/>
            <a:ext cx="2869771" cy="1563379"/>
            <a:chOff x="44879" y="27296"/>
            <a:chExt cx="2869771" cy="1563379"/>
          </a:xfrm>
          <a:solidFill>
            <a:srgbClr val="0072FF"/>
          </a:solidFill>
        </p:grpSpPr>
        <p:cxnSp>
          <p:nvCxnSpPr>
            <p:cNvPr id="30" name="Straight Connector 29">
              <a:extLst>
                <a:ext uri="{FF2B5EF4-FFF2-40B4-BE49-F238E27FC236}">
                  <a16:creationId xmlns:a16="http://schemas.microsoft.com/office/drawing/2014/main" id="{BC135FD3-225C-A927-B168-37E0DE28D2BB}"/>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55F90AC-58AB-1346-F7A3-D261F78FE4D4}"/>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D9DD7A6-464F-211A-A59E-C702305F6D84}"/>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4" name="Content Placeholder 2">
            <a:extLst>
              <a:ext uri="{FF2B5EF4-FFF2-40B4-BE49-F238E27FC236}">
                <a16:creationId xmlns:a16="http://schemas.microsoft.com/office/drawing/2014/main" id="{6016DD3F-9640-933C-3B2A-D75E0803D5F1}"/>
              </a:ext>
            </a:extLst>
          </p:cNvPr>
          <p:cNvSpPr>
            <a:spLocks noGrp="1"/>
          </p:cNvSpPr>
          <p:nvPr>
            <p:ph idx="15" hasCustomPrompt="1"/>
          </p:nvPr>
        </p:nvSpPr>
        <p:spPr>
          <a:xfrm>
            <a:off x="5085934" y="202009"/>
            <a:ext cx="6267866" cy="5969620"/>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a:t>
            </a:r>
            <a:endParaRPr lang="en-VN" dirty="0"/>
          </a:p>
        </p:txBody>
      </p:sp>
    </p:spTree>
    <p:extLst>
      <p:ext uri="{BB962C8B-B14F-4D97-AF65-F5344CB8AC3E}">
        <p14:creationId xmlns:p14="http://schemas.microsoft.com/office/powerpoint/2010/main" val="13043762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ình ảnh">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D6D55076-2521-0210-0FB5-E329AB53FF7F}"/>
              </a:ext>
            </a:extLst>
          </p:cNvPr>
          <p:cNvSpPr/>
          <p:nvPr userDrawn="1"/>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Isosceles Triangle 12">
            <a:extLst>
              <a:ext uri="{FF2B5EF4-FFF2-40B4-BE49-F238E27FC236}">
                <a16:creationId xmlns:a16="http://schemas.microsoft.com/office/drawing/2014/main" id="{C8EDB823-A30A-47C8-25D2-A9B8E2AED349}"/>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8E509037-4CE1-ED5D-C6FC-8CA081A0A39F}"/>
              </a:ext>
            </a:extLst>
          </p:cNvPr>
          <p:cNvGrpSpPr/>
          <p:nvPr userDrawn="1"/>
        </p:nvGrpSpPr>
        <p:grpSpPr>
          <a:xfrm>
            <a:off x="58527" y="54292"/>
            <a:ext cx="2869771" cy="1563379"/>
            <a:chOff x="44879" y="27296"/>
            <a:chExt cx="2869771" cy="1563379"/>
          </a:xfrm>
          <a:solidFill>
            <a:srgbClr val="0072FF"/>
          </a:solidFill>
        </p:grpSpPr>
        <p:cxnSp>
          <p:nvCxnSpPr>
            <p:cNvPr id="9" name="Straight Connector 8">
              <a:extLst>
                <a:ext uri="{FF2B5EF4-FFF2-40B4-BE49-F238E27FC236}">
                  <a16:creationId xmlns:a16="http://schemas.microsoft.com/office/drawing/2014/main" id="{70B4ADA5-DE61-CAE3-8EC7-FC27E8BC1D55}"/>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E7213C0-7CE0-59BB-B719-DC871B564E8C}"/>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4AE7820-5FA4-F879-12FF-D34B0A957EF6}"/>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2" name="Isosceles Triangle 12">
            <a:extLst>
              <a:ext uri="{FF2B5EF4-FFF2-40B4-BE49-F238E27FC236}">
                <a16:creationId xmlns:a16="http://schemas.microsoft.com/office/drawing/2014/main" id="{17B543D4-758D-BD1C-FCD1-D6196FEF3479}"/>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7BE735-40A7-63BD-ABCF-0C393CEC8682}"/>
              </a:ext>
            </a:extLst>
          </p:cNvPr>
          <p:cNvSpPr>
            <a:spLocks noGrp="1"/>
          </p:cNvSpPr>
          <p:nvPr>
            <p:ph type="title" hasCustomPrompt="1"/>
          </p:nvPr>
        </p:nvSpPr>
        <p:spPr>
          <a:xfrm>
            <a:off x="774146" y="202009"/>
            <a:ext cx="3932227" cy="1698043"/>
          </a:xfrm>
        </p:spPr>
        <p:txBody>
          <a:bodyPr>
            <a:noAutofit/>
          </a:bodyPr>
          <a:lstStyle>
            <a:lvl1pPr>
              <a:lnSpc>
                <a:spcPct val="120000"/>
              </a:lnSpc>
              <a:spcBef>
                <a:spcPts val="200"/>
              </a:spcBef>
              <a:spcAft>
                <a:spcPts val="200"/>
              </a:spcAft>
              <a:defRPr sz="4000"/>
            </a:lvl1pPr>
          </a:lstStyle>
          <a:p>
            <a:r>
              <a:rPr lang="en-US" dirty="0" err="1"/>
              <a:t>Nhập</a:t>
            </a:r>
            <a:r>
              <a:rPr lang="en-US" dirty="0"/>
              <a:t> </a:t>
            </a:r>
            <a:r>
              <a:rPr lang="en-US" dirty="0" err="1"/>
              <a:t>tiêu</a:t>
            </a:r>
            <a:r>
              <a:rPr lang="en-US" dirty="0"/>
              <a:t> </a:t>
            </a:r>
            <a:r>
              <a:rPr lang="en-US" dirty="0" err="1"/>
              <a:t>đề</a:t>
            </a:r>
            <a:endParaRPr lang="en-VN" dirty="0"/>
          </a:p>
        </p:txBody>
      </p:sp>
      <p:sp>
        <p:nvSpPr>
          <p:cNvPr id="3" name="Content Placeholder 2">
            <a:extLst>
              <a:ext uri="{FF2B5EF4-FFF2-40B4-BE49-F238E27FC236}">
                <a16:creationId xmlns:a16="http://schemas.microsoft.com/office/drawing/2014/main" id="{1923943F-B5CB-101B-ED28-FD0D9E84E1C1}"/>
              </a:ext>
            </a:extLst>
          </p:cNvPr>
          <p:cNvSpPr>
            <a:spLocks noGrp="1"/>
          </p:cNvSpPr>
          <p:nvPr>
            <p:ph idx="1" hasCustomPrompt="1"/>
          </p:nvPr>
        </p:nvSpPr>
        <p:spPr>
          <a:xfrm>
            <a:off x="774144" y="2113808"/>
            <a:ext cx="3932227" cy="4063156"/>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a:t>
            </a:r>
            <a:endParaRPr lang="en-VN" dirty="0"/>
          </a:p>
        </p:txBody>
      </p:sp>
      <p:sp>
        <p:nvSpPr>
          <p:cNvPr id="5" name="Footer Placeholder 4">
            <a:extLst>
              <a:ext uri="{FF2B5EF4-FFF2-40B4-BE49-F238E27FC236}">
                <a16:creationId xmlns:a16="http://schemas.microsoft.com/office/drawing/2014/main" id="{A269E902-5084-53A0-D082-6066977D82D2}"/>
              </a:ext>
            </a:extLst>
          </p:cNvPr>
          <p:cNvSpPr>
            <a:spLocks noGrp="1"/>
          </p:cNvSpPr>
          <p:nvPr>
            <p:ph type="ftr" sz="quarter" idx="11"/>
          </p:nvPr>
        </p:nvSpPr>
        <p:spPr>
          <a:xfrm>
            <a:off x="774146" y="6475620"/>
            <a:ext cx="4311788" cy="263110"/>
          </a:xfrm>
        </p:spPr>
        <p:txBody>
          <a:bodyPr/>
          <a:lstStyle>
            <a:lvl1pPr marL="0" algn="l" defTabSz="914400" rtl="0" eaLnBrk="1" latinLnBrk="0" hangingPunct="1">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vi-VN" dirty="0"/>
          </a:p>
        </p:txBody>
      </p:sp>
      <p:grpSp>
        <p:nvGrpSpPr>
          <p:cNvPr id="20" name="Group 19">
            <a:extLst>
              <a:ext uri="{FF2B5EF4-FFF2-40B4-BE49-F238E27FC236}">
                <a16:creationId xmlns:a16="http://schemas.microsoft.com/office/drawing/2014/main" id="{7686288E-7104-5D70-BEE0-35C308EBDA64}"/>
              </a:ext>
            </a:extLst>
          </p:cNvPr>
          <p:cNvGrpSpPr/>
          <p:nvPr userDrawn="1"/>
        </p:nvGrpSpPr>
        <p:grpSpPr>
          <a:xfrm>
            <a:off x="16026" y="4629289"/>
            <a:ext cx="434350" cy="2228711"/>
            <a:chOff x="16026" y="4629289"/>
            <a:chExt cx="434350" cy="2228711"/>
          </a:xfrm>
          <a:gradFill flip="none" rotWithShape="1">
            <a:gsLst>
              <a:gs pos="0">
                <a:srgbClr val="0072FF"/>
              </a:gs>
              <a:gs pos="100000">
                <a:srgbClr val="00C6FF">
                  <a:alpha val="0"/>
                </a:srgbClr>
              </a:gs>
            </a:gsLst>
            <a:lin ang="16200000" scaled="1"/>
            <a:tileRect/>
          </a:gradFill>
        </p:grpSpPr>
        <p:sp>
          <p:nvSpPr>
            <p:cNvPr id="23" name="Rectangle 22">
              <a:extLst>
                <a:ext uri="{FF2B5EF4-FFF2-40B4-BE49-F238E27FC236}">
                  <a16:creationId xmlns:a16="http://schemas.microsoft.com/office/drawing/2014/main" id="{A13CBF57-2F7D-2F8B-E033-48DD98A5DC35}"/>
                </a:ext>
              </a:extLst>
            </p:cNvPr>
            <p:cNvSpPr/>
            <p:nvPr userDrawn="1"/>
          </p:nvSpPr>
          <p:spPr>
            <a:xfrm>
              <a:off x="16026" y="4629289"/>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CD65719-8246-A233-C1B4-DB819BF7BDF6}"/>
                </a:ext>
              </a:extLst>
            </p:cNvPr>
            <p:cNvSpPr/>
            <p:nvPr userDrawn="1"/>
          </p:nvSpPr>
          <p:spPr>
            <a:xfrm>
              <a:off x="16026" y="5005641"/>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1304AFD-95A6-09D5-127B-FE511B7DAAFF}"/>
                </a:ext>
              </a:extLst>
            </p:cNvPr>
            <p:cNvSpPr/>
            <p:nvPr userDrawn="1"/>
          </p:nvSpPr>
          <p:spPr>
            <a:xfrm>
              <a:off x="16026" y="5381993"/>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6" name="Rectangle 25">
              <a:extLst>
                <a:ext uri="{FF2B5EF4-FFF2-40B4-BE49-F238E27FC236}">
                  <a16:creationId xmlns:a16="http://schemas.microsoft.com/office/drawing/2014/main" id="{790A148C-3EA2-CE72-6D2A-813DD2AE8F6A}"/>
                </a:ext>
              </a:extLst>
            </p:cNvPr>
            <p:cNvSpPr/>
            <p:nvPr userDrawn="1"/>
          </p:nvSpPr>
          <p:spPr>
            <a:xfrm>
              <a:off x="16026" y="5758345"/>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F847E55-C751-3276-D97D-327FE6F09B70}"/>
                </a:ext>
              </a:extLst>
            </p:cNvPr>
            <p:cNvSpPr/>
            <p:nvPr userDrawn="1"/>
          </p:nvSpPr>
          <p:spPr>
            <a:xfrm>
              <a:off x="16026" y="6134697"/>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4BC8C50-583B-E3C0-3421-61D6D2869653}"/>
                </a:ext>
              </a:extLst>
            </p:cNvPr>
            <p:cNvSpPr/>
            <p:nvPr userDrawn="1"/>
          </p:nvSpPr>
          <p:spPr>
            <a:xfrm>
              <a:off x="16026" y="6511050"/>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4" name="Date Placeholder 3">
            <a:extLst>
              <a:ext uri="{FF2B5EF4-FFF2-40B4-BE49-F238E27FC236}">
                <a16:creationId xmlns:a16="http://schemas.microsoft.com/office/drawing/2014/main" id="{85952F19-40DF-B11E-2E00-94556129CFC5}"/>
              </a:ext>
            </a:extLst>
          </p:cNvPr>
          <p:cNvSpPr>
            <a:spLocks noGrp="1"/>
          </p:cNvSpPr>
          <p:nvPr>
            <p:ph type="dt" sz="half" idx="13"/>
          </p:nvPr>
        </p:nvSpPr>
        <p:spPr>
          <a:xfrm>
            <a:off x="6447446" y="6475620"/>
            <a:ext cx="2090098" cy="263110"/>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r>
              <a:rPr lang="en-US"/>
              <a:t>June 2025</a:t>
            </a:r>
            <a:endParaRPr lang="en-US" dirty="0"/>
          </a:p>
        </p:txBody>
      </p:sp>
      <p:sp>
        <p:nvSpPr>
          <p:cNvPr id="18" name="Freeform 17">
            <a:extLst>
              <a:ext uri="{FF2B5EF4-FFF2-40B4-BE49-F238E27FC236}">
                <a16:creationId xmlns:a16="http://schemas.microsoft.com/office/drawing/2014/main" id="{1ABD6798-E834-079A-9087-6CCE6DC47A1C}"/>
              </a:ext>
            </a:extLst>
          </p:cNvPr>
          <p:cNvSpPr/>
          <p:nvPr userDrawn="1"/>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
        <p:nvSpPr>
          <p:cNvPr id="17" name="Oval 16">
            <a:extLst>
              <a:ext uri="{FF2B5EF4-FFF2-40B4-BE49-F238E27FC236}">
                <a16:creationId xmlns:a16="http://schemas.microsoft.com/office/drawing/2014/main" id="{352054BC-1463-3EF3-7931-D0745EFC8FB2}"/>
              </a:ext>
            </a:extLst>
          </p:cNvPr>
          <p:cNvSpPr/>
          <p:nvPr userDrawn="1"/>
        </p:nvSpPr>
        <p:spPr>
          <a:xfrm>
            <a:off x="92963" y="6542941"/>
            <a:ext cx="280476" cy="2804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30B647E7-265A-EC77-C304-8D4B5EFE754E}"/>
              </a:ext>
            </a:extLst>
          </p:cNvPr>
          <p:cNvSpPr>
            <a:spLocks noGrp="1"/>
          </p:cNvSpPr>
          <p:nvPr>
            <p:ph type="sldNum" sz="quarter" idx="12"/>
          </p:nvPr>
        </p:nvSpPr>
        <p:spPr>
          <a:xfrm>
            <a:off x="58380" y="6508358"/>
            <a:ext cx="349642" cy="349642"/>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grpSp>
        <p:nvGrpSpPr>
          <p:cNvPr id="21" name="Group 20">
            <a:extLst>
              <a:ext uri="{FF2B5EF4-FFF2-40B4-BE49-F238E27FC236}">
                <a16:creationId xmlns:a16="http://schemas.microsoft.com/office/drawing/2014/main" id="{D3059818-F2F3-5F00-003B-4650C290CEFC}"/>
              </a:ext>
            </a:extLst>
          </p:cNvPr>
          <p:cNvGrpSpPr/>
          <p:nvPr userDrawn="1"/>
        </p:nvGrpSpPr>
        <p:grpSpPr>
          <a:xfrm flipH="1" flipV="1">
            <a:off x="9265363" y="5246044"/>
            <a:ext cx="2869771" cy="1563379"/>
            <a:chOff x="44879" y="27296"/>
            <a:chExt cx="2869771" cy="1563379"/>
          </a:xfrm>
          <a:solidFill>
            <a:srgbClr val="0072FF"/>
          </a:solidFill>
        </p:grpSpPr>
        <p:cxnSp>
          <p:nvCxnSpPr>
            <p:cNvPr id="30" name="Straight Connector 29">
              <a:extLst>
                <a:ext uri="{FF2B5EF4-FFF2-40B4-BE49-F238E27FC236}">
                  <a16:creationId xmlns:a16="http://schemas.microsoft.com/office/drawing/2014/main" id="{BC135FD3-225C-A927-B168-37E0DE28D2BB}"/>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55F90AC-58AB-1346-F7A3-D261F78FE4D4}"/>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D9DD7A6-464F-211A-A59E-C702305F6D84}"/>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5" name="Picture Placeholder 14">
            <a:extLst>
              <a:ext uri="{FF2B5EF4-FFF2-40B4-BE49-F238E27FC236}">
                <a16:creationId xmlns:a16="http://schemas.microsoft.com/office/drawing/2014/main" id="{9AE9790B-4A7F-B016-57E9-8F5F385CF84E}"/>
              </a:ext>
            </a:extLst>
          </p:cNvPr>
          <p:cNvSpPr>
            <a:spLocks noGrp="1"/>
          </p:cNvSpPr>
          <p:nvPr>
            <p:ph type="pic" sz="quarter" idx="14" hasCustomPrompt="1"/>
          </p:nvPr>
        </p:nvSpPr>
        <p:spPr>
          <a:xfrm>
            <a:off x="5160373" y="202009"/>
            <a:ext cx="6237261" cy="5976999"/>
          </a:xfrm>
          <a:prstGeom prst="roundRect">
            <a:avLst>
              <a:gd name="adj" fmla="val 574"/>
            </a:avLst>
          </a:prstGeom>
        </p:spPr>
        <p:txBody>
          <a:bodyPr/>
          <a:lstStyle>
            <a:lvl1pPr>
              <a:lnSpc>
                <a:spcPct val="130000"/>
              </a:lnSpc>
              <a:spcBef>
                <a:spcPts val="300"/>
              </a:spcBef>
              <a:spcAft>
                <a:spcPts val="300"/>
              </a:spcAft>
              <a:defRPr>
                <a:latin typeface="Arial" panose="020B0604020202020204" pitchFamily="34" charset="0"/>
                <a:cs typeface="Arial" panose="020B0604020202020204" pitchFamily="34" charset="0"/>
              </a:defRPr>
            </a:lvl1pPr>
          </a:lstStyle>
          <a:p>
            <a:r>
              <a:rPr lang="en-VN" dirty="0"/>
              <a:t>Hình ảnh</a:t>
            </a:r>
          </a:p>
        </p:txBody>
      </p:sp>
    </p:spTree>
    <p:extLst>
      <p:ext uri="{BB962C8B-B14F-4D97-AF65-F5344CB8AC3E}">
        <p14:creationId xmlns:p14="http://schemas.microsoft.com/office/powerpoint/2010/main" val="815453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rang trong 1">
    <p:spTree>
      <p:nvGrpSpPr>
        <p:cNvPr id="1" name=""/>
        <p:cNvGrpSpPr/>
        <p:nvPr/>
      </p:nvGrpSpPr>
      <p:grpSpPr>
        <a:xfrm>
          <a:off x="0" y="0"/>
          <a:ext cx="0" cy="0"/>
          <a:chOff x="0" y="0"/>
          <a:chExt cx="0" cy="0"/>
        </a:xfrm>
      </p:grpSpPr>
      <p:sp>
        <p:nvSpPr>
          <p:cNvPr id="80" name="Isosceles Triangle 12">
            <a:extLst>
              <a:ext uri="{FF2B5EF4-FFF2-40B4-BE49-F238E27FC236}">
                <a16:creationId xmlns:a16="http://schemas.microsoft.com/office/drawing/2014/main" id="{72826670-EA95-0D41-31A4-F445474455F7}"/>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1" name="Group 80">
            <a:extLst>
              <a:ext uri="{FF2B5EF4-FFF2-40B4-BE49-F238E27FC236}">
                <a16:creationId xmlns:a16="http://schemas.microsoft.com/office/drawing/2014/main" id="{FC178CED-135F-0B63-CD69-F01713607F73}"/>
              </a:ext>
            </a:extLst>
          </p:cNvPr>
          <p:cNvGrpSpPr/>
          <p:nvPr userDrawn="1"/>
        </p:nvGrpSpPr>
        <p:grpSpPr>
          <a:xfrm flipH="1" flipV="1">
            <a:off x="9263702" y="5930537"/>
            <a:ext cx="2869771" cy="886519"/>
            <a:chOff x="44879" y="27296"/>
            <a:chExt cx="2869771" cy="886519"/>
          </a:xfrm>
          <a:solidFill>
            <a:srgbClr val="0072FF"/>
          </a:solidFill>
        </p:grpSpPr>
        <p:cxnSp>
          <p:nvCxnSpPr>
            <p:cNvPr id="82" name="Straight Connector 81">
              <a:extLst>
                <a:ext uri="{FF2B5EF4-FFF2-40B4-BE49-F238E27FC236}">
                  <a16:creationId xmlns:a16="http://schemas.microsoft.com/office/drawing/2014/main" id="{D0441D2A-FC76-0844-7EA5-B632F99E2E0D}"/>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E0C48DFD-25B4-6AF8-8C94-3C8B50B23C18}"/>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CA6305E-4BEE-7CC0-EE96-38938F764389}"/>
                </a:ext>
              </a:extLst>
            </p:cNvPr>
            <p:cNvCxnSpPr>
              <a:cxnSpLocks/>
            </p:cNvCxnSpPr>
            <p:nvPr/>
          </p:nvCxnSpPr>
          <p:spPr>
            <a:xfrm flipH="1" flipV="1">
              <a:off x="52214" y="654128"/>
              <a:ext cx="0" cy="25968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69" name="Oval 68">
            <a:extLst>
              <a:ext uri="{FF2B5EF4-FFF2-40B4-BE49-F238E27FC236}">
                <a16:creationId xmlns:a16="http://schemas.microsoft.com/office/drawing/2014/main" id="{18EDBFE5-F6A7-D377-B524-2A5E293A8580}"/>
              </a:ext>
            </a:extLst>
          </p:cNvPr>
          <p:cNvSpPr/>
          <p:nvPr userDrawn="1"/>
        </p:nvSpPr>
        <p:spPr>
          <a:xfrm>
            <a:off x="22186" y="6583140"/>
            <a:ext cx="233916" cy="233916"/>
          </a:xfrm>
          <a:prstGeom prst="ellipse">
            <a:avLst/>
          </a:prstGeom>
          <a:gradFill flip="none" rotWithShape="1">
            <a:gsLst>
              <a:gs pos="0">
                <a:srgbClr val="0072FF"/>
              </a:gs>
              <a:gs pos="99000">
                <a:srgbClr val="00C6FF"/>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solidFill>
                <a:schemeClr val="bg1"/>
              </a:solidFill>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F24298E1-B4F3-31E6-9C4D-5AE100CD89B6}"/>
              </a:ext>
            </a:extLst>
          </p:cNvPr>
          <p:cNvSpPr>
            <a:spLocks noGrp="1"/>
          </p:cNvSpPr>
          <p:nvPr>
            <p:ph type="sldNum" sz="quarter" idx="12"/>
          </p:nvPr>
        </p:nvSpPr>
        <p:spPr>
          <a:xfrm>
            <a:off x="-2005" y="6566400"/>
            <a:ext cx="291600" cy="291600"/>
          </a:xfrm>
        </p:spPr>
        <p:txBody>
          <a:bodyPr/>
          <a:lstStyle>
            <a:lvl1pPr algn="ctr">
              <a:defRPr lang="en-VN" sz="700" kern="1200" smtClean="0">
                <a:solidFill>
                  <a:schemeClr val="bg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75" name="Isosceles Triangle 12">
            <a:extLst>
              <a:ext uri="{FF2B5EF4-FFF2-40B4-BE49-F238E27FC236}">
                <a16:creationId xmlns:a16="http://schemas.microsoft.com/office/drawing/2014/main" id="{A388E1C1-619D-B3DE-405E-FEBD285E8A4D}"/>
              </a:ext>
            </a:extLst>
          </p:cNvPr>
          <p:cNvSpPr/>
          <p:nvPr userDrawn="1"/>
        </p:nvSpPr>
        <p:spPr>
          <a:xfrm rot="10800000">
            <a:off x="0" y="0"/>
            <a:ext cx="715617" cy="616911"/>
          </a:xfrm>
          <a:prstGeom prst="triangle">
            <a:avLst>
              <a:gd name="adj" fmla="val 100000"/>
            </a:avLst>
          </a:prstGeom>
          <a:solidFill>
            <a:srgbClr val="007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6" name="Group 75">
            <a:extLst>
              <a:ext uri="{FF2B5EF4-FFF2-40B4-BE49-F238E27FC236}">
                <a16:creationId xmlns:a16="http://schemas.microsoft.com/office/drawing/2014/main" id="{7C853EEA-59DB-F0D6-265D-88168C2394BB}"/>
              </a:ext>
            </a:extLst>
          </p:cNvPr>
          <p:cNvGrpSpPr/>
          <p:nvPr userDrawn="1"/>
        </p:nvGrpSpPr>
        <p:grpSpPr>
          <a:xfrm>
            <a:off x="58527" y="40944"/>
            <a:ext cx="2869771" cy="886519"/>
            <a:chOff x="44879" y="27296"/>
            <a:chExt cx="2869771" cy="886519"/>
          </a:xfrm>
          <a:solidFill>
            <a:srgbClr val="0072FF"/>
          </a:solidFill>
        </p:grpSpPr>
        <p:cxnSp>
          <p:nvCxnSpPr>
            <p:cNvPr id="77" name="Straight Connector 76">
              <a:extLst>
                <a:ext uri="{FF2B5EF4-FFF2-40B4-BE49-F238E27FC236}">
                  <a16:creationId xmlns:a16="http://schemas.microsoft.com/office/drawing/2014/main" id="{F437A5D6-1DC7-D389-82D2-23162AC05FBF}"/>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896068C2-8F0E-EB5D-CA9A-7015104FFBD1}"/>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C8D9F136-81C9-C695-8C54-BACD26A69D63}"/>
                </a:ext>
              </a:extLst>
            </p:cNvPr>
            <p:cNvCxnSpPr>
              <a:cxnSpLocks/>
            </p:cNvCxnSpPr>
            <p:nvPr/>
          </p:nvCxnSpPr>
          <p:spPr>
            <a:xfrm flipV="1">
              <a:off x="52214" y="654128"/>
              <a:ext cx="0" cy="25968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3" name="Freeform 2">
            <a:extLst>
              <a:ext uri="{FF2B5EF4-FFF2-40B4-BE49-F238E27FC236}">
                <a16:creationId xmlns:a16="http://schemas.microsoft.com/office/drawing/2014/main" id="{B50720F1-D33A-570A-ED4C-A35648E701D3}"/>
              </a:ext>
            </a:extLst>
          </p:cNvPr>
          <p:cNvSpPr/>
          <p:nvPr userDrawn="1"/>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
        <p:nvSpPr>
          <p:cNvPr id="71" name="Footer Placeholder 4">
            <a:extLst>
              <a:ext uri="{FF2B5EF4-FFF2-40B4-BE49-F238E27FC236}">
                <a16:creationId xmlns:a16="http://schemas.microsoft.com/office/drawing/2014/main" id="{AAAD69AF-EC8B-72EE-4E78-98A3BACFC70B}"/>
              </a:ext>
            </a:extLst>
          </p:cNvPr>
          <p:cNvSpPr>
            <a:spLocks noGrp="1"/>
          </p:cNvSpPr>
          <p:nvPr>
            <p:ph type="ftr" sz="quarter" idx="11"/>
          </p:nvPr>
        </p:nvSpPr>
        <p:spPr>
          <a:xfrm>
            <a:off x="774146" y="6475620"/>
            <a:ext cx="4311788" cy="263110"/>
          </a:xfrm>
        </p:spPr>
        <p:txBody>
          <a:bodyPr/>
          <a:lstStyle>
            <a:lvl1pPr marL="0" algn="l" defTabSz="914400" rtl="0" eaLnBrk="1" latinLnBrk="0" hangingPunct="1">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vi-VN" dirty="0"/>
          </a:p>
        </p:txBody>
      </p:sp>
      <p:sp>
        <p:nvSpPr>
          <p:cNvPr id="72" name="Date Placeholder 3">
            <a:extLst>
              <a:ext uri="{FF2B5EF4-FFF2-40B4-BE49-F238E27FC236}">
                <a16:creationId xmlns:a16="http://schemas.microsoft.com/office/drawing/2014/main" id="{E08B9789-E935-79BF-7612-287E195CA82E}"/>
              </a:ext>
            </a:extLst>
          </p:cNvPr>
          <p:cNvSpPr>
            <a:spLocks noGrp="1"/>
          </p:cNvSpPr>
          <p:nvPr>
            <p:ph type="dt" sz="half" idx="13"/>
          </p:nvPr>
        </p:nvSpPr>
        <p:spPr>
          <a:xfrm>
            <a:off x="6447446" y="6475620"/>
            <a:ext cx="2090098" cy="263110"/>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r>
              <a:rPr lang="en-US"/>
              <a:t>June 2025</a:t>
            </a:r>
            <a:endParaRPr lang="en-US" dirty="0"/>
          </a:p>
        </p:txBody>
      </p:sp>
    </p:spTree>
    <p:extLst>
      <p:ext uri="{BB962C8B-B14F-4D97-AF65-F5344CB8AC3E}">
        <p14:creationId xmlns:p14="http://schemas.microsoft.com/office/powerpoint/2010/main" val="813410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rang trong 2">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E1CB305D-8829-8A5C-C77A-F06CC22D3171}"/>
              </a:ext>
            </a:extLst>
          </p:cNvPr>
          <p:cNvSpPr/>
          <p:nvPr userDrawn="1"/>
        </p:nvSpPr>
        <p:spPr>
          <a:xfrm>
            <a:off x="22186" y="6583140"/>
            <a:ext cx="233916" cy="233916"/>
          </a:xfrm>
          <a:prstGeom prst="ellipse">
            <a:avLst/>
          </a:prstGeom>
          <a:gradFill flip="none" rotWithShape="1">
            <a:gsLst>
              <a:gs pos="0">
                <a:srgbClr val="0072FF"/>
              </a:gs>
              <a:gs pos="99000">
                <a:srgbClr val="00C6FF"/>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solidFill>
                <a:schemeClr val="bg1"/>
              </a:solidFill>
              <a:latin typeface="Arial" panose="020B0604020202020204" pitchFamily="34" charset="0"/>
              <a:cs typeface="Arial" panose="020B0604020202020204" pitchFamily="34" charset="0"/>
            </a:endParaRPr>
          </a:p>
        </p:txBody>
      </p:sp>
      <p:sp>
        <p:nvSpPr>
          <p:cNvPr id="3" name="Slide Number Placeholder 4">
            <a:extLst>
              <a:ext uri="{FF2B5EF4-FFF2-40B4-BE49-F238E27FC236}">
                <a16:creationId xmlns:a16="http://schemas.microsoft.com/office/drawing/2014/main" id="{9B213357-208D-5A7C-6EC3-620968ABB590}"/>
              </a:ext>
            </a:extLst>
          </p:cNvPr>
          <p:cNvSpPr>
            <a:spLocks noGrp="1"/>
          </p:cNvSpPr>
          <p:nvPr>
            <p:ph type="sldNum" sz="quarter" idx="12"/>
          </p:nvPr>
        </p:nvSpPr>
        <p:spPr>
          <a:xfrm>
            <a:off x="-2005" y="6566400"/>
            <a:ext cx="291600" cy="291600"/>
          </a:xfrm>
        </p:spPr>
        <p:txBody>
          <a:bodyPr/>
          <a:lstStyle>
            <a:lvl1pPr algn="ctr">
              <a:defRPr lang="en-VN" sz="700" kern="1200" smtClean="0">
                <a:solidFill>
                  <a:schemeClr val="bg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Tree>
    <p:extLst>
      <p:ext uri="{BB962C8B-B14F-4D97-AF65-F5344CB8AC3E}">
        <p14:creationId xmlns:p14="http://schemas.microsoft.com/office/powerpoint/2010/main" val="34221984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BCB126-07C1-993D-D40F-CC928946B4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1. TÊN MỤC</a:t>
            </a:r>
            <a:endParaRPr lang="en-VN" dirty="0"/>
          </a:p>
        </p:txBody>
      </p:sp>
      <p:sp>
        <p:nvSpPr>
          <p:cNvPr id="3" name="Text Placeholder 2">
            <a:extLst>
              <a:ext uri="{FF2B5EF4-FFF2-40B4-BE49-F238E27FC236}">
                <a16:creationId xmlns:a16="http://schemas.microsoft.com/office/drawing/2014/main" id="{B5BBBD58-B33F-3C47-5551-9A2A2CE277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83F5A01D-3EDB-1F54-F4EE-AFD1EF9962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June 2025</a:t>
            </a:r>
            <a:endParaRPr lang="en-VN"/>
          </a:p>
        </p:txBody>
      </p:sp>
      <p:sp>
        <p:nvSpPr>
          <p:cNvPr id="5" name="Footer Placeholder 4">
            <a:extLst>
              <a:ext uri="{FF2B5EF4-FFF2-40B4-BE49-F238E27FC236}">
                <a16:creationId xmlns:a16="http://schemas.microsoft.com/office/drawing/2014/main" id="{F95D1C7E-53C3-CE2D-B996-7F97021382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vi-VN"/>
              <a:t>Thực hiện bởi Trường Đại học Công nghệ Thông tin, ĐHQG-HCM</a:t>
            </a:r>
            <a:endParaRPr lang="en-VN"/>
          </a:p>
        </p:txBody>
      </p:sp>
      <p:sp>
        <p:nvSpPr>
          <p:cNvPr id="6" name="Slide Number Placeholder 5">
            <a:extLst>
              <a:ext uri="{FF2B5EF4-FFF2-40B4-BE49-F238E27FC236}">
                <a16:creationId xmlns:a16="http://schemas.microsoft.com/office/drawing/2014/main" id="{1A91A76A-6303-F16B-A578-8E129753AC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B0B3AC-44A8-D142-AAF6-9A453466E1A4}" type="slidenum">
              <a:rPr lang="en-VN" smtClean="0"/>
              <a:t>‹#›</a:t>
            </a:fld>
            <a:endParaRPr lang="en-VN"/>
          </a:p>
        </p:txBody>
      </p:sp>
    </p:spTree>
    <p:extLst>
      <p:ext uri="{BB962C8B-B14F-4D97-AF65-F5344CB8AC3E}">
        <p14:creationId xmlns:p14="http://schemas.microsoft.com/office/powerpoint/2010/main" val="1672005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000" b="1" kern="1200">
          <a:gradFill flip="none" rotWithShape="1">
            <a:gsLst>
              <a:gs pos="0">
                <a:srgbClr val="0072FF"/>
              </a:gs>
              <a:gs pos="100000">
                <a:srgbClr val="00C6FF"/>
              </a:gs>
            </a:gsLst>
            <a:lin ang="2700000" scaled="1"/>
            <a:tileRect/>
          </a:gradFill>
          <a:effectLst>
            <a:innerShdw blurRad="114300">
              <a:schemeClr val="bg1"/>
            </a:innerShdw>
          </a:effectLst>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hyperlink" Target="mailto:dungmt@uit.edu.vn"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hyperlink" Target="http://www.cplusplus.com/doc/tutorial/" TargetMode="Externa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CBD6B99-F7D5-FAD0-EDA1-03EE73F7B626}"/>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D8B0B3AC-44A8-D142-AAF6-9A453466E1A4}" type="slidenum">
              <a:rPr kumimoji="0" lang="en-VN" b="0" i="0" u="none" strike="noStrike" kern="1200" cap="none" spc="0" normalizeH="0" baseline="0" noProof="0" smtClean="0">
                <a:ln>
                  <a:noFill/>
                </a:ln>
                <a:solidFill>
                  <a:srgbClr val="2A2F4F"/>
                </a:solidFill>
                <a:effectLst/>
                <a:uLnTx/>
                <a:uFillTx/>
                <a:latin typeface="Arial" panose="020B0604020202020204" pitchFamily="34" charset="0"/>
                <a:ea typeface="+mn-ea"/>
                <a:cs typeface="Arial" panose="020B0604020202020204"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1</a:t>
            </a:fld>
            <a:endParaRPr kumimoji="0" lang="en-VN" b="0" i="0" u="none" strike="noStrike" kern="1200" cap="none" spc="0" normalizeH="0" baseline="0" noProof="0" dirty="0">
              <a:ln>
                <a:noFill/>
              </a:ln>
              <a:solidFill>
                <a:srgbClr val="2A2F4F"/>
              </a:solidFill>
              <a:effectLst/>
              <a:uLnTx/>
              <a:uFillTx/>
              <a:latin typeface="Arial" panose="020B0604020202020204" pitchFamily="34" charset="0"/>
              <a:ea typeface="+mn-ea"/>
              <a:cs typeface="Arial" panose="020B0604020202020204" pitchFamily="34" charset="0"/>
            </a:endParaRPr>
          </a:p>
        </p:txBody>
      </p:sp>
      <p:sp>
        <p:nvSpPr>
          <p:cNvPr id="4" name="Text Placeholder 3">
            <a:extLst>
              <a:ext uri="{FF2B5EF4-FFF2-40B4-BE49-F238E27FC236}">
                <a16:creationId xmlns:a16="http://schemas.microsoft.com/office/drawing/2014/main" id="{0F27712B-B28A-B256-C343-718E2E8388FC}"/>
              </a:ext>
            </a:extLst>
          </p:cNvPr>
          <p:cNvSpPr>
            <a:spLocks noGrp="1"/>
          </p:cNvSpPr>
          <p:nvPr>
            <p:ph type="body" sz="quarter" idx="13"/>
          </p:nvPr>
        </p:nvSpPr>
        <p:spPr>
          <a:xfrm>
            <a:off x="1850807" y="1766627"/>
            <a:ext cx="8490387" cy="696165"/>
          </a:xfrm>
        </p:spPr>
        <p:txBody>
          <a:bodyPr/>
          <a:lstStyle/>
          <a:p>
            <a:r>
              <a:rPr lang="en-US"/>
              <a:t>IT001 - NHẬP </a:t>
            </a:r>
            <a:r>
              <a:rPr lang="en-US" dirty="0"/>
              <a:t>MÔN LẬP TRÌNH</a:t>
            </a:r>
            <a:endParaRPr lang="en-VN"/>
          </a:p>
        </p:txBody>
      </p:sp>
      <p:sp>
        <p:nvSpPr>
          <p:cNvPr id="5" name="Text Placeholder 4">
            <a:extLst>
              <a:ext uri="{FF2B5EF4-FFF2-40B4-BE49-F238E27FC236}">
                <a16:creationId xmlns:a16="http://schemas.microsoft.com/office/drawing/2014/main" id="{5DF7B1EB-02CD-733F-59FE-6D1CE2E4D4D6}"/>
              </a:ext>
            </a:extLst>
          </p:cNvPr>
          <p:cNvSpPr>
            <a:spLocks noGrp="1"/>
          </p:cNvSpPr>
          <p:nvPr>
            <p:ph type="body" sz="quarter" idx="14"/>
          </p:nvPr>
        </p:nvSpPr>
        <p:spPr>
          <a:xfrm>
            <a:off x="367204" y="2755847"/>
            <a:ext cx="11434027" cy="1034625"/>
          </a:xfrm>
        </p:spPr>
        <p:txBody>
          <a:bodyPr/>
          <a:lstStyle/>
          <a:p>
            <a:r>
              <a:rPr lang="en-US"/>
              <a:t>GIỚI THIỆU MÔN HỌC NHẬP MÔN LẬP TRÌNH</a:t>
            </a:r>
          </a:p>
        </p:txBody>
      </p:sp>
      <p:sp>
        <p:nvSpPr>
          <p:cNvPr id="7" name="Text Placeholder 6">
            <a:extLst>
              <a:ext uri="{FF2B5EF4-FFF2-40B4-BE49-F238E27FC236}">
                <a16:creationId xmlns:a16="http://schemas.microsoft.com/office/drawing/2014/main" id="{4EFA386E-A6EB-6AFC-A9FF-9DA3B875EAED}"/>
              </a:ext>
            </a:extLst>
          </p:cNvPr>
          <p:cNvSpPr>
            <a:spLocks noGrp="1"/>
          </p:cNvSpPr>
          <p:nvPr>
            <p:ph type="body" sz="quarter" idx="16"/>
          </p:nvPr>
        </p:nvSpPr>
        <p:spPr/>
        <p:txBody>
          <a:bodyPr>
            <a:normAutofit/>
          </a:bodyPr>
          <a:lstStyle/>
          <a:p>
            <a:r>
              <a:rPr lang="en-US"/>
              <a:t>Giới thiệu về môn học, nội dung, kế hoạch học tập, cách kiểm tra đánh giá và phương pháp học tập</a:t>
            </a:r>
            <a:endParaRPr lang="en-VN"/>
          </a:p>
        </p:txBody>
      </p:sp>
      <p:sp>
        <p:nvSpPr>
          <p:cNvPr id="8" name="Date Placeholder 7">
            <a:extLst>
              <a:ext uri="{FF2B5EF4-FFF2-40B4-BE49-F238E27FC236}">
                <a16:creationId xmlns:a16="http://schemas.microsoft.com/office/drawing/2014/main" id="{44D29821-ADD5-CA7B-64D8-72D33D53BE3E}"/>
              </a:ext>
            </a:extLst>
          </p:cNvPr>
          <p:cNvSpPr>
            <a:spLocks noGrp="1"/>
          </p:cNvSpPr>
          <p:nvPr>
            <p:ph type="dt" sz="half" idx="17"/>
          </p:nvPr>
        </p:nvSpPr>
        <p:spPr/>
        <p:txBody>
          <a:bodyPr/>
          <a:lstStyle/>
          <a:p>
            <a:r>
              <a:rPr lang="en-US"/>
              <a:t>2026</a:t>
            </a:r>
            <a:endParaRPr lang="en-US" dirty="0"/>
          </a:p>
        </p:txBody>
      </p:sp>
      <p:sp>
        <p:nvSpPr>
          <p:cNvPr id="9" name="Footer Placeholder 8">
            <a:extLst>
              <a:ext uri="{FF2B5EF4-FFF2-40B4-BE49-F238E27FC236}">
                <a16:creationId xmlns:a16="http://schemas.microsoft.com/office/drawing/2014/main" id="{E83898E5-8655-C25C-D1CD-0CEC0D680BD6}"/>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10" name="Text Placeholder 9">
            <a:extLst>
              <a:ext uri="{FF2B5EF4-FFF2-40B4-BE49-F238E27FC236}">
                <a16:creationId xmlns:a16="http://schemas.microsoft.com/office/drawing/2014/main" id="{6F2043F8-0DD3-7B90-7CB0-BC2E043CD655}"/>
              </a:ext>
            </a:extLst>
          </p:cNvPr>
          <p:cNvSpPr>
            <a:spLocks noGrp="1"/>
          </p:cNvSpPr>
          <p:nvPr>
            <p:ph type="body" sz="quarter" idx="15"/>
          </p:nvPr>
        </p:nvSpPr>
        <p:spPr/>
        <p:txBody>
          <a:bodyPr/>
          <a:lstStyle/>
          <a:p>
            <a:r>
              <a:rPr lang="en-US"/>
              <a:t>Mai Tiến Dũng</a:t>
            </a:r>
          </a:p>
        </p:txBody>
      </p:sp>
    </p:spTree>
    <p:extLst>
      <p:ext uri="{BB962C8B-B14F-4D97-AF65-F5344CB8AC3E}">
        <p14:creationId xmlns:p14="http://schemas.microsoft.com/office/powerpoint/2010/main" val="1971814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773B0E-6C9D-1513-2BCD-84968BE85ECA}"/>
              </a:ext>
            </a:extLst>
          </p:cNvPr>
          <p:cNvSpPr>
            <a:spLocks noGrp="1"/>
          </p:cNvSpPr>
          <p:nvPr>
            <p:ph type="dt" sz="half" idx="17"/>
          </p:nvPr>
        </p:nvSpPr>
        <p:spPr/>
        <p:txBody>
          <a:bodyPr/>
          <a:lstStyle/>
          <a:p>
            <a:r>
              <a:rPr lang="en-US"/>
              <a:t>June 2025</a:t>
            </a:r>
            <a:endParaRPr lang="en-US" dirty="0"/>
          </a:p>
        </p:txBody>
      </p:sp>
      <p:sp>
        <p:nvSpPr>
          <p:cNvPr id="3" name="Footer Placeholder 2">
            <a:extLst>
              <a:ext uri="{FF2B5EF4-FFF2-40B4-BE49-F238E27FC236}">
                <a16:creationId xmlns:a16="http://schemas.microsoft.com/office/drawing/2014/main" id="{21080225-026D-C5D4-DF03-B553B3AC2011}"/>
              </a:ext>
            </a:extLst>
          </p:cNvPr>
          <p:cNvSpPr>
            <a:spLocks noGrp="1"/>
          </p:cNvSpPr>
          <p:nvPr>
            <p:ph type="ftr" sz="quarter" idx="18"/>
          </p:nvPr>
        </p:nvSpPr>
        <p:spPr/>
        <p:txBody>
          <a:bodyPr/>
          <a:lstStyle/>
          <a:p>
            <a:r>
              <a:rPr lang="vi-VN"/>
              <a:t>Thực hiện bởi Trường Đại học Công nghệ Thông tin, ĐHQG-HCM</a:t>
            </a:r>
            <a:endParaRPr lang="vi-VN" dirty="0"/>
          </a:p>
        </p:txBody>
      </p:sp>
      <p:sp>
        <p:nvSpPr>
          <p:cNvPr id="4" name="Slide Number Placeholder 3">
            <a:extLst>
              <a:ext uri="{FF2B5EF4-FFF2-40B4-BE49-F238E27FC236}">
                <a16:creationId xmlns:a16="http://schemas.microsoft.com/office/drawing/2014/main" id="{8E8C3C8D-EAEF-C760-0921-B03536600191}"/>
              </a:ext>
            </a:extLst>
          </p:cNvPr>
          <p:cNvSpPr>
            <a:spLocks noGrp="1"/>
          </p:cNvSpPr>
          <p:nvPr>
            <p:ph type="sldNum" sz="quarter" idx="12"/>
          </p:nvPr>
        </p:nvSpPr>
        <p:spPr/>
        <p:txBody>
          <a:bodyPr/>
          <a:lstStyle/>
          <a:p>
            <a:fld id="{D8B0B3AC-44A8-D142-AAF6-9A453466E1A4}" type="slidenum">
              <a:rPr lang="en-VN" smtClean="0"/>
              <a:pPr/>
              <a:t>2</a:t>
            </a:fld>
            <a:endParaRPr lang="en-VN" dirty="0"/>
          </a:p>
        </p:txBody>
      </p:sp>
      <p:sp>
        <p:nvSpPr>
          <p:cNvPr id="5" name="Text Placeholder 4">
            <a:extLst>
              <a:ext uri="{FF2B5EF4-FFF2-40B4-BE49-F238E27FC236}">
                <a16:creationId xmlns:a16="http://schemas.microsoft.com/office/drawing/2014/main" id="{5FF07581-6DFF-D63E-D776-8004F7D827D1}"/>
              </a:ext>
            </a:extLst>
          </p:cNvPr>
          <p:cNvSpPr>
            <a:spLocks noGrp="1"/>
          </p:cNvSpPr>
          <p:nvPr>
            <p:ph type="body" sz="quarter" idx="19"/>
          </p:nvPr>
        </p:nvSpPr>
        <p:spPr/>
        <p:txBody>
          <a:bodyPr/>
          <a:lstStyle/>
          <a:p>
            <a:r>
              <a:rPr lang="en-US"/>
              <a:t>Mai Tiến Dũng</a:t>
            </a:r>
          </a:p>
          <a:p>
            <a:r>
              <a:rPr lang="en-US">
                <a:hlinkClick r:id="rId2"/>
              </a:rPr>
              <a:t>dungmt@uit.edu.vn</a:t>
            </a:r>
            <a:endParaRPr lang="en-US"/>
          </a:p>
          <a:p>
            <a:r>
              <a:rPr lang="en-US"/>
              <a:t>Khoa Khoa học máy tính</a:t>
            </a:r>
          </a:p>
        </p:txBody>
      </p:sp>
      <p:pic>
        <p:nvPicPr>
          <p:cNvPr id="9" name="Picture Placeholder 8">
            <a:extLst>
              <a:ext uri="{FF2B5EF4-FFF2-40B4-BE49-F238E27FC236}">
                <a16:creationId xmlns:a16="http://schemas.microsoft.com/office/drawing/2014/main" id="{C7F00690-DFC1-DA43-7306-70A210A00A53}"/>
              </a:ext>
            </a:extLst>
          </p:cNvPr>
          <p:cNvPicPr>
            <a:picLocks noGrp="1" noChangeAspect="1"/>
          </p:cNvPicPr>
          <p:nvPr>
            <p:ph type="pic" sz="quarter" idx="20"/>
          </p:nvPr>
        </p:nvPicPr>
        <p:blipFill>
          <a:blip r:embed="rId3">
            <a:extLst>
              <a:ext uri="{28A0092B-C50C-407E-A947-70E740481C1C}">
                <a14:useLocalDpi xmlns:a14="http://schemas.microsoft.com/office/drawing/2010/main" val="0"/>
              </a:ext>
            </a:extLst>
          </a:blip>
          <a:srcRect t="32" b="32"/>
          <a:stretch/>
        </p:blipFill>
        <p:spPr>
          <a:prstGeom prst="ellipse">
            <a:avLst/>
          </a:prstGeom>
          <a:solidFill>
            <a:srgbClr val="FFFFFF"/>
          </a:solidFill>
          <a:ln w="19050">
            <a:solidFill>
              <a:srgbClr val="00F7FF"/>
            </a:solidFill>
          </a:ln>
          <a:effectLst>
            <a:outerShdw blurRad="63500" sx="102000" sy="102000" algn="ctr" rotWithShape="0">
              <a:prstClr val="black">
                <a:alpha val="40000"/>
              </a:prstClr>
            </a:outerShdw>
          </a:effectLst>
        </p:spPr>
      </p:pic>
      <p:sp>
        <p:nvSpPr>
          <p:cNvPr id="7" name="Text Placeholder 6">
            <a:extLst>
              <a:ext uri="{FF2B5EF4-FFF2-40B4-BE49-F238E27FC236}">
                <a16:creationId xmlns:a16="http://schemas.microsoft.com/office/drawing/2014/main" id="{FEC9FFA7-49B2-248D-31EA-09714E801DF8}"/>
              </a:ext>
            </a:extLst>
          </p:cNvPr>
          <p:cNvSpPr>
            <a:spLocks noGrp="1"/>
          </p:cNvSpPr>
          <p:nvPr>
            <p:ph type="body" sz="quarter" idx="21"/>
          </p:nvPr>
        </p:nvSpPr>
        <p:spPr/>
        <p:txBody>
          <a:bodyPr/>
          <a:lstStyle/>
          <a:p>
            <a:endParaRPr lang="en-US"/>
          </a:p>
        </p:txBody>
      </p:sp>
    </p:spTree>
    <p:extLst>
      <p:ext uri="{BB962C8B-B14F-4D97-AF65-F5344CB8AC3E}">
        <p14:creationId xmlns:p14="http://schemas.microsoft.com/office/powerpoint/2010/main" val="16669035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72234DE-91D8-D4DB-6C3C-A2F485465F5A}"/>
              </a:ext>
            </a:extLst>
          </p:cNvPr>
          <p:cNvSpPr>
            <a:spLocks noGrp="1"/>
          </p:cNvSpPr>
          <p:nvPr>
            <p:ph type="ftr" sz="quarter" idx="11"/>
          </p:nvPr>
        </p:nvSpPr>
        <p:spPr/>
        <p:txBody>
          <a:bodyPr/>
          <a:lstStyle/>
          <a:p>
            <a:r>
              <a:rPr lang="vi-VN"/>
              <a:t>Thực hiện bởi Trường Đại học Công nghệ Thông tin, ĐHQG-HCM</a:t>
            </a:r>
            <a:endParaRPr lang="vi-VN" dirty="0"/>
          </a:p>
        </p:txBody>
      </p:sp>
      <p:sp>
        <p:nvSpPr>
          <p:cNvPr id="4" name="Slide Number Placeholder 3">
            <a:extLst>
              <a:ext uri="{FF2B5EF4-FFF2-40B4-BE49-F238E27FC236}">
                <a16:creationId xmlns:a16="http://schemas.microsoft.com/office/drawing/2014/main" id="{821E7402-BB45-F6A9-58CF-2B95B6C75DA7}"/>
              </a:ext>
            </a:extLst>
          </p:cNvPr>
          <p:cNvSpPr>
            <a:spLocks noGrp="1"/>
          </p:cNvSpPr>
          <p:nvPr>
            <p:ph type="sldNum" sz="quarter" idx="12"/>
          </p:nvPr>
        </p:nvSpPr>
        <p:spPr/>
        <p:txBody>
          <a:bodyPr/>
          <a:lstStyle/>
          <a:p>
            <a:fld id="{D8B0B3AC-44A8-D142-AAF6-9A453466E1A4}" type="slidenum">
              <a:rPr lang="en-VN" smtClean="0"/>
              <a:pPr/>
              <a:t>3</a:t>
            </a:fld>
            <a:endParaRPr lang="en-VN" dirty="0"/>
          </a:p>
        </p:txBody>
      </p:sp>
      <p:sp>
        <p:nvSpPr>
          <p:cNvPr id="9" name="Content Placeholder 8">
            <a:extLst>
              <a:ext uri="{FF2B5EF4-FFF2-40B4-BE49-F238E27FC236}">
                <a16:creationId xmlns:a16="http://schemas.microsoft.com/office/drawing/2014/main" id="{092E51D6-58EB-FB12-B17C-6DE7F7B8CB7E}"/>
              </a:ext>
            </a:extLst>
          </p:cNvPr>
          <p:cNvSpPr>
            <a:spLocks noGrp="1"/>
          </p:cNvSpPr>
          <p:nvPr>
            <p:ph type="body" sz="quarter" idx="13"/>
          </p:nvPr>
        </p:nvSpPr>
        <p:spPr>
          <a:xfrm>
            <a:off x="2788908" y="1533846"/>
            <a:ext cx="8124204" cy="4682396"/>
          </a:xfrm>
        </p:spPr>
        <p:txBody>
          <a:bodyPr>
            <a:noAutofit/>
          </a:bodyPr>
          <a:lstStyle/>
          <a:p>
            <a:pPr>
              <a:lnSpc>
                <a:spcPct val="120000"/>
              </a:lnSpc>
              <a:spcBef>
                <a:spcPts val="0"/>
              </a:spcBef>
              <a:spcAft>
                <a:spcPts val="0"/>
              </a:spcAft>
            </a:pPr>
            <a:r>
              <a:rPr lang="en-US" sz="2200"/>
              <a:t>Thông tin chung về môn học</a:t>
            </a:r>
          </a:p>
          <a:p>
            <a:pPr>
              <a:lnSpc>
                <a:spcPct val="120000"/>
              </a:lnSpc>
              <a:spcBef>
                <a:spcPts val="0"/>
              </a:spcBef>
              <a:spcAft>
                <a:spcPts val="0"/>
              </a:spcAft>
            </a:pPr>
            <a:r>
              <a:rPr lang="en-US" sz="2200"/>
              <a:t>Mô tả tóm tắt nội dung môn học</a:t>
            </a:r>
          </a:p>
          <a:p>
            <a:pPr>
              <a:lnSpc>
                <a:spcPct val="120000"/>
              </a:lnSpc>
              <a:spcBef>
                <a:spcPts val="0"/>
              </a:spcBef>
              <a:spcAft>
                <a:spcPts val="0"/>
              </a:spcAft>
            </a:pPr>
            <a:r>
              <a:rPr lang="en-US" sz="2200"/>
              <a:t>Chuẩn đầu ra môn học</a:t>
            </a:r>
          </a:p>
          <a:p>
            <a:pPr>
              <a:lnSpc>
                <a:spcPct val="120000"/>
              </a:lnSpc>
              <a:spcBef>
                <a:spcPts val="0"/>
              </a:spcBef>
              <a:spcAft>
                <a:spcPts val="0"/>
              </a:spcAft>
            </a:pPr>
            <a:r>
              <a:rPr lang="en-US" sz="2200"/>
              <a:t>Quy định môn học</a:t>
            </a:r>
          </a:p>
          <a:p>
            <a:pPr>
              <a:lnSpc>
                <a:spcPct val="120000"/>
              </a:lnSpc>
              <a:spcBef>
                <a:spcPts val="0"/>
              </a:spcBef>
              <a:spcAft>
                <a:spcPts val="0"/>
              </a:spcAft>
            </a:pPr>
            <a:r>
              <a:rPr lang="en-US" sz="2200"/>
              <a:t>Nội dung môn học</a:t>
            </a:r>
          </a:p>
          <a:p>
            <a:pPr>
              <a:lnSpc>
                <a:spcPct val="120000"/>
              </a:lnSpc>
              <a:spcBef>
                <a:spcPts val="0"/>
              </a:spcBef>
              <a:spcAft>
                <a:spcPts val="0"/>
              </a:spcAft>
            </a:pPr>
            <a:r>
              <a:rPr lang="en-US" sz="2200"/>
              <a:t>Kế hoạch học tập</a:t>
            </a:r>
          </a:p>
          <a:p>
            <a:pPr>
              <a:lnSpc>
                <a:spcPct val="120000"/>
              </a:lnSpc>
              <a:spcBef>
                <a:spcPts val="0"/>
              </a:spcBef>
              <a:spcAft>
                <a:spcPts val="0"/>
              </a:spcAft>
            </a:pPr>
            <a:r>
              <a:rPr lang="en-US" sz="2200"/>
              <a:t>Nội dung Thực hành </a:t>
            </a:r>
          </a:p>
          <a:p>
            <a:pPr>
              <a:lnSpc>
                <a:spcPct val="120000"/>
              </a:lnSpc>
              <a:spcBef>
                <a:spcPts val="0"/>
              </a:spcBef>
              <a:spcAft>
                <a:spcPts val="0"/>
              </a:spcAft>
            </a:pPr>
            <a:r>
              <a:rPr lang="en-US" sz="2200"/>
              <a:t>Phương pháp dạy và học</a:t>
            </a:r>
          </a:p>
          <a:p>
            <a:pPr>
              <a:lnSpc>
                <a:spcPct val="120000"/>
              </a:lnSpc>
              <a:spcBef>
                <a:spcPts val="0"/>
              </a:spcBef>
              <a:spcAft>
                <a:spcPts val="0"/>
              </a:spcAft>
            </a:pPr>
            <a:r>
              <a:rPr lang="en-US" sz="2200"/>
              <a:t>Kiểm tra, đánh giá</a:t>
            </a:r>
          </a:p>
          <a:p>
            <a:pPr>
              <a:lnSpc>
                <a:spcPct val="120000"/>
              </a:lnSpc>
              <a:spcBef>
                <a:spcPts val="0"/>
              </a:spcBef>
              <a:spcAft>
                <a:spcPts val="0"/>
              </a:spcAft>
            </a:pPr>
            <a:r>
              <a:rPr lang="en-US" sz="2200"/>
              <a:t>Tài liệu tham khảo</a:t>
            </a:r>
          </a:p>
          <a:p>
            <a:pPr>
              <a:lnSpc>
                <a:spcPct val="120000"/>
              </a:lnSpc>
              <a:spcBef>
                <a:spcPts val="0"/>
              </a:spcBef>
              <a:spcAft>
                <a:spcPts val="0"/>
              </a:spcAft>
            </a:pPr>
            <a:r>
              <a:rPr lang="en-US" sz="2200"/>
              <a:t>Phần mềm, công cụ hỗ trợ thực hành</a:t>
            </a:r>
          </a:p>
        </p:txBody>
      </p:sp>
      <p:sp>
        <p:nvSpPr>
          <p:cNvPr id="2" name="Date Placeholder 1">
            <a:extLst>
              <a:ext uri="{FF2B5EF4-FFF2-40B4-BE49-F238E27FC236}">
                <a16:creationId xmlns:a16="http://schemas.microsoft.com/office/drawing/2014/main" id="{53DB65F5-232B-5C54-F4F9-F015E910A86A}"/>
              </a:ext>
            </a:extLst>
          </p:cNvPr>
          <p:cNvSpPr>
            <a:spLocks noGrp="1"/>
          </p:cNvSpPr>
          <p:nvPr>
            <p:ph type="dt" sz="half" idx="14"/>
          </p:nvPr>
        </p:nvSpPr>
        <p:spPr/>
        <p:txBody>
          <a:bodyPr/>
          <a:lstStyle/>
          <a:p>
            <a:r>
              <a:rPr lang="en-US"/>
              <a:t>June 2025</a:t>
            </a:r>
            <a:endParaRPr lang="en-US" dirty="0"/>
          </a:p>
        </p:txBody>
      </p:sp>
      <p:sp>
        <p:nvSpPr>
          <p:cNvPr id="5" name="Text Placeholder 4">
            <a:extLst>
              <a:ext uri="{FF2B5EF4-FFF2-40B4-BE49-F238E27FC236}">
                <a16:creationId xmlns:a16="http://schemas.microsoft.com/office/drawing/2014/main" id="{CB0A3341-59B3-4DC6-5F05-8B30018D722D}"/>
              </a:ext>
            </a:extLst>
          </p:cNvPr>
          <p:cNvSpPr>
            <a:spLocks noGrp="1"/>
          </p:cNvSpPr>
          <p:nvPr>
            <p:ph type="body" sz="quarter" idx="15"/>
          </p:nvPr>
        </p:nvSpPr>
        <p:spPr/>
        <p:txBody>
          <a:bodyPr/>
          <a:lstStyle/>
          <a:p>
            <a:r>
              <a:rPr lang="en-US"/>
              <a:t>NỘI DUNG</a:t>
            </a:r>
          </a:p>
        </p:txBody>
      </p:sp>
    </p:spTree>
    <p:extLst>
      <p:ext uri="{BB962C8B-B14F-4D97-AF65-F5344CB8AC3E}">
        <p14:creationId xmlns:p14="http://schemas.microsoft.com/office/powerpoint/2010/main" val="36947098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877D1B0-2E2E-8D37-34FC-C2BB64AFB966}"/>
              </a:ext>
            </a:extLst>
          </p:cNvPr>
          <p:cNvSpPr>
            <a:spLocks noGrp="1"/>
          </p:cNvSpPr>
          <p:nvPr>
            <p:ph type="title"/>
          </p:nvPr>
        </p:nvSpPr>
        <p:spPr/>
        <p:txBody>
          <a:bodyPr>
            <a:normAutofit fontScale="90000"/>
          </a:bodyPr>
          <a:lstStyle/>
          <a:p>
            <a:r>
              <a:rPr lang="en-US"/>
              <a:t>1. Thông tin chung về môn học</a:t>
            </a:r>
          </a:p>
        </p:txBody>
      </p:sp>
      <p:sp>
        <p:nvSpPr>
          <p:cNvPr id="8" name="Content Placeholder 7">
            <a:extLst>
              <a:ext uri="{FF2B5EF4-FFF2-40B4-BE49-F238E27FC236}">
                <a16:creationId xmlns:a16="http://schemas.microsoft.com/office/drawing/2014/main" id="{576360E8-AA16-6273-B986-3D67AF49DF24}"/>
              </a:ext>
            </a:extLst>
          </p:cNvPr>
          <p:cNvSpPr>
            <a:spLocks noGrp="1"/>
          </p:cNvSpPr>
          <p:nvPr>
            <p:ph idx="1"/>
          </p:nvPr>
        </p:nvSpPr>
        <p:spPr>
          <a:xfrm>
            <a:off x="774145" y="1233824"/>
            <a:ext cx="10579654" cy="5274534"/>
          </a:xfrm>
        </p:spPr>
        <p:txBody>
          <a:bodyPr>
            <a:noAutofit/>
          </a:bodyPr>
          <a:lstStyle/>
          <a:p>
            <a:pPr>
              <a:lnSpc>
                <a:spcPct val="100000"/>
              </a:lnSpc>
              <a:spcBef>
                <a:spcPts val="0"/>
              </a:spcBef>
            </a:pPr>
            <a:r>
              <a:rPr lang="en-US" sz="3600">
                <a:solidFill>
                  <a:srgbClr val="000000"/>
                </a:solidFill>
                <a:effectLst/>
                <a:highlight>
                  <a:srgbClr val="FFFFFF"/>
                </a:highlight>
                <a:latin typeface="Times New Roman" panose="02020603050405020304" pitchFamily="18" charset="0"/>
                <a:ea typeface="Times New Roman" panose="02020603050405020304" pitchFamily="18" charset="0"/>
              </a:rPr>
              <a:t>Khoa </a:t>
            </a:r>
            <a:r>
              <a:rPr lang="en-US" sz="3600" dirty="0" err="1">
                <a:solidFill>
                  <a:srgbClr val="000000"/>
                </a:solidFill>
                <a:effectLst/>
                <a:highlight>
                  <a:srgbClr val="FFFFFF"/>
                </a:highlight>
                <a:latin typeface="Times New Roman" panose="02020603050405020304" pitchFamily="18" charset="0"/>
                <a:ea typeface="Times New Roman" panose="02020603050405020304" pitchFamily="18" charset="0"/>
              </a:rPr>
              <a:t>phụ</a:t>
            </a:r>
            <a:r>
              <a:rPr lang="en-US" sz="3600" dirty="0">
                <a:solidFill>
                  <a:srgbClr val="000000"/>
                </a:solidFill>
                <a:effectLst/>
                <a:highlight>
                  <a:srgbClr val="FFFFFF"/>
                </a:highlight>
                <a:latin typeface="Times New Roman" panose="02020603050405020304" pitchFamily="18" charset="0"/>
                <a:ea typeface="Times New Roman" panose="02020603050405020304" pitchFamily="18" charset="0"/>
              </a:rPr>
              <a:t> </a:t>
            </a:r>
            <a:r>
              <a:rPr lang="en-US" sz="3600" dirty="0" err="1">
                <a:solidFill>
                  <a:srgbClr val="000000"/>
                </a:solidFill>
                <a:effectLst/>
                <a:highlight>
                  <a:srgbClr val="FFFFFF"/>
                </a:highlight>
                <a:latin typeface="Times New Roman" panose="02020603050405020304" pitchFamily="18" charset="0"/>
                <a:ea typeface="Times New Roman" panose="02020603050405020304" pitchFamily="18" charset="0"/>
              </a:rPr>
              <a:t>trách</a:t>
            </a:r>
            <a:r>
              <a:rPr lang="en-US" sz="3600" dirty="0">
                <a:solidFill>
                  <a:srgbClr val="000000"/>
                </a:solidFill>
                <a:effectLst/>
                <a:highlight>
                  <a:srgbClr val="FFFFFF"/>
                </a:highlight>
                <a:latin typeface="Times New Roman" panose="02020603050405020304" pitchFamily="18" charset="0"/>
                <a:ea typeface="Times New Roman" panose="02020603050405020304" pitchFamily="18" charset="0"/>
              </a:rPr>
              <a:t>: Khoa </a:t>
            </a:r>
            <a:r>
              <a:rPr lang="en-US" sz="3600" dirty="0" err="1">
                <a:solidFill>
                  <a:srgbClr val="000000"/>
                </a:solidFill>
                <a:effectLst/>
                <a:highlight>
                  <a:srgbClr val="FFFFFF"/>
                </a:highlight>
                <a:latin typeface="Times New Roman" panose="02020603050405020304" pitchFamily="18" charset="0"/>
                <a:ea typeface="Times New Roman" panose="02020603050405020304" pitchFamily="18" charset="0"/>
              </a:rPr>
              <a:t>Khoa</a:t>
            </a:r>
            <a:r>
              <a:rPr lang="en-US" sz="3600" dirty="0">
                <a:solidFill>
                  <a:srgbClr val="000000"/>
                </a:solidFill>
                <a:effectLst/>
                <a:highlight>
                  <a:srgbClr val="FFFFFF"/>
                </a:highlight>
                <a:latin typeface="Times New Roman" panose="02020603050405020304" pitchFamily="18" charset="0"/>
                <a:ea typeface="Times New Roman" panose="02020603050405020304" pitchFamily="18" charset="0"/>
              </a:rPr>
              <a:t> </a:t>
            </a:r>
            <a:r>
              <a:rPr lang="en-US" sz="3600" dirty="0" err="1">
                <a:solidFill>
                  <a:srgbClr val="000000"/>
                </a:solidFill>
                <a:effectLst/>
                <a:highlight>
                  <a:srgbClr val="FFFFFF"/>
                </a:highlight>
                <a:latin typeface="Times New Roman" panose="02020603050405020304" pitchFamily="18" charset="0"/>
                <a:ea typeface="Times New Roman" panose="02020603050405020304" pitchFamily="18" charset="0"/>
              </a:rPr>
              <a:t>học</a:t>
            </a:r>
            <a:r>
              <a:rPr lang="en-US" sz="3600" dirty="0">
                <a:solidFill>
                  <a:srgbClr val="000000"/>
                </a:solidFill>
                <a:effectLst/>
                <a:highlight>
                  <a:srgbClr val="FFFFFF"/>
                </a:highlight>
                <a:latin typeface="Times New Roman" panose="02020603050405020304" pitchFamily="18" charset="0"/>
                <a:ea typeface="Times New Roman" panose="02020603050405020304" pitchFamily="18" charset="0"/>
              </a:rPr>
              <a:t> </a:t>
            </a:r>
            <a:r>
              <a:rPr lang="en-US" sz="3600" dirty="0" err="1">
                <a:solidFill>
                  <a:srgbClr val="000000"/>
                </a:solidFill>
                <a:effectLst/>
                <a:highlight>
                  <a:srgbClr val="FFFFFF"/>
                </a:highlight>
                <a:latin typeface="Times New Roman" panose="02020603050405020304" pitchFamily="18" charset="0"/>
                <a:ea typeface="Times New Roman" panose="02020603050405020304" pitchFamily="18" charset="0"/>
              </a:rPr>
              <a:t>Máy</a:t>
            </a:r>
            <a:r>
              <a:rPr lang="en-US" sz="3600" dirty="0">
                <a:solidFill>
                  <a:srgbClr val="000000"/>
                </a:solidFill>
                <a:effectLst/>
                <a:highlight>
                  <a:srgbClr val="FFFFFF"/>
                </a:highlight>
                <a:latin typeface="Times New Roman" panose="02020603050405020304" pitchFamily="18" charset="0"/>
                <a:ea typeface="Times New Roman" panose="02020603050405020304" pitchFamily="18" charset="0"/>
              </a:rPr>
              <a:t> </a:t>
            </a:r>
            <a:r>
              <a:rPr lang="en-US" sz="3600" dirty="0" err="1">
                <a:solidFill>
                  <a:srgbClr val="000000"/>
                </a:solidFill>
                <a:effectLst/>
                <a:highlight>
                  <a:srgbClr val="FFFFFF"/>
                </a:highlight>
                <a:latin typeface="Times New Roman" panose="02020603050405020304" pitchFamily="18" charset="0"/>
                <a:ea typeface="Times New Roman" panose="02020603050405020304" pitchFamily="18" charset="0"/>
              </a:rPr>
              <a:t>tính</a:t>
            </a:r>
            <a:endParaRPr lang="en-US" sz="3600" dirty="0">
              <a:solidFill>
                <a:srgbClr val="000000"/>
              </a:solidFill>
              <a:effectLst/>
              <a:highlight>
                <a:srgbClr val="FFFFFF"/>
              </a:highlight>
              <a:latin typeface="Times New Roman" panose="02020603050405020304" pitchFamily="18" charset="0"/>
              <a:ea typeface="Times New Roman" panose="02020603050405020304" pitchFamily="18" charset="0"/>
            </a:endParaRPr>
          </a:p>
          <a:p>
            <a:pPr>
              <a:lnSpc>
                <a:spcPct val="100000"/>
              </a:lnSpc>
              <a:spcBef>
                <a:spcPts val="0"/>
              </a:spcBef>
            </a:pPr>
            <a:r>
              <a:rPr lang="en-US" sz="3600" dirty="0" err="1">
                <a:solidFill>
                  <a:srgbClr val="333333"/>
                </a:solidFill>
                <a:effectLst/>
                <a:highlight>
                  <a:srgbClr val="FFFFFF"/>
                </a:highlight>
                <a:latin typeface="Times New Roman" panose="02020603050405020304" pitchFamily="18" charset="0"/>
                <a:ea typeface="Times New Roman" panose="02020603050405020304" pitchFamily="18" charset="0"/>
              </a:rPr>
              <a:t>Giảng</a:t>
            </a:r>
            <a:r>
              <a:rPr lang="en-US" sz="3600" dirty="0">
                <a:solidFill>
                  <a:srgbClr val="000000"/>
                </a:solidFill>
                <a:effectLst/>
                <a:highlight>
                  <a:srgbClr val="FFFFFF"/>
                </a:highlight>
                <a:latin typeface="Times New Roman" panose="02020603050405020304" pitchFamily="18" charset="0"/>
                <a:ea typeface="Times New Roman" panose="02020603050405020304" pitchFamily="18" charset="0"/>
              </a:rPr>
              <a:t> </a:t>
            </a:r>
            <a:r>
              <a:rPr lang="en-US" sz="3600" dirty="0" err="1">
                <a:solidFill>
                  <a:srgbClr val="000000"/>
                </a:solidFill>
                <a:effectLst/>
                <a:highlight>
                  <a:srgbClr val="FFFFFF"/>
                </a:highlight>
                <a:latin typeface="Times New Roman" panose="02020603050405020304" pitchFamily="18" charset="0"/>
                <a:ea typeface="Times New Roman" panose="02020603050405020304" pitchFamily="18" charset="0"/>
              </a:rPr>
              <a:t>viên</a:t>
            </a:r>
            <a:r>
              <a:rPr lang="en-US" sz="3600" dirty="0">
                <a:solidFill>
                  <a:srgbClr val="000000"/>
                </a:solidFill>
                <a:effectLst/>
                <a:highlight>
                  <a:srgbClr val="FFFFFF"/>
                </a:highlight>
                <a:latin typeface="Times New Roman" panose="02020603050405020304" pitchFamily="18" charset="0"/>
                <a:ea typeface="Times New Roman" panose="02020603050405020304" pitchFamily="18" charset="0"/>
              </a:rPr>
              <a:t> </a:t>
            </a:r>
            <a:r>
              <a:rPr lang="en-US" sz="3600" err="1">
                <a:solidFill>
                  <a:srgbClr val="000000"/>
                </a:solidFill>
                <a:effectLst/>
                <a:highlight>
                  <a:srgbClr val="FFFFFF"/>
                </a:highlight>
                <a:latin typeface="Times New Roman" panose="02020603050405020304" pitchFamily="18" charset="0"/>
                <a:ea typeface="Times New Roman" panose="02020603050405020304" pitchFamily="18" charset="0"/>
              </a:rPr>
              <a:t>phụ</a:t>
            </a:r>
            <a:r>
              <a:rPr lang="en-US" sz="3600">
                <a:solidFill>
                  <a:srgbClr val="000000"/>
                </a:solidFill>
                <a:effectLst/>
                <a:highlight>
                  <a:srgbClr val="FFFFFF"/>
                </a:highlight>
                <a:latin typeface="Times New Roman" panose="02020603050405020304" pitchFamily="18" charset="0"/>
                <a:ea typeface="Times New Roman" panose="02020603050405020304" pitchFamily="18" charset="0"/>
              </a:rPr>
              <a:t> trách: TS. Mai Tiến Dũng</a:t>
            </a:r>
          </a:p>
          <a:p>
            <a:pPr>
              <a:lnSpc>
                <a:spcPct val="100000"/>
              </a:lnSpc>
              <a:spcBef>
                <a:spcPts val="0"/>
              </a:spcBef>
            </a:pPr>
            <a:r>
              <a:rPr lang="en-US" sz="3600">
                <a:solidFill>
                  <a:srgbClr val="000000"/>
                </a:solidFill>
                <a:highlight>
                  <a:srgbClr val="FFFFFF"/>
                </a:highlight>
                <a:latin typeface="Times New Roman" panose="02020603050405020304" pitchFamily="18" charset="0"/>
                <a:ea typeface="Times New Roman" panose="02020603050405020304" pitchFamily="18" charset="0"/>
              </a:rPr>
              <a:t>Môn học bắt buộc</a:t>
            </a:r>
            <a:endParaRPr lang="en-US" sz="3600" dirty="0">
              <a:solidFill>
                <a:srgbClr val="000000"/>
              </a:solidFill>
              <a:effectLst/>
              <a:highlight>
                <a:srgbClr val="FFFFFF"/>
              </a:highlight>
              <a:latin typeface="Times New Roman" panose="02020603050405020304" pitchFamily="18" charset="0"/>
              <a:ea typeface="Times New Roman" panose="02020603050405020304" pitchFamily="18" charset="0"/>
            </a:endParaRPr>
          </a:p>
        </p:txBody>
      </p:sp>
      <p:sp>
        <p:nvSpPr>
          <p:cNvPr id="2" name="Footer Placeholder 1">
            <a:extLst>
              <a:ext uri="{FF2B5EF4-FFF2-40B4-BE49-F238E27FC236}">
                <a16:creationId xmlns:a16="http://schemas.microsoft.com/office/drawing/2014/main" id="{B7C23BBA-4CD8-382D-61DB-D4D596DE6B65}"/>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Date Placeholder 4">
            <a:extLst>
              <a:ext uri="{FF2B5EF4-FFF2-40B4-BE49-F238E27FC236}">
                <a16:creationId xmlns:a16="http://schemas.microsoft.com/office/drawing/2014/main" id="{9F0D6077-9543-9B17-6565-622297AC88A8}"/>
              </a:ext>
            </a:extLst>
          </p:cNvPr>
          <p:cNvSpPr>
            <a:spLocks noGrp="1"/>
          </p:cNvSpPr>
          <p:nvPr>
            <p:ph type="dt" sz="half" idx="13"/>
          </p:nvPr>
        </p:nvSpPr>
        <p:spPr/>
        <p:txBody>
          <a:bodyPr/>
          <a:lstStyle/>
          <a:p>
            <a:r>
              <a:rPr lang="en-US"/>
              <a:t>June 2025</a:t>
            </a:r>
            <a:endParaRPr lang="en-US" dirty="0"/>
          </a:p>
        </p:txBody>
      </p:sp>
      <p:sp>
        <p:nvSpPr>
          <p:cNvPr id="3" name="Slide Number Placeholder 2">
            <a:extLst>
              <a:ext uri="{FF2B5EF4-FFF2-40B4-BE49-F238E27FC236}">
                <a16:creationId xmlns:a16="http://schemas.microsoft.com/office/drawing/2014/main" id="{7AD1DCD3-4625-BB98-D656-010098B79168}"/>
              </a:ext>
            </a:extLst>
          </p:cNvPr>
          <p:cNvSpPr>
            <a:spLocks noGrp="1"/>
          </p:cNvSpPr>
          <p:nvPr>
            <p:ph type="sldNum" sz="quarter" idx="12"/>
          </p:nvPr>
        </p:nvSpPr>
        <p:spPr/>
        <p:txBody>
          <a:bodyPr/>
          <a:lstStyle/>
          <a:p>
            <a:fld id="{D8B0B3AC-44A8-D142-AAF6-9A453466E1A4}" type="slidenum">
              <a:rPr lang="en-VN" smtClean="0"/>
              <a:pPr/>
              <a:t>4</a:t>
            </a:fld>
            <a:endParaRPr lang="en-VN" dirty="0"/>
          </a:p>
        </p:txBody>
      </p:sp>
    </p:spTree>
    <p:extLst>
      <p:ext uri="{BB962C8B-B14F-4D97-AF65-F5344CB8AC3E}">
        <p14:creationId xmlns:p14="http://schemas.microsoft.com/office/powerpoint/2010/main" val="20374816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B9CC439-86EC-FD9C-121B-7DF9BA0C42EA}"/>
              </a:ext>
            </a:extLst>
          </p:cNvPr>
          <p:cNvSpPr>
            <a:spLocks noGrp="1"/>
          </p:cNvSpPr>
          <p:nvPr>
            <p:ph type="title"/>
          </p:nvPr>
        </p:nvSpPr>
        <p:spPr/>
        <p:txBody>
          <a:bodyPr>
            <a:normAutofit fontScale="90000"/>
          </a:bodyPr>
          <a:lstStyle/>
          <a:p>
            <a:r>
              <a:rPr lang="en-US"/>
              <a:t>2. Mô tả tóm tắt nội dung môn học</a:t>
            </a:r>
          </a:p>
        </p:txBody>
      </p:sp>
      <p:sp>
        <p:nvSpPr>
          <p:cNvPr id="2" name="Footer Placeholder 1">
            <a:extLst>
              <a:ext uri="{FF2B5EF4-FFF2-40B4-BE49-F238E27FC236}">
                <a16:creationId xmlns:a16="http://schemas.microsoft.com/office/drawing/2014/main" id="{ECACAFE8-3C8D-6D1F-B2E6-1F8C41531CBE}"/>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Date Placeholder 4">
            <a:extLst>
              <a:ext uri="{FF2B5EF4-FFF2-40B4-BE49-F238E27FC236}">
                <a16:creationId xmlns:a16="http://schemas.microsoft.com/office/drawing/2014/main" id="{5305951A-7234-16A9-B69E-F450364B1EB6}"/>
              </a:ext>
            </a:extLst>
          </p:cNvPr>
          <p:cNvSpPr>
            <a:spLocks noGrp="1"/>
          </p:cNvSpPr>
          <p:nvPr>
            <p:ph type="dt" sz="half" idx="13"/>
          </p:nvPr>
        </p:nvSpPr>
        <p:spPr/>
        <p:txBody>
          <a:bodyPr/>
          <a:lstStyle/>
          <a:p>
            <a:r>
              <a:rPr lang="en-US"/>
              <a:t>June 2025</a:t>
            </a:r>
            <a:endParaRPr lang="en-US" dirty="0"/>
          </a:p>
        </p:txBody>
      </p:sp>
      <p:sp>
        <p:nvSpPr>
          <p:cNvPr id="3" name="Slide Number Placeholder 2">
            <a:extLst>
              <a:ext uri="{FF2B5EF4-FFF2-40B4-BE49-F238E27FC236}">
                <a16:creationId xmlns:a16="http://schemas.microsoft.com/office/drawing/2014/main" id="{EC8333AB-F6BE-C586-F42E-FDA291858D65}"/>
              </a:ext>
            </a:extLst>
          </p:cNvPr>
          <p:cNvSpPr>
            <a:spLocks noGrp="1"/>
          </p:cNvSpPr>
          <p:nvPr>
            <p:ph type="sldNum" sz="quarter" idx="12"/>
          </p:nvPr>
        </p:nvSpPr>
        <p:spPr/>
        <p:txBody>
          <a:bodyPr/>
          <a:lstStyle/>
          <a:p>
            <a:fld id="{D8B0B3AC-44A8-D142-AAF6-9A453466E1A4}" type="slidenum">
              <a:rPr lang="en-VN" smtClean="0"/>
              <a:pPr/>
              <a:t>5</a:t>
            </a:fld>
            <a:endParaRPr lang="en-VN" dirty="0"/>
          </a:p>
        </p:txBody>
      </p:sp>
      <p:sp>
        <p:nvSpPr>
          <p:cNvPr id="12" name="Content Placeholder 11">
            <a:extLst>
              <a:ext uri="{FF2B5EF4-FFF2-40B4-BE49-F238E27FC236}">
                <a16:creationId xmlns:a16="http://schemas.microsoft.com/office/drawing/2014/main" id="{F2964BAD-BDC9-E7C5-38A5-C18E98B34622}"/>
              </a:ext>
            </a:extLst>
          </p:cNvPr>
          <p:cNvSpPr>
            <a:spLocks noGrp="1"/>
          </p:cNvSpPr>
          <p:nvPr>
            <p:ph idx="1"/>
          </p:nvPr>
        </p:nvSpPr>
        <p:spPr/>
        <p:txBody>
          <a:bodyPr>
            <a:normAutofit fontScale="92500" lnSpcReduction="20000"/>
          </a:bodyPr>
          <a:lstStyle/>
          <a:p>
            <a:pPr>
              <a:spcBef>
                <a:spcPts val="600"/>
              </a:spcBef>
            </a:pPr>
            <a:r>
              <a:rPr lang="en-US"/>
              <a:t>Đây </a:t>
            </a:r>
            <a:r>
              <a:rPr lang="vi-VN"/>
              <a:t>là môn học nền tảng, cần thiết cho sinh viên theo học các ngành Công nghệ thông tin. Môn học này trang bị cho sinh viên kiến thức cơ bản về lập trình, cùng với kỹ năng sử dụng ngôn ngữ lập trình C++ để giải quyết các bài toán cơ bản.</a:t>
            </a:r>
          </a:p>
          <a:p>
            <a:pPr>
              <a:spcBef>
                <a:spcPts val="600"/>
              </a:spcBef>
            </a:pPr>
            <a:r>
              <a:rPr lang="vi-VN"/>
              <a:t>Môn học tập trung vào việc giúp sinh viên nắm vững kiểu dữ liệu, các phép toán, cấu trúc điều khiển, hàm, con trỏ, cấu trúc và các khái niệm căn bản khác của ngôn ngữ lập trình C++. </a:t>
            </a:r>
          </a:p>
          <a:p>
            <a:pPr>
              <a:spcBef>
                <a:spcPts val="600"/>
              </a:spcBef>
            </a:pPr>
            <a:r>
              <a:rPr lang="vi-VN"/>
              <a:t>Ngoài ra, sinh viên sẽ được hướng dẫn cách phát hiện và khắc phục lỗi trong quá trình lập trình, nhằm nâng cao khả năng giải quyết vấn đề và phát triển ứng dụng phần mềm hiệu quả.</a:t>
            </a:r>
          </a:p>
        </p:txBody>
      </p:sp>
    </p:spTree>
    <p:extLst>
      <p:ext uri="{BB962C8B-B14F-4D97-AF65-F5344CB8AC3E}">
        <p14:creationId xmlns:p14="http://schemas.microsoft.com/office/powerpoint/2010/main" val="33083272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3154FAF-3A99-F395-7626-E833FD3F528D}"/>
              </a:ext>
            </a:extLst>
          </p:cNvPr>
          <p:cNvSpPr>
            <a:spLocks noGrp="1"/>
          </p:cNvSpPr>
          <p:nvPr>
            <p:ph type="title"/>
          </p:nvPr>
        </p:nvSpPr>
        <p:spPr/>
        <p:txBody>
          <a:bodyPr>
            <a:normAutofit fontScale="90000"/>
          </a:bodyPr>
          <a:lstStyle/>
          <a:p>
            <a:r>
              <a:rPr lang="en-US"/>
              <a:t>3. Chuẩn đầu ra môn học</a:t>
            </a:r>
          </a:p>
        </p:txBody>
      </p:sp>
      <p:sp>
        <p:nvSpPr>
          <p:cNvPr id="8" name="Content Placeholder 7">
            <a:extLst>
              <a:ext uri="{FF2B5EF4-FFF2-40B4-BE49-F238E27FC236}">
                <a16:creationId xmlns:a16="http://schemas.microsoft.com/office/drawing/2014/main" id="{622CCCB5-44CA-0BAE-3F5A-233987D8518B}"/>
              </a:ext>
            </a:extLst>
          </p:cNvPr>
          <p:cNvSpPr>
            <a:spLocks noGrp="1"/>
          </p:cNvSpPr>
          <p:nvPr>
            <p:ph idx="1"/>
          </p:nvPr>
        </p:nvSpPr>
        <p:spPr/>
        <p:txBody>
          <a:bodyPr>
            <a:normAutofit fontScale="92500" lnSpcReduction="20000"/>
          </a:bodyPr>
          <a:lstStyle/>
          <a:p>
            <a:r>
              <a:rPr lang="vi-VN"/>
              <a:t>Trình bày và giải thích được các khái niệm cơ bản về lập trình trên máy tính.</a:t>
            </a:r>
          </a:p>
          <a:p>
            <a:r>
              <a:rPr lang="vi-VN"/>
              <a:t>Áp dụng lưu đồ hay mã giả để mô tả một số thuật toán đơn giản; Diễn tả quá trình thực hiện thuật toán trên bộ dữ liệu cụ thể</a:t>
            </a:r>
          </a:p>
          <a:p>
            <a:r>
              <a:rPr lang="vi-VN"/>
              <a:t>Hiểu và áp dụng được các quy ước của ngôn ngữ lập trình (C++) như kiểu dữ liệu, các phép toán, cấu trúc điều khiển,  hàm, mảng, cấu trúc, con trỏ, tập tin để viết chương trình trên máy tính.</a:t>
            </a:r>
          </a:p>
          <a:p>
            <a:r>
              <a:rPr lang="vi-VN"/>
              <a:t>Sử dụng được ngôn ngữ lập trình (C++) để viết chương trình trên máy tính giải một số bài toán cơ bản</a:t>
            </a:r>
          </a:p>
          <a:p>
            <a:r>
              <a:rPr lang="vi-VN"/>
              <a:t>Có khả năng phát hiện lỗi và khắc phục lỗi khi lập trình.</a:t>
            </a:r>
          </a:p>
          <a:p>
            <a:endParaRPr lang="en-US"/>
          </a:p>
        </p:txBody>
      </p:sp>
      <p:sp>
        <p:nvSpPr>
          <p:cNvPr id="2" name="Footer Placeholder 1">
            <a:extLst>
              <a:ext uri="{FF2B5EF4-FFF2-40B4-BE49-F238E27FC236}">
                <a16:creationId xmlns:a16="http://schemas.microsoft.com/office/drawing/2014/main" id="{E44B5FB3-7ED9-30B4-369B-BADFAD09A2EA}"/>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Date Placeholder 4">
            <a:extLst>
              <a:ext uri="{FF2B5EF4-FFF2-40B4-BE49-F238E27FC236}">
                <a16:creationId xmlns:a16="http://schemas.microsoft.com/office/drawing/2014/main" id="{EE6EB7C7-6510-2BE1-A2CA-208A1A55844D}"/>
              </a:ext>
            </a:extLst>
          </p:cNvPr>
          <p:cNvSpPr>
            <a:spLocks noGrp="1"/>
          </p:cNvSpPr>
          <p:nvPr>
            <p:ph type="dt" sz="half" idx="13"/>
          </p:nvPr>
        </p:nvSpPr>
        <p:spPr/>
        <p:txBody>
          <a:bodyPr/>
          <a:lstStyle/>
          <a:p>
            <a:r>
              <a:rPr lang="en-US"/>
              <a:t>June 2025</a:t>
            </a:r>
            <a:endParaRPr lang="en-US" dirty="0"/>
          </a:p>
        </p:txBody>
      </p:sp>
      <p:sp>
        <p:nvSpPr>
          <p:cNvPr id="3" name="Slide Number Placeholder 2">
            <a:extLst>
              <a:ext uri="{FF2B5EF4-FFF2-40B4-BE49-F238E27FC236}">
                <a16:creationId xmlns:a16="http://schemas.microsoft.com/office/drawing/2014/main" id="{B40EAE0E-D9D0-3D10-E731-92C194AB43B2}"/>
              </a:ext>
            </a:extLst>
          </p:cNvPr>
          <p:cNvSpPr>
            <a:spLocks noGrp="1"/>
          </p:cNvSpPr>
          <p:nvPr>
            <p:ph type="sldNum" sz="quarter" idx="12"/>
          </p:nvPr>
        </p:nvSpPr>
        <p:spPr/>
        <p:txBody>
          <a:bodyPr/>
          <a:lstStyle/>
          <a:p>
            <a:fld id="{D8B0B3AC-44A8-D142-AAF6-9A453466E1A4}" type="slidenum">
              <a:rPr lang="en-VN" smtClean="0"/>
              <a:pPr/>
              <a:t>6</a:t>
            </a:fld>
            <a:endParaRPr lang="en-VN" dirty="0"/>
          </a:p>
        </p:txBody>
      </p:sp>
    </p:spTree>
    <p:extLst>
      <p:ext uri="{BB962C8B-B14F-4D97-AF65-F5344CB8AC3E}">
        <p14:creationId xmlns:p14="http://schemas.microsoft.com/office/powerpoint/2010/main" val="2361843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C856625-F153-5B60-A7C2-240B08529D04}"/>
              </a:ext>
            </a:extLst>
          </p:cNvPr>
          <p:cNvSpPr>
            <a:spLocks noGrp="1"/>
          </p:cNvSpPr>
          <p:nvPr>
            <p:ph type="title"/>
          </p:nvPr>
        </p:nvSpPr>
        <p:spPr/>
        <p:txBody>
          <a:bodyPr>
            <a:normAutofit fontScale="90000"/>
          </a:bodyPr>
          <a:lstStyle/>
          <a:p>
            <a:r>
              <a:rPr lang="en-US"/>
              <a:t>4. Quy định môn học</a:t>
            </a:r>
          </a:p>
        </p:txBody>
      </p:sp>
      <p:sp>
        <p:nvSpPr>
          <p:cNvPr id="8" name="Content Placeholder 7">
            <a:extLst>
              <a:ext uri="{FF2B5EF4-FFF2-40B4-BE49-F238E27FC236}">
                <a16:creationId xmlns:a16="http://schemas.microsoft.com/office/drawing/2014/main" id="{B9E0C1D7-B5AC-880B-6198-B160F7079743}"/>
              </a:ext>
            </a:extLst>
          </p:cNvPr>
          <p:cNvSpPr>
            <a:spLocks noGrp="1"/>
          </p:cNvSpPr>
          <p:nvPr>
            <p:ph idx="1"/>
          </p:nvPr>
        </p:nvSpPr>
        <p:spPr/>
        <p:txBody>
          <a:bodyPr>
            <a:normAutofit/>
          </a:bodyPr>
          <a:lstStyle/>
          <a:p>
            <a:r>
              <a:rPr lang="en-US"/>
              <a:t>Sinh viên tham </a:t>
            </a:r>
            <a:r>
              <a:rPr lang="en-US" dirty="0"/>
              <a:t>d</a:t>
            </a:r>
            <a:r>
              <a:rPr lang="vi-VN" dirty="0"/>
              <a:t>ự lớp đầy đủ</a:t>
            </a:r>
            <a:r>
              <a:rPr lang="en-US" dirty="0"/>
              <a:t> </a:t>
            </a:r>
            <a:r>
              <a:rPr lang="en-US" dirty="0" err="1"/>
              <a:t>và</a:t>
            </a:r>
            <a:r>
              <a:rPr lang="en-US" dirty="0"/>
              <a:t> </a:t>
            </a:r>
            <a:r>
              <a:rPr lang="en-US" err="1"/>
              <a:t>đúng</a:t>
            </a:r>
            <a:r>
              <a:rPr lang="en-US"/>
              <a:t> giờ</a:t>
            </a:r>
          </a:p>
          <a:p>
            <a:r>
              <a:rPr lang="en-US"/>
              <a:t>Sinh viên t</a:t>
            </a:r>
            <a:r>
              <a:rPr lang="vi-VN" dirty="0"/>
              <a:t>ham gia tích cực, nghiêm túc các hoạt động thảo luận, thực hành học tập trên lớp</a:t>
            </a:r>
          </a:p>
          <a:p>
            <a:r>
              <a:rPr lang="en-US"/>
              <a:t>Sinh viên </a:t>
            </a:r>
            <a:r>
              <a:rPr lang="vi-VN"/>
              <a:t>KHÔNG </a:t>
            </a:r>
            <a:r>
              <a:rPr lang="vi-VN" dirty="0"/>
              <a:t>chơi game hoặc sử dụng thiết bị công nghệ phục</a:t>
            </a:r>
            <a:r>
              <a:rPr lang="en-US" dirty="0"/>
              <a:t> </a:t>
            </a:r>
            <a:r>
              <a:rPr lang="vi-VN" dirty="0"/>
              <a:t>vụ cho các mục đích khác ngoài nội dung buổi học</a:t>
            </a:r>
            <a:endParaRPr lang="en-US" dirty="0"/>
          </a:p>
          <a:p>
            <a:r>
              <a:rPr lang="vi-VN" dirty="0"/>
              <a:t>Thực hiện các bài tập kiểm tra đầy đủ và đúng thời gian quy định</a:t>
            </a:r>
          </a:p>
        </p:txBody>
      </p:sp>
      <p:sp>
        <p:nvSpPr>
          <p:cNvPr id="2" name="Footer Placeholder 1">
            <a:extLst>
              <a:ext uri="{FF2B5EF4-FFF2-40B4-BE49-F238E27FC236}">
                <a16:creationId xmlns:a16="http://schemas.microsoft.com/office/drawing/2014/main" id="{8BF6D62F-C4C2-A834-B231-39984F4A7FDC}"/>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Date Placeholder 4">
            <a:extLst>
              <a:ext uri="{FF2B5EF4-FFF2-40B4-BE49-F238E27FC236}">
                <a16:creationId xmlns:a16="http://schemas.microsoft.com/office/drawing/2014/main" id="{1CF8E407-0289-D64C-3E1E-0671B1305DD8}"/>
              </a:ext>
            </a:extLst>
          </p:cNvPr>
          <p:cNvSpPr>
            <a:spLocks noGrp="1"/>
          </p:cNvSpPr>
          <p:nvPr>
            <p:ph type="dt" sz="half" idx="13"/>
          </p:nvPr>
        </p:nvSpPr>
        <p:spPr/>
        <p:txBody>
          <a:bodyPr/>
          <a:lstStyle/>
          <a:p>
            <a:r>
              <a:rPr lang="en-US"/>
              <a:t>June 2025</a:t>
            </a:r>
            <a:endParaRPr lang="en-US" dirty="0"/>
          </a:p>
        </p:txBody>
      </p:sp>
      <p:sp>
        <p:nvSpPr>
          <p:cNvPr id="3" name="Slide Number Placeholder 2">
            <a:extLst>
              <a:ext uri="{FF2B5EF4-FFF2-40B4-BE49-F238E27FC236}">
                <a16:creationId xmlns:a16="http://schemas.microsoft.com/office/drawing/2014/main" id="{043A8403-FF05-FC29-1A25-818B8B1CF7C4}"/>
              </a:ext>
            </a:extLst>
          </p:cNvPr>
          <p:cNvSpPr>
            <a:spLocks noGrp="1"/>
          </p:cNvSpPr>
          <p:nvPr>
            <p:ph type="sldNum" sz="quarter" idx="12"/>
          </p:nvPr>
        </p:nvSpPr>
        <p:spPr/>
        <p:txBody>
          <a:bodyPr/>
          <a:lstStyle/>
          <a:p>
            <a:fld id="{D8B0B3AC-44A8-D142-AAF6-9A453466E1A4}" type="slidenum">
              <a:rPr lang="en-VN" smtClean="0"/>
              <a:pPr/>
              <a:t>7</a:t>
            </a:fld>
            <a:endParaRPr lang="en-VN" dirty="0"/>
          </a:p>
        </p:txBody>
      </p:sp>
    </p:spTree>
    <p:extLst>
      <p:ext uri="{BB962C8B-B14F-4D97-AF65-F5344CB8AC3E}">
        <p14:creationId xmlns:p14="http://schemas.microsoft.com/office/powerpoint/2010/main" val="3118658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D1E9189-D310-F6AE-19DC-58518FF35882}"/>
              </a:ext>
            </a:extLst>
          </p:cNvPr>
          <p:cNvSpPr>
            <a:spLocks noGrp="1"/>
          </p:cNvSpPr>
          <p:nvPr>
            <p:ph type="title"/>
          </p:nvPr>
        </p:nvSpPr>
        <p:spPr/>
        <p:txBody>
          <a:bodyPr>
            <a:normAutofit fontScale="90000"/>
          </a:bodyPr>
          <a:lstStyle/>
          <a:p>
            <a:r>
              <a:rPr lang="en-US"/>
              <a:t>5. Nội dung môn học</a:t>
            </a:r>
          </a:p>
        </p:txBody>
      </p:sp>
      <p:sp>
        <p:nvSpPr>
          <p:cNvPr id="8" name="Content Placeholder 7">
            <a:extLst>
              <a:ext uri="{FF2B5EF4-FFF2-40B4-BE49-F238E27FC236}">
                <a16:creationId xmlns:a16="http://schemas.microsoft.com/office/drawing/2014/main" id="{1C8F3584-1210-E7DC-6095-0DB219DF5D71}"/>
              </a:ext>
            </a:extLst>
          </p:cNvPr>
          <p:cNvSpPr>
            <a:spLocks noGrp="1"/>
          </p:cNvSpPr>
          <p:nvPr>
            <p:ph idx="1"/>
          </p:nvPr>
        </p:nvSpPr>
        <p:spPr/>
        <p:txBody>
          <a:bodyPr>
            <a:normAutofit fontScale="92500" lnSpcReduction="10000"/>
          </a:bodyPr>
          <a:lstStyle/>
          <a:p>
            <a:r>
              <a:rPr lang="vi-VN" dirty="0"/>
              <a:t>Chương 1. Giới thiệu tổng quan về máy tính và lập trình </a:t>
            </a:r>
            <a:endParaRPr lang="en-US" dirty="0"/>
          </a:p>
          <a:p>
            <a:r>
              <a:rPr lang="vi-VN" dirty="0"/>
              <a:t>Chương 2. Giới thiệu về Thuật toán</a:t>
            </a:r>
            <a:endParaRPr lang="en-US" dirty="0"/>
          </a:p>
          <a:p>
            <a:r>
              <a:rPr lang="vi-VN" dirty="0"/>
              <a:t>Chương 3. Các kiểu dữ liệu cơ sở và phép toán trong C++</a:t>
            </a:r>
            <a:endParaRPr lang="en-US" dirty="0"/>
          </a:p>
          <a:p>
            <a:r>
              <a:rPr lang="vi-VN" dirty="0"/>
              <a:t>Chương 4. Các cấu trúc điều khiển</a:t>
            </a:r>
            <a:endParaRPr lang="en-US" dirty="0"/>
          </a:p>
          <a:p>
            <a:r>
              <a:rPr lang="vi-VN" dirty="0"/>
              <a:t>Chương 5. Hàm và tham số của hàm </a:t>
            </a:r>
            <a:endParaRPr lang="en-US" dirty="0"/>
          </a:p>
          <a:p>
            <a:r>
              <a:rPr lang="vi-VN" dirty="0"/>
              <a:t>Chương </a:t>
            </a:r>
            <a:r>
              <a:rPr lang="en-US" dirty="0"/>
              <a:t>6</a:t>
            </a:r>
            <a:r>
              <a:rPr lang="vi-VN" dirty="0"/>
              <a:t>. </a:t>
            </a:r>
            <a:r>
              <a:rPr lang="en-US" dirty="0" err="1"/>
              <a:t>Hàm</a:t>
            </a:r>
            <a:r>
              <a:rPr lang="en-US" dirty="0"/>
              <a:t> </a:t>
            </a:r>
            <a:r>
              <a:rPr lang="en-US" dirty="0" err="1"/>
              <a:t>Đệ</a:t>
            </a:r>
            <a:r>
              <a:rPr lang="en-US" dirty="0"/>
              <a:t> </a:t>
            </a:r>
            <a:r>
              <a:rPr lang="en-US" dirty="0" err="1"/>
              <a:t>quy</a:t>
            </a:r>
            <a:endParaRPr lang="en-US" dirty="0"/>
          </a:p>
          <a:p>
            <a:r>
              <a:rPr lang="vi-VN" dirty="0"/>
              <a:t>Chương </a:t>
            </a:r>
            <a:r>
              <a:rPr lang="en-US" dirty="0"/>
              <a:t>7</a:t>
            </a:r>
            <a:r>
              <a:rPr lang="vi-VN" dirty="0"/>
              <a:t>. Mảng</a:t>
            </a:r>
            <a:endParaRPr lang="en-US" dirty="0"/>
          </a:p>
          <a:p>
            <a:r>
              <a:rPr lang="vi-VN" dirty="0"/>
              <a:t>Chương </a:t>
            </a:r>
            <a:r>
              <a:rPr lang="en-US" dirty="0"/>
              <a:t>8.</a:t>
            </a:r>
            <a:r>
              <a:rPr lang="vi-VN" dirty="0"/>
              <a:t> </a:t>
            </a:r>
            <a:r>
              <a:rPr lang="en-US" dirty="0"/>
              <a:t>Con </a:t>
            </a:r>
            <a:r>
              <a:rPr lang="en-US" dirty="0" err="1"/>
              <a:t>trỏ</a:t>
            </a:r>
            <a:endParaRPr lang="en-US" dirty="0"/>
          </a:p>
          <a:p>
            <a:r>
              <a:rPr lang="vi-VN" dirty="0"/>
              <a:t>Chương </a:t>
            </a:r>
            <a:r>
              <a:rPr lang="en-US" dirty="0"/>
              <a:t>9.</a:t>
            </a:r>
            <a:r>
              <a:rPr lang="vi-VN" dirty="0"/>
              <a:t> C</a:t>
            </a:r>
            <a:r>
              <a:rPr lang="en-US" dirty="0" err="1"/>
              <a:t>ấu</a:t>
            </a:r>
            <a:r>
              <a:rPr lang="en-US" dirty="0"/>
              <a:t> </a:t>
            </a:r>
            <a:r>
              <a:rPr lang="en-US" dirty="0" err="1"/>
              <a:t>trúc</a:t>
            </a:r>
            <a:endParaRPr lang="en-US" dirty="0"/>
          </a:p>
        </p:txBody>
      </p:sp>
      <p:sp>
        <p:nvSpPr>
          <p:cNvPr id="2" name="Footer Placeholder 1">
            <a:extLst>
              <a:ext uri="{FF2B5EF4-FFF2-40B4-BE49-F238E27FC236}">
                <a16:creationId xmlns:a16="http://schemas.microsoft.com/office/drawing/2014/main" id="{B7C23BBA-4CD8-382D-61DB-D4D596DE6B65}"/>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Date Placeholder 4">
            <a:extLst>
              <a:ext uri="{FF2B5EF4-FFF2-40B4-BE49-F238E27FC236}">
                <a16:creationId xmlns:a16="http://schemas.microsoft.com/office/drawing/2014/main" id="{9F0D6077-9543-9B17-6565-622297AC88A8}"/>
              </a:ext>
            </a:extLst>
          </p:cNvPr>
          <p:cNvSpPr>
            <a:spLocks noGrp="1"/>
          </p:cNvSpPr>
          <p:nvPr>
            <p:ph type="dt" sz="half" idx="13"/>
          </p:nvPr>
        </p:nvSpPr>
        <p:spPr/>
        <p:txBody>
          <a:bodyPr/>
          <a:lstStyle/>
          <a:p>
            <a:r>
              <a:rPr lang="en-US"/>
              <a:t>June 2025</a:t>
            </a:r>
            <a:endParaRPr lang="en-US" dirty="0"/>
          </a:p>
        </p:txBody>
      </p:sp>
      <p:sp>
        <p:nvSpPr>
          <p:cNvPr id="3" name="Slide Number Placeholder 2">
            <a:extLst>
              <a:ext uri="{FF2B5EF4-FFF2-40B4-BE49-F238E27FC236}">
                <a16:creationId xmlns:a16="http://schemas.microsoft.com/office/drawing/2014/main" id="{7AD1DCD3-4625-BB98-D656-010098B79168}"/>
              </a:ext>
            </a:extLst>
          </p:cNvPr>
          <p:cNvSpPr>
            <a:spLocks noGrp="1"/>
          </p:cNvSpPr>
          <p:nvPr>
            <p:ph type="sldNum" sz="quarter" idx="12"/>
          </p:nvPr>
        </p:nvSpPr>
        <p:spPr/>
        <p:txBody>
          <a:bodyPr/>
          <a:lstStyle/>
          <a:p>
            <a:fld id="{D8B0B3AC-44A8-D142-AAF6-9A453466E1A4}" type="slidenum">
              <a:rPr lang="en-VN" smtClean="0"/>
              <a:pPr/>
              <a:t>8</a:t>
            </a:fld>
            <a:endParaRPr lang="en-VN" dirty="0"/>
          </a:p>
        </p:txBody>
      </p:sp>
    </p:spTree>
    <p:extLst>
      <p:ext uri="{BB962C8B-B14F-4D97-AF65-F5344CB8AC3E}">
        <p14:creationId xmlns:p14="http://schemas.microsoft.com/office/powerpoint/2010/main" val="29406021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4DE09D-A6DB-A0EE-99C2-653946861FF7}"/>
              </a:ext>
            </a:extLst>
          </p:cNvPr>
          <p:cNvSpPr>
            <a:spLocks noGrp="1"/>
          </p:cNvSpPr>
          <p:nvPr>
            <p:ph idx="1"/>
          </p:nvPr>
        </p:nvSpPr>
        <p:spPr>
          <a:xfrm>
            <a:off x="583644" y="981284"/>
            <a:ext cx="6021183" cy="5527073"/>
          </a:xfrm>
          <a:ln>
            <a:solidFill>
              <a:schemeClr val="tx1">
                <a:lumMod val="50000"/>
              </a:schemeClr>
            </a:solidFill>
          </a:ln>
        </p:spPr>
        <p:txBody>
          <a:bodyPr>
            <a:noAutofit/>
          </a:bodyPr>
          <a:lstStyle/>
          <a:p>
            <a:pPr marL="0" marR="0" indent="0" algn="just">
              <a:lnSpc>
                <a:spcPct val="100000"/>
              </a:lnSpc>
              <a:spcBef>
                <a:spcPts val="1200"/>
              </a:spcBef>
              <a:spcAft>
                <a:spcPts val="0"/>
              </a:spcAft>
              <a:buNone/>
            </a:pPr>
            <a:r>
              <a:rPr lang="en-US" sz="1400" b="1" kern="0">
                <a:effectLst/>
                <a:latin typeface="Times New Roman" panose="02020603050405020304" pitchFamily="18" charset="0"/>
                <a:ea typeface="Times New Roman" panose="02020603050405020304" pitchFamily="18" charset="0"/>
                <a:cs typeface="Times New Roman" panose="02020603050405020304" pitchFamily="18" charset="0"/>
              </a:rPr>
              <a:t>CHƯƠNG 1: </a:t>
            </a:r>
            <a:r>
              <a:rPr lang="de-DE" sz="1400" b="1" kern="0">
                <a:effectLst/>
                <a:latin typeface="Times New Roman" panose="02020603050405020304" pitchFamily="18" charset="0"/>
                <a:ea typeface="Times New Roman" panose="02020603050405020304" pitchFamily="18" charset="0"/>
                <a:cs typeface="Times New Roman" panose="02020603050405020304" pitchFamily="18" charset="0"/>
              </a:rPr>
              <a:t>GIỚI THIỆU TỔNG QUAN VỀ MÁY TÍNH VÀ LẬP TRÌNH</a:t>
            </a:r>
            <a:endParaRPr lang="en-US" sz="1400" b="1" kern="0">
              <a:effectLst/>
              <a:latin typeface="Times New Roman" panose="02020603050405020304" pitchFamily="18" charset="0"/>
              <a:ea typeface="Times New Roman" panose="02020603050405020304" pitchFamily="18" charset="0"/>
              <a:cs typeface="Times New Roman" panose="02020603050405020304" pitchFamily="18" charset="0"/>
            </a:endParaRPr>
          </a:p>
          <a:p>
            <a:pPr marL="457200" marR="0" indent="0" algn="just">
              <a:lnSpc>
                <a:spcPct val="100000"/>
              </a:lnSpc>
              <a:spcBef>
                <a:spcPts val="0"/>
              </a:spcBef>
              <a:spcAft>
                <a:spcPts val="0"/>
              </a:spcAft>
              <a:buNone/>
            </a:pPr>
            <a:r>
              <a:rPr lang="de-DE" sz="1400">
                <a:effectLst/>
                <a:latin typeface="Times New Roman" panose="02020603050405020304" pitchFamily="18" charset="0"/>
                <a:ea typeface="Aptos" panose="020B0004020202020204" pitchFamily="34" charset="0"/>
                <a:cs typeface="Times New Roman" panose="02020603050405020304" pitchFamily="18" charset="0"/>
              </a:rPr>
              <a:t>1.1 Tổng quan về máy tính</a:t>
            </a:r>
            <a:endParaRPr lang="en-US" sz="1400">
              <a:effectLst/>
              <a:latin typeface="Times New Roman" panose="02020603050405020304" pitchFamily="18" charset="0"/>
              <a:ea typeface="Aptos" panose="020B0004020202020204" pitchFamily="34" charset="0"/>
              <a:cs typeface="Times New Roman" panose="02020603050405020304" pitchFamily="18" charset="0"/>
            </a:endParaRPr>
          </a:p>
          <a:p>
            <a:pPr marL="914400" marR="0" indent="0" algn="just">
              <a:lnSpc>
                <a:spcPct val="100000"/>
              </a:lnSpc>
              <a:spcBef>
                <a:spcPts val="0"/>
              </a:spcBef>
              <a:spcAft>
                <a:spcPts val="0"/>
              </a:spcAft>
              <a:buNone/>
            </a:pPr>
            <a:r>
              <a:rPr lang="de-DE" sz="1400">
                <a:effectLst/>
                <a:latin typeface="Times New Roman" panose="02020603050405020304" pitchFamily="18" charset="0"/>
                <a:ea typeface="Aptos" panose="020B0004020202020204" pitchFamily="34" charset="0"/>
                <a:cs typeface="Times New Roman" panose="02020603050405020304" pitchFamily="18" charset="0"/>
              </a:rPr>
              <a:t>1.1.1 Máy tính là gì?</a:t>
            </a:r>
            <a:endParaRPr lang="en-US" sz="1400">
              <a:effectLst/>
              <a:latin typeface="Times New Roman" panose="02020603050405020304" pitchFamily="18" charset="0"/>
              <a:ea typeface="Aptos" panose="020B0004020202020204" pitchFamily="34" charset="0"/>
              <a:cs typeface="Times New Roman" panose="02020603050405020304" pitchFamily="18" charset="0"/>
            </a:endParaRPr>
          </a:p>
          <a:p>
            <a:pPr marL="914400" marR="0" indent="0" algn="just">
              <a:lnSpc>
                <a:spcPct val="100000"/>
              </a:lnSpc>
              <a:spcBef>
                <a:spcPts val="0"/>
              </a:spcBef>
              <a:spcAft>
                <a:spcPts val="0"/>
              </a:spcAft>
              <a:buNone/>
            </a:pPr>
            <a:r>
              <a:rPr lang="de-DE" sz="1400">
                <a:effectLst/>
                <a:latin typeface="Times New Roman" panose="02020603050405020304" pitchFamily="18" charset="0"/>
                <a:ea typeface="Aptos" panose="020B0004020202020204" pitchFamily="34" charset="0"/>
                <a:cs typeface="Times New Roman" panose="02020603050405020304" pitchFamily="18" charset="0"/>
              </a:rPr>
              <a:t>1.1.2 Xử lý thông tin trên máy tính</a:t>
            </a:r>
            <a:endParaRPr lang="en-US" sz="1400">
              <a:effectLst/>
              <a:latin typeface="Times New Roman" panose="02020603050405020304" pitchFamily="18" charset="0"/>
              <a:ea typeface="Aptos" panose="020B0004020202020204" pitchFamily="34" charset="0"/>
              <a:cs typeface="Times New Roman" panose="02020603050405020304" pitchFamily="18" charset="0"/>
            </a:endParaRPr>
          </a:p>
          <a:p>
            <a:pPr marL="914400" marR="0" indent="0" algn="just">
              <a:lnSpc>
                <a:spcPct val="100000"/>
              </a:lnSpc>
              <a:spcBef>
                <a:spcPts val="0"/>
              </a:spcBef>
              <a:spcAft>
                <a:spcPts val="0"/>
              </a:spcAft>
              <a:buNone/>
            </a:pPr>
            <a:r>
              <a:rPr lang="de-DE" sz="1400">
                <a:effectLst/>
                <a:latin typeface="Times New Roman" panose="02020603050405020304" pitchFamily="18" charset="0"/>
                <a:ea typeface="Aptos" panose="020B0004020202020204" pitchFamily="34" charset="0"/>
                <a:cs typeface="Times New Roman" panose="02020603050405020304" pitchFamily="18" charset="0"/>
              </a:rPr>
              <a:t>1.1.3 Phần cứng máy tính</a:t>
            </a:r>
            <a:endParaRPr lang="en-US" sz="1400">
              <a:effectLst/>
              <a:latin typeface="Times New Roman" panose="02020603050405020304" pitchFamily="18" charset="0"/>
              <a:ea typeface="Aptos" panose="020B0004020202020204" pitchFamily="34" charset="0"/>
              <a:cs typeface="Times New Roman" panose="02020603050405020304" pitchFamily="18" charset="0"/>
            </a:endParaRPr>
          </a:p>
          <a:p>
            <a:pPr marL="914400" marR="0" indent="0" algn="just">
              <a:lnSpc>
                <a:spcPct val="100000"/>
              </a:lnSpc>
              <a:spcBef>
                <a:spcPts val="0"/>
              </a:spcBef>
              <a:spcAft>
                <a:spcPts val="0"/>
              </a:spcAft>
              <a:buNone/>
            </a:pPr>
            <a:r>
              <a:rPr lang="de-DE" sz="1400">
                <a:effectLst/>
                <a:latin typeface="Times New Roman" panose="02020603050405020304" pitchFamily="18" charset="0"/>
                <a:ea typeface="Aptos" panose="020B0004020202020204" pitchFamily="34" charset="0"/>
                <a:cs typeface="Times New Roman" panose="02020603050405020304" pitchFamily="18" charset="0"/>
              </a:rPr>
              <a:t>1.1.4 Phần mềm máy tính</a:t>
            </a:r>
            <a:endParaRPr lang="en-US" sz="1400">
              <a:effectLst/>
              <a:latin typeface="Times New Roman" panose="02020603050405020304" pitchFamily="18" charset="0"/>
              <a:ea typeface="Aptos" panose="020B0004020202020204" pitchFamily="34" charset="0"/>
              <a:cs typeface="Times New Roman" panose="02020603050405020304" pitchFamily="18" charset="0"/>
            </a:endParaRPr>
          </a:p>
          <a:p>
            <a:pPr marL="914400" marR="0" indent="0" algn="just">
              <a:lnSpc>
                <a:spcPct val="100000"/>
              </a:lnSpc>
              <a:spcBef>
                <a:spcPts val="0"/>
              </a:spcBef>
              <a:spcAft>
                <a:spcPts val="0"/>
              </a:spcAft>
              <a:buNone/>
            </a:pPr>
            <a:r>
              <a:rPr lang="de-DE" sz="1400">
                <a:effectLst/>
                <a:latin typeface="Times New Roman" panose="02020603050405020304" pitchFamily="18" charset="0"/>
                <a:ea typeface="Aptos" panose="020B0004020202020204" pitchFamily="34" charset="0"/>
                <a:cs typeface="Times New Roman" panose="02020603050405020304" pitchFamily="18" charset="0"/>
              </a:rPr>
              <a:t>1.1.5 Biểu diễn và đo lường thông tin</a:t>
            </a:r>
            <a:endParaRPr lang="en-US" sz="1400">
              <a:effectLst/>
              <a:latin typeface="Times New Roman" panose="02020603050405020304" pitchFamily="18" charset="0"/>
              <a:ea typeface="Aptos" panose="020B0004020202020204" pitchFamily="34" charset="0"/>
              <a:cs typeface="Times New Roman" panose="02020603050405020304" pitchFamily="18" charset="0"/>
            </a:endParaRPr>
          </a:p>
          <a:p>
            <a:pPr marL="457200" marR="0" indent="0" algn="just">
              <a:lnSpc>
                <a:spcPct val="100000"/>
              </a:lnSpc>
              <a:spcBef>
                <a:spcPts val="0"/>
              </a:spcBef>
              <a:spcAft>
                <a:spcPts val="0"/>
              </a:spcAft>
              <a:buNone/>
            </a:pPr>
            <a:r>
              <a:rPr lang="en-US" sz="1400">
                <a:effectLst/>
                <a:latin typeface="Times New Roman" panose="02020603050405020304" pitchFamily="18" charset="0"/>
                <a:ea typeface="Aptos" panose="020B0004020202020204" pitchFamily="34" charset="0"/>
                <a:cs typeface="Times New Roman" panose="02020603050405020304" pitchFamily="18" charset="0"/>
              </a:rPr>
              <a:t>1.2 Các khái niệm cơ bản về lập trình</a:t>
            </a:r>
          </a:p>
          <a:p>
            <a:pPr marL="1371600" marR="0" indent="0" algn="just">
              <a:lnSpc>
                <a:spcPct val="100000"/>
              </a:lnSpc>
              <a:spcBef>
                <a:spcPts val="200"/>
              </a:spcBef>
              <a:spcAft>
                <a:spcPts val="0"/>
              </a:spcAft>
              <a:buNone/>
            </a:pPr>
            <a:r>
              <a:rPr lang="vi-VN" sz="14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1.2.</a:t>
            </a:r>
            <a:r>
              <a:rPr lang="de-DE" sz="14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1</a:t>
            </a:r>
            <a:r>
              <a:rPr lang="vi-VN" sz="14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 Chương trình máy tính</a:t>
            </a:r>
            <a:endParaRPr lang="en-US" sz="14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1371600" marR="0" indent="0" algn="just">
              <a:lnSpc>
                <a:spcPct val="100000"/>
              </a:lnSpc>
              <a:spcBef>
                <a:spcPts val="200"/>
              </a:spcBef>
              <a:spcAft>
                <a:spcPts val="0"/>
              </a:spcAft>
              <a:buNone/>
            </a:pPr>
            <a:r>
              <a:rPr lang="en-US" sz="14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1.</a:t>
            </a:r>
            <a:r>
              <a:rPr lang="vi-VN" sz="14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2.2 Lập trình máy tính, lập trình viên</a:t>
            </a:r>
            <a:endParaRPr lang="en-US" sz="14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1371600" marR="0" indent="0" algn="just">
              <a:lnSpc>
                <a:spcPct val="100000"/>
              </a:lnSpc>
              <a:spcBef>
                <a:spcPts val="200"/>
              </a:spcBef>
              <a:spcAft>
                <a:spcPts val="0"/>
              </a:spcAft>
              <a:buNone/>
            </a:pPr>
            <a:r>
              <a:rPr lang="vi-VN" sz="14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1.2.3 Mã nguồn, mã máy</a:t>
            </a:r>
            <a:endParaRPr lang="en-US" sz="14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1371600" marR="0" indent="0" algn="just">
              <a:lnSpc>
                <a:spcPct val="100000"/>
              </a:lnSpc>
              <a:spcBef>
                <a:spcPts val="200"/>
              </a:spcBef>
              <a:spcAft>
                <a:spcPts val="0"/>
              </a:spcAft>
              <a:buNone/>
            </a:pPr>
            <a:r>
              <a:rPr lang="vi-VN" sz="14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1.2.4 Ngôn ngữ lập trình</a:t>
            </a:r>
            <a:endParaRPr lang="en-US" sz="14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1371600" marR="0" indent="0" algn="just">
              <a:lnSpc>
                <a:spcPct val="100000"/>
              </a:lnSpc>
              <a:spcBef>
                <a:spcPts val="200"/>
              </a:spcBef>
              <a:spcAft>
                <a:spcPts val="0"/>
              </a:spcAft>
              <a:buNone/>
            </a:pPr>
            <a:r>
              <a:rPr lang="vi-VN" sz="14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1.2.5 Chương trình</a:t>
            </a:r>
            <a:r>
              <a:rPr lang="en-US" sz="14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 dịch: Trình biên dịch, trình thông dịch</a:t>
            </a:r>
          </a:p>
          <a:p>
            <a:pPr marL="457200" marR="0" indent="0" algn="just">
              <a:lnSpc>
                <a:spcPct val="100000"/>
              </a:lnSpc>
              <a:spcBef>
                <a:spcPts val="0"/>
              </a:spcBef>
              <a:spcAft>
                <a:spcPts val="0"/>
              </a:spcAft>
              <a:buNone/>
            </a:pPr>
            <a:r>
              <a:rPr lang="en-US" sz="1400">
                <a:effectLst/>
                <a:latin typeface="Times New Roman" panose="02020603050405020304" pitchFamily="18" charset="0"/>
                <a:ea typeface="Aptos" panose="020B0004020202020204" pitchFamily="34" charset="0"/>
                <a:cs typeface="Times New Roman" panose="02020603050405020304" pitchFamily="18" charset="0"/>
              </a:rPr>
              <a:t>1.3 Giới thiệu sơ lược về ngôn ngữ lập trình</a:t>
            </a:r>
          </a:p>
          <a:p>
            <a:pPr marL="1371600" marR="0" indent="0" algn="just">
              <a:lnSpc>
                <a:spcPct val="100000"/>
              </a:lnSpc>
              <a:spcBef>
                <a:spcPts val="200"/>
              </a:spcBef>
              <a:spcAft>
                <a:spcPts val="0"/>
              </a:spcAft>
              <a:buNone/>
            </a:pPr>
            <a:r>
              <a:rPr lang="de-DE" sz="14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1.3.1 Vai trò </a:t>
            </a:r>
            <a:r>
              <a:rPr lang="vi-VN" sz="14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của Ngôn ngữ lập trình</a:t>
            </a:r>
            <a:endParaRPr lang="en-US" sz="14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1371600" marR="0" indent="0" algn="just">
              <a:lnSpc>
                <a:spcPct val="100000"/>
              </a:lnSpc>
              <a:spcBef>
                <a:spcPts val="200"/>
              </a:spcBef>
              <a:spcAft>
                <a:spcPts val="0"/>
              </a:spcAft>
              <a:buNone/>
            </a:pPr>
            <a:r>
              <a:rPr lang="vi-VN" sz="14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1.3.2 Ngôn ngữ lập trình cấp thấp</a:t>
            </a:r>
            <a:endParaRPr lang="en-US" sz="14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1371600" marR="0" indent="0" algn="just">
              <a:lnSpc>
                <a:spcPct val="100000"/>
              </a:lnSpc>
              <a:spcBef>
                <a:spcPts val="200"/>
              </a:spcBef>
              <a:spcAft>
                <a:spcPts val="0"/>
              </a:spcAft>
              <a:buNone/>
            </a:pPr>
            <a:r>
              <a:rPr lang="vi-VN" sz="14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1.3.3 Ngôn ngữ lập trình cấp cao</a:t>
            </a:r>
            <a:endParaRPr lang="en-US" sz="14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1371600" marR="0" indent="0" algn="just">
              <a:lnSpc>
                <a:spcPct val="100000"/>
              </a:lnSpc>
              <a:spcBef>
                <a:spcPts val="200"/>
              </a:spcBef>
              <a:spcAft>
                <a:spcPts val="0"/>
              </a:spcAft>
              <a:buNone/>
            </a:pPr>
            <a:r>
              <a:rPr lang="vi-VN" sz="14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1.3.4 Các ngôn</a:t>
            </a:r>
            <a:r>
              <a:rPr lang="en-US" sz="14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 ngữ lập trình thông dụng</a:t>
            </a:r>
          </a:p>
          <a:p>
            <a:pPr marL="457200" marR="0" indent="0" algn="just">
              <a:lnSpc>
                <a:spcPct val="100000"/>
              </a:lnSpc>
              <a:spcBef>
                <a:spcPts val="0"/>
              </a:spcBef>
              <a:spcAft>
                <a:spcPts val="0"/>
              </a:spcAft>
              <a:buNone/>
            </a:pPr>
            <a:r>
              <a:rPr lang="en-US" sz="1400">
                <a:effectLst/>
                <a:latin typeface="Times New Roman" panose="02020603050405020304" pitchFamily="18" charset="0"/>
                <a:ea typeface="Aptos" panose="020B0004020202020204" pitchFamily="34" charset="0"/>
                <a:cs typeface="Times New Roman" panose="02020603050405020304" pitchFamily="18" charset="0"/>
              </a:rPr>
              <a:t>1.4 Giới thiệu ngôn ngữ lập trình C++</a:t>
            </a:r>
          </a:p>
          <a:p>
            <a:pPr marL="1371600" marR="0" indent="0" algn="just">
              <a:lnSpc>
                <a:spcPct val="100000"/>
              </a:lnSpc>
              <a:spcBef>
                <a:spcPts val="200"/>
              </a:spcBef>
              <a:spcAft>
                <a:spcPts val="0"/>
              </a:spcAft>
              <a:buNone/>
            </a:pPr>
            <a:r>
              <a:rPr lang="en-US" sz="1400">
                <a:solidFill>
                  <a:srgbClr val="0D0D0D"/>
                </a:solidFill>
                <a:effectLst/>
                <a:latin typeface="Times New Roman" panose="02020603050405020304" pitchFamily="18" charset="0"/>
                <a:ea typeface="Aptos" panose="020B0004020202020204" pitchFamily="34" charset="0"/>
                <a:cs typeface="Times New Roman" panose="02020603050405020304" pitchFamily="18" charset="0"/>
              </a:rPr>
              <a:t>1.4.1 </a:t>
            </a:r>
            <a:r>
              <a:rPr lang="vi-VN" sz="14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Giới thiệu tổng quan về ngôn ngữ C++ </a:t>
            </a:r>
            <a:endParaRPr lang="en-US" sz="14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1371600" marR="0" indent="0" algn="just">
              <a:lnSpc>
                <a:spcPct val="100000"/>
              </a:lnSpc>
              <a:spcBef>
                <a:spcPts val="200"/>
              </a:spcBef>
              <a:spcAft>
                <a:spcPts val="0"/>
              </a:spcAft>
              <a:buNone/>
            </a:pPr>
            <a:r>
              <a:rPr lang="vi-VN" sz="14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1.4.2 Các ưu điểm và ứng dụng của C++</a:t>
            </a:r>
            <a:endParaRPr lang="en-US" sz="14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1371600" marR="0" indent="0" algn="just">
              <a:lnSpc>
                <a:spcPct val="100000"/>
              </a:lnSpc>
              <a:spcBef>
                <a:spcPts val="200"/>
              </a:spcBef>
              <a:spcAft>
                <a:spcPts val="0"/>
              </a:spcAft>
              <a:buNone/>
            </a:pPr>
            <a:r>
              <a:rPr lang="vi-VN" sz="14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1.4.3 Môi trường, công cụ hỗ trợ lập trình C++</a:t>
            </a:r>
            <a:endParaRPr lang="en-US" sz="14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1371600" marR="0" indent="0" algn="just">
              <a:lnSpc>
                <a:spcPct val="100000"/>
              </a:lnSpc>
              <a:spcBef>
                <a:spcPts val="200"/>
              </a:spcBef>
              <a:spcAft>
                <a:spcPts val="0"/>
              </a:spcAft>
              <a:buNone/>
            </a:pPr>
            <a:r>
              <a:rPr lang="vi-VN" sz="14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1.4.4 Biên dịch chương trình C++ </a:t>
            </a:r>
            <a:endParaRPr lang="en-US" sz="14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1371600" marR="0" indent="0" algn="just">
              <a:lnSpc>
                <a:spcPct val="100000"/>
              </a:lnSpc>
              <a:spcBef>
                <a:spcPts val="200"/>
              </a:spcBef>
              <a:spcAft>
                <a:spcPts val="0"/>
              </a:spcAft>
              <a:buNone/>
            </a:pPr>
            <a:r>
              <a:rPr lang="vi-VN" sz="14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1.4.5 Một</a:t>
            </a:r>
            <a:r>
              <a:rPr lang="en-US" sz="14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 số ví dụ minh họa chương trình C++</a:t>
            </a:r>
          </a:p>
          <a:p>
            <a:pPr marL="0" indent="0">
              <a:lnSpc>
                <a:spcPct val="100000"/>
              </a:lnSpc>
              <a:buNone/>
            </a:pPr>
            <a:endParaRPr lang="en-US" sz="1400"/>
          </a:p>
        </p:txBody>
      </p:sp>
      <p:sp>
        <p:nvSpPr>
          <p:cNvPr id="4" name="Footer Placeholder 3">
            <a:extLst>
              <a:ext uri="{FF2B5EF4-FFF2-40B4-BE49-F238E27FC236}">
                <a16:creationId xmlns:a16="http://schemas.microsoft.com/office/drawing/2014/main" id="{C72598E4-D750-DE57-47A6-4E37FE4F6596}"/>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Date Placeholder 4">
            <a:extLst>
              <a:ext uri="{FF2B5EF4-FFF2-40B4-BE49-F238E27FC236}">
                <a16:creationId xmlns:a16="http://schemas.microsoft.com/office/drawing/2014/main" id="{2AA04EEE-5FF7-5594-1ACA-9C69CA2D3F63}"/>
              </a:ext>
            </a:extLst>
          </p:cNvPr>
          <p:cNvSpPr>
            <a:spLocks noGrp="1"/>
          </p:cNvSpPr>
          <p:nvPr>
            <p:ph type="dt" sz="half" idx="13"/>
          </p:nvPr>
        </p:nvSpPr>
        <p:spPr/>
        <p:txBody>
          <a:bodyPr/>
          <a:lstStyle/>
          <a:p>
            <a:r>
              <a:rPr lang="en-US"/>
              <a:t>June 2025</a:t>
            </a:r>
            <a:endParaRPr lang="en-US" dirty="0"/>
          </a:p>
        </p:txBody>
      </p:sp>
      <p:sp>
        <p:nvSpPr>
          <p:cNvPr id="6" name="Slide Number Placeholder 5">
            <a:extLst>
              <a:ext uri="{FF2B5EF4-FFF2-40B4-BE49-F238E27FC236}">
                <a16:creationId xmlns:a16="http://schemas.microsoft.com/office/drawing/2014/main" id="{1CFB5A21-99F2-E10B-4135-480976FB483F}"/>
              </a:ext>
            </a:extLst>
          </p:cNvPr>
          <p:cNvSpPr>
            <a:spLocks noGrp="1"/>
          </p:cNvSpPr>
          <p:nvPr>
            <p:ph type="sldNum" sz="quarter" idx="12"/>
          </p:nvPr>
        </p:nvSpPr>
        <p:spPr/>
        <p:txBody>
          <a:bodyPr/>
          <a:lstStyle/>
          <a:p>
            <a:fld id="{D8B0B3AC-44A8-D142-AAF6-9A453466E1A4}" type="slidenum">
              <a:rPr lang="en-VN" smtClean="0"/>
              <a:pPr/>
              <a:t>9</a:t>
            </a:fld>
            <a:endParaRPr lang="en-VN" dirty="0"/>
          </a:p>
        </p:txBody>
      </p:sp>
      <p:sp>
        <p:nvSpPr>
          <p:cNvPr id="10" name="Content Placeholder 9">
            <a:extLst>
              <a:ext uri="{FF2B5EF4-FFF2-40B4-BE49-F238E27FC236}">
                <a16:creationId xmlns:a16="http://schemas.microsoft.com/office/drawing/2014/main" id="{B402353C-5A43-4334-983C-586681D13286}"/>
              </a:ext>
            </a:extLst>
          </p:cNvPr>
          <p:cNvSpPr>
            <a:spLocks noGrp="1"/>
          </p:cNvSpPr>
          <p:nvPr>
            <p:ph idx="15"/>
          </p:nvPr>
        </p:nvSpPr>
        <p:spPr>
          <a:xfrm>
            <a:off x="6694724" y="981284"/>
            <a:ext cx="5202000" cy="5527073"/>
          </a:xfrm>
          <a:ln>
            <a:solidFill>
              <a:schemeClr val="tx1">
                <a:lumMod val="50000"/>
              </a:schemeClr>
            </a:solidFill>
          </a:ln>
        </p:spPr>
        <p:txBody>
          <a:bodyPr>
            <a:normAutofit/>
          </a:bodyPr>
          <a:lstStyle/>
          <a:p>
            <a:pPr marL="0" marR="0" indent="0" algn="just">
              <a:lnSpc>
                <a:spcPct val="100000"/>
              </a:lnSpc>
              <a:spcBef>
                <a:spcPts val="0"/>
              </a:spcBef>
              <a:spcAft>
                <a:spcPts val="0"/>
              </a:spcAft>
              <a:buNone/>
            </a:pPr>
            <a:r>
              <a:rPr lang="en-US" sz="1400" b="1">
                <a:effectLst/>
                <a:latin typeface="Times New Roman" panose="02020603050405020304" pitchFamily="18" charset="0"/>
                <a:ea typeface="Aptos" panose="020B0004020202020204" pitchFamily="34" charset="0"/>
                <a:cs typeface="Times New Roman" panose="02020603050405020304" pitchFamily="18" charset="0"/>
              </a:rPr>
              <a:t>CHƯƠNG 2: </a:t>
            </a:r>
            <a:r>
              <a:rPr lang="de-DE" sz="1400" b="1">
                <a:solidFill>
                  <a:srgbClr val="000000"/>
                </a:solidFill>
                <a:effectLst/>
                <a:highlight>
                  <a:srgbClr val="FFFFFF"/>
                </a:highlight>
                <a:latin typeface="Times New Roman" panose="02020603050405020304" pitchFamily="18" charset="0"/>
                <a:ea typeface="Aptos" panose="020B0004020202020204" pitchFamily="34" charset="0"/>
                <a:cs typeface="Times New Roman" panose="02020603050405020304" pitchFamily="18" charset="0"/>
              </a:rPr>
              <a:t>GIỚI THIỆU VỀ THUẬT TOÁN</a:t>
            </a:r>
            <a:endParaRPr lang="en-US" sz="1400" b="1">
              <a:effectLst/>
              <a:latin typeface="Times New Roman" panose="02020603050405020304" pitchFamily="18" charset="0"/>
              <a:ea typeface="Aptos" panose="020B0004020202020204" pitchFamily="34" charset="0"/>
              <a:cs typeface="Times New Roman" panose="02020603050405020304" pitchFamily="18" charset="0"/>
            </a:endParaRPr>
          </a:p>
          <a:p>
            <a:pPr marL="457200" marR="0" indent="0" algn="just">
              <a:lnSpc>
                <a:spcPct val="100000"/>
              </a:lnSpc>
              <a:spcBef>
                <a:spcPts val="0"/>
              </a:spcBef>
              <a:spcAft>
                <a:spcPts val="0"/>
              </a:spcAft>
              <a:buNone/>
            </a:pPr>
            <a:r>
              <a:rPr lang="de-DE" sz="1400">
                <a:effectLst/>
                <a:latin typeface="Times New Roman" panose="02020603050405020304" pitchFamily="18" charset="0"/>
                <a:ea typeface="Aptos" panose="020B0004020202020204" pitchFamily="34" charset="0"/>
                <a:cs typeface="Times New Roman" panose="02020603050405020304" pitchFamily="18" charset="0"/>
              </a:rPr>
              <a:t>2.1 </a:t>
            </a:r>
            <a:r>
              <a:rPr lang="vi-VN" sz="1400">
                <a:effectLst/>
                <a:latin typeface="Times New Roman" panose="02020603050405020304" pitchFamily="18" charset="0"/>
                <a:ea typeface="Aptos" panose="020B0004020202020204" pitchFamily="34" charset="0"/>
                <a:cs typeface="Times New Roman" panose="02020603050405020304" pitchFamily="18" charset="0"/>
              </a:rPr>
              <a:t>Khái </a:t>
            </a:r>
            <a:r>
              <a:rPr lang="en-US" sz="1400">
                <a:effectLst/>
                <a:latin typeface="Times New Roman" panose="02020603050405020304" pitchFamily="18" charset="0"/>
                <a:ea typeface="Aptos" panose="020B0004020202020204" pitchFamily="34" charset="0"/>
                <a:cs typeface="Times New Roman" panose="02020603050405020304" pitchFamily="18" charset="0"/>
              </a:rPr>
              <a:t>niệm về vấn đề/ bài toán</a:t>
            </a:r>
          </a:p>
          <a:p>
            <a:pPr marL="457200" marR="0" indent="0" algn="just">
              <a:lnSpc>
                <a:spcPct val="100000"/>
              </a:lnSpc>
              <a:spcBef>
                <a:spcPts val="0"/>
              </a:spcBef>
              <a:spcAft>
                <a:spcPts val="0"/>
              </a:spcAft>
              <a:buNone/>
            </a:pPr>
            <a:r>
              <a:rPr lang="en-US" sz="1400">
                <a:effectLst/>
                <a:latin typeface="Times New Roman" panose="02020603050405020304" pitchFamily="18" charset="0"/>
                <a:ea typeface="Aptos" panose="020B0004020202020204" pitchFamily="34" charset="0"/>
                <a:cs typeface="Times New Roman" panose="02020603050405020304" pitchFamily="18" charset="0"/>
              </a:rPr>
              <a:t>2.2 Các bước giải quyết vấn đề/ bài toán bằng máy tính</a:t>
            </a:r>
          </a:p>
          <a:p>
            <a:pPr marL="457200" marR="0" indent="0" algn="just">
              <a:lnSpc>
                <a:spcPct val="100000"/>
              </a:lnSpc>
              <a:spcBef>
                <a:spcPts val="0"/>
              </a:spcBef>
              <a:spcAft>
                <a:spcPts val="0"/>
              </a:spcAft>
              <a:buNone/>
            </a:pPr>
            <a:r>
              <a:rPr lang="en-US" sz="1400">
                <a:effectLst/>
                <a:latin typeface="Times New Roman" panose="02020603050405020304" pitchFamily="18" charset="0"/>
                <a:ea typeface="Aptos" panose="020B0004020202020204" pitchFamily="34" charset="0"/>
                <a:cs typeface="Times New Roman" panose="02020603050405020304" pitchFamily="18" charset="0"/>
              </a:rPr>
              <a:t>2.3 Khái niệm về thuật toán</a:t>
            </a:r>
          </a:p>
          <a:p>
            <a:pPr marL="457200" marR="0" indent="0" algn="just">
              <a:lnSpc>
                <a:spcPct val="100000"/>
              </a:lnSpc>
              <a:spcBef>
                <a:spcPts val="0"/>
              </a:spcBef>
              <a:spcAft>
                <a:spcPts val="0"/>
              </a:spcAft>
              <a:buNone/>
            </a:pPr>
            <a:r>
              <a:rPr lang="en-US" sz="1400">
                <a:effectLst/>
                <a:latin typeface="Times New Roman" panose="02020603050405020304" pitchFamily="18" charset="0"/>
                <a:ea typeface="Aptos" panose="020B0004020202020204" pitchFamily="34" charset="0"/>
                <a:cs typeface="Times New Roman" panose="02020603050405020304" pitchFamily="18" charset="0"/>
              </a:rPr>
              <a:t>2.4 Các tiêu chuẩn của thuật toán</a:t>
            </a:r>
          </a:p>
          <a:p>
            <a:pPr marL="457200" marR="0" indent="0" algn="just">
              <a:lnSpc>
                <a:spcPct val="100000"/>
              </a:lnSpc>
              <a:spcBef>
                <a:spcPts val="0"/>
              </a:spcBef>
              <a:spcAft>
                <a:spcPts val="0"/>
              </a:spcAft>
              <a:buNone/>
            </a:pPr>
            <a:r>
              <a:rPr lang="en-US" sz="1400">
                <a:effectLst/>
                <a:latin typeface="Times New Roman" panose="02020603050405020304" pitchFamily="18" charset="0"/>
                <a:ea typeface="Aptos" panose="020B0004020202020204" pitchFamily="34" charset="0"/>
                <a:cs typeface="Times New Roman" panose="02020603050405020304" pitchFamily="18" charset="0"/>
              </a:rPr>
              <a:t>2.5 Các phương</a:t>
            </a:r>
            <a:r>
              <a:rPr lang="vi-VN" sz="1400">
                <a:effectLst/>
                <a:latin typeface="Times New Roman" panose="02020603050405020304" pitchFamily="18" charset="0"/>
                <a:ea typeface="Aptos" panose="020B0004020202020204" pitchFamily="34" charset="0"/>
                <a:cs typeface="Times New Roman" panose="02020603050405020304" pitchFamily="18" charset="0"/>
              </a:rPr>
              <a:t> pháp biểu diễn thuật toán </a:t>
            </a:r>
            <a:endParaRPr lang="en-US" sz="1400">
              <a:effectLst/>
              <a:latin typeface="Times New Roman" panose="02020603050405020304" pitchFamily="18" charset="0"/>
              <a:ea typeface="Aptos" panose="020B0004020202020204" pitchFamily="34" charset="0"/>
              <a:cs typeface="Times New Roman" panose="02020603050405020304" pitchFamily="18" charset="0"/>
            </a:endParaRPr>
          </a:p>
          <a:p>
            <a:pPr marL="914400" marR="0" indent="0" algn="just">
              <a:lnSpc>
                <a:spcPct val="100000"/>
              </a:lnSpc>
              <a:spcBef>
                <a:spcPts val="200"/>
              </a:spcBef>
              <a:spcAft>
                <a:spcPts val="0"/>
              </a:spcAft>
              <a:buNone/>
              <a:tabLst>
                <a:tab pos="914400" algn="l"/>
              </a:tabLst>
            </a:pPr>
            <a:r>
              <a:rPr lang="de-DE" sz="1400">
                <a:solidFill>
                  <a:srgbClr val="0D0D0D"/>
                </a:solidFill>
                <a:effectLst/>
                <a:latin typeface="Times New Roman" panose="02020603050405020304" pitchFamily="18" charset="0"/>
                <a:ea typeface="Aptos" panose="020B0004020202020204" pitchFamily="34" charset="0"/>
                <a:cs typeface="Times New Roman" panose="02020603050405020304" pitchFamily="18" charset="0"/>
              </a:rPr>
              <a:t>2.5.1 </a:t>
            </a:r>
            <a:r>
              <a:rPr lang="vi-VN" sz="1400">
                <a:solidFill>
                  <a:srgbClr val="0D0D0D"/>
                </a:solidFill>
                <a:effectLst/>
                <a:latin typeface="Times New Roman" panose="02020603050405020304" pitchFamily="18" charset="0"/>
                <a:ea typeface="Aptos" panose="020B0004020202020204" pitchFamily="34" charset="0"/>
                <a:cs typeface="Times New Roman" panose="02020603050405020304" pitchFamily="18" charset="0"/>
              </a:rPr>
              <a:t>Dùng ngôn ngữ tự nhiên</a:t>
            </a:r>
            <a:endParaRPr lang="en-US" sz="14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914400" marR="0" indent="0" algn="just">
              <a:lnSpc>
                <a:spcPct val="100000"/>
              </a:lnSpc>
              <a:spcBef>
                <a:spcPts val="200"/>
              </a:spcBef>
              <a:spcAft>
                <a:spcPts val="0"/>
              </a:spcAft>
              <a:buNone/>
            </a:pPr>
            <a:r>
              <a:rPr lang="en-US" sz="14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2.5.2 </a:t>
            </a:r>
            <a:r>
              <a:rPr lang="vi-VN" sz="14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Dùng lưu đồ - sơ đồ khối (</a:t>
            </a:r>
            <a:r>
              <a:rPr lang="en-US" sz="14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F</a:t>
            </a:r>
            <a:r>
              <a:rPr lang="vi-VN" sz="14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lowchart)</a:t>
            </a:r>
            <a:endParaRPr lang="en-US" sz="14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914400" marR="0" indent="0" algn="just">
              <a:lnSpc>
                <a:spcPct val="100000"/>
              </a:lnSpc>
              <a:spcBef>
                <a:spcPts val="200"/>
              </a:spcBef>
              <a:spcAft>
                <a:spcPts val="0"/>
              </a:spcAft>
              <a:buNone/>
            </a:pPr>
            <a:r>
              <a:rPr lang="en-US" sz="14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2.5.3</a:t>
            </a:r>
            <a:r>
              <a:rPr lang="vi-VN" sz="14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 Dùng mã giả (</a:t>
            </a:r>
            <a:r>
              <a:rPr lang="en-US" sz="14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P</a:t>
            </a:r>
            <a:r>
              <a:rPr lang="vi-VN" sz="14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seudo code) </a:t>
            </a:r>
            <a:endParaRPr lang="en-US" sz="14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914400" marR="0" indent="0" algn="just">
              <a:lnSpc>
                <a:spcPct val="100000"/>
              </a:lnSpc>
              <a:spcBef>
                <a:spcPts val="200"/>
              </a:spcBef>
              <a:spcAft>
                <a:spcPts val="0"/>
              </a:spcAft>
              <a:buNone/>
            </a:pPr>
            <a:r>
              <a:rPr lang="en-US" sz="14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2.5.4 Dùng ngôn ngữ lập trình</a:t>
            </a:r>
          </a:p>
          <a:p>
            <a:pPr marL="457200" marR="0" indent="0" algn="just">
              <a:lnSpc>
                <a:spcPct val="100000"/>
              </a:lnSpc>
              <a:spcBef>
                <a:spcPts val="0"/>
              </a:spcBef>
              <a:spcAft>
                <a:spcPts val="0"/>
              </a:spcAft>
              <a:buNone/>
            </a:pPr>
            <a:r>
              <a:rPr lang="en-US" sz="1400">
                <a:effectLst/>
                <a:latin typeface="Times New Roman" panose="02020603050405020304" pitchFamily="18" charset="0"/>
                <a:ea typeface="Aptos" panose="020B0004020202020204" pitchFamily="34" charset="0"/>
                <a:cs typeface="Times New Roman" panose="02020603050405020304" pitchFamily="18" charset="0"/>
              </a:rPr>
              <a:t>2.6 </a:t>
            </a:r>
            <a:r>
              <a:rPr lang="vi-VN" sz="1400">
                <a:effectLst/>
                <a:latin typeface="Times New Roman" panose="02020603050405020304" pitchFamily="18" charset="0"/>
                <a:ea typeface="Aptos" panose="020B0004020202020204" pitchFamily="34" charset="0"/>
                <a:cs typeface="Times New Roman" panose="02020603050405020304" pitchFamily="18" charset="0"/>
              </a:rPr>
              <a:t>Độ phức tạp thuật </a:t>
            </a:r>
            <a:r>
              <a:rPr lang="en-US" sz="1400">
                <a:effectLst/>
                <a:latin typeface="Times New Roman" panose="02020603050405020304" pitchFamily="18" charset="0"/>
                <a:ea typeface="Aptos" panose="020B0004020202020204" pitchFamily="34" charset="0"/>
                <a:cs typeface="Times New Roman" panose="02020603050405020304" pitchFamily="18" charset="0"/>
              </a:rPr>
              <a:t>toán</a:t>
            </a:r>
          </a:p>
          <a:p>
            <a:pPr marL="457200" marR="0" indent="0" algn="just">
              <a:lnSpc>
                <a:spcPct val="100000"/>
              </a:lnSpc>
              <a:spcBef>
                <a:spcPts val="0"/>
              </a:spcBef>
              <a:spcAft>
                <a:spcPts val="0"/>
              </a:spcAft>
              <a:buNone/>
            </a:pPr>
            <a:r>
              <a:rPr lang="en-US" sz="1400">
                <a:effectLst/>
                <a:latin typeface="Times New Roman" panose="02020603050405020304" pitchFamily="18" charset="0"/>
                <a:ea typeface="Aptos" panose="020B0004020202020204" pitchFamily="34" charset="0"/>
                <a:cs typeface="Times New Roman" panose="02020603050405020304" pitchFamily="18" charset="0"/>
              </a:rPr>
              <a:t>	2.6.1 Tiêu chí lựa chọn thuật toán</a:t>
            </a:r>
          </a:p>
          <a:p>
            <a:pPr marL="914400" marR="0" indent="0" algn="just">
              <a:lnSpc>
                <a:spcPct val="100000"/>
              </a:lnSpc>
              <a:spcBef>
                <a:spcPts val="0"/>
              </a:spcBef>
              <a:spcAft>
                <a:spcPts val="0"/>
              </a:spcAft>
              <a:buNone/>
            </a:pPr>
            <a:r>
              <a:rPr lang="en-US" sz="1400">
                <a:effectLst/>
                <a:latin typeface="Times New Roman" panose="02020603050405020304" pitchFamily="18" charset="0"/>
                <a:ea typeface="Aptos" panose="020B0004020202020204" pitchFamily="34" charset="0"/>
                <a:cs typeface="Times New Roman" panose="02020603050405020304" pitchFamily="18" charset="0"/>
              </a:rPr>
              <a:t>2.6.2 Đánh giá thuật toán bằng phương pháp thực nghiệm</a:t>
            </a:r>
          </a:p>
          <a:p>
            <a:pPr marL="914400" marR="0" indent="0" algn="just">
              <a:lnSpc>
                <a:spcPct val="100000"/>
              </a:lnSpc>
              <a:spcBef>
                <a:spcPts val="0"/>
              </a:spcBef>
              <a:spcAft>
                <a:spcPts val="0"/>
              </a:spcAft>
              <a:buNone/>
            </a:pPr>
            <a:r>
              <a:rPr lang="en-US" sz="1400" kern="0">
                <a:effectLst/>
                <a:latin typeface="Times New Roman" panose="02020603050405020304" pitchFamily="18" charset="0"/>
                <a:ea typeface="Aptos" panose="020B0004020202020204" pitchFamily="34" charset="0"/>
              </a:rPr>
              <a:t>2.6.3 Đánh giá thuật toán bằng phương pháp xấp xỉ toán học</a:t>
            </a:r>
            <a:endParaRPr lang="en-US" sz="1400"/>
          </a:p>
        </p:txBody>
      </p:sp>
      <p:sp>
        <p:nvSpPr>
          <p:cNvPr id="9" name="Title 8">
            <a:extLst>
              <a:ext uri="{FF2B5EF4-FFF2-40B4-BE49-F238E27FC236}">
                <a16:creationId xmlns:a16="http://schemas.microsoft.com/office/drawing/2014/main" id="{56D19B79-348D-1257-54E3-176D34A039B9}"/>
              </a:ext>
            </a:extLst>
          </p:cNvPr>
          <p:cNvSpPr>
            <a:spLocks noGrp="1"/>
          </p:cNvSpPr>
          <p:nvPr>
            <p:ph type="title"/>
          </p:nvPr>
        </p:nvSpPr>
        <p:spPr/>
        <p:txBody>
          <a:bodyPr>
            <a:normAutofit fontScale="90000"/>
          </a:bodyPr>
          <a:lstStyle/>
          <a:p>
            <a:r>
              <a:rPr lang="en-US"/>
              <a:t>5. Nội dung môn học (tt)</a:t>
            </a:r>
          </a:p>
        </p:txBody>
      </p:sp>
    </p:spTree>
    <p:extLst>
      <p:ext uri="{BB962C8B-B14F-4D97-AF65-F5344CB8AC3E}">
        <p14:creationId xmlns:p14="http://schemas.microsoft.com/office/powerpoint/2010/main" val="1531598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2280D8A-42D1-B80D-3603-9BF5D3EB201D}"/>
              </a:ext>
            </a:extLst>
          </p:cNvPr>
          <p:cNvSpPr>
            <a:spLocks noGrp="1"/>
          </p:cNvSpPr>
          <p:nvPr>
            <p:ph idx="1"/>
          </p:nvPr>
        </p:nvSpPr>
        <p:spPr>
          <a:xfrm>
            <a:off x="774144" y="1224300"/>
            <a:ext cx="5202000" cy="5247130"/>
          </a:xfrm>
          <a:ln>
            <a:solidFill>
              <a:schemeClr val="tx1">
                <a:lumMod val="50000"/>
              </a:schemeClr>
            </a:solidFill>
          </a:ln>
        </p:spPr>
        <p:txBody>
          <a:bodyPr>
            <a:noAutofit/>
          </a:bodyPr>
          <a:lstStyle/>
          <a:p>
            <a:pPr marL="0" marR="0" indent="0" algn="just">
              <a:lnSpc>
                <a:spcPct val="100000"/>
              </a:lnSpc>
              <a:spcBef>
                <a:spcPts val="1200"/>
              </a:spcBef>
              <a:spcAft>
                <a:spcPts val="0"/>
              </a:spcAft>
              <a:buNone/>
            </a:pPr>
            <a:r>
              <a:rPr lang="en-US" sz="1500" b="1" kern="0">
                <a:effectLst/>
                <a:latin typeface="Times New Roman" panose="02020603050405020304" pitchFamily="18" charset="0"/>
                <a:ea typeface="Times New Roman" panose="02020603050405020304" pitchFamily="18" charset="0"/>
                <a:cs typeface="Times New Roman" panose="02020603050405020304" pitchFamily="18" charset="0"/>
              </a:rPr>
              <a:t>CHƯƠNG 3: CÁC KIỂU DỮ LIỆU CƠ SỞ, CÁC PHÉP TOÁN VÀ NHẬP XUẤT TRONG C++</a:t>
            </a:r>
          </a:p>
          <a:p>
            <a:pPr marL="457200" marR="0" indent="0" algn="just">
              <a:lnSpc>
                <a:spcPct val="100000"/>
              </a:lnSpc>
              <a:spcBef>
                <a:spcPts val="0"/>
              </a:spcBef>
              <a:spcAft>
                <a:spcPts val="0"/>
              </a:spcAft>
              <a:buNone/>
            </a:pPr>
            <a:r>
              <a:rPr lang="en-US" sz="1500">
                <a:effectLst/>
                <a:latin typeface="Times New Roman" panose="02020603050405020304" pitchFamily="18" charset="0"/>
                <a:ea typeface="Aptos" panose="020B0004020202020204" pitchFamily="34" charset="0"/>
                <a:cs typeface="Times New Roman" panose="02020603050405020304" pitchFamily="18" charset="0"/>
              </a:rPr>
              <a:t>3.1 Cấu trúc chương trình C++</a:t>
            </a:r>
          </a:p>
          <a:p>
            <a:pPr marL="457200" marR="0" indent="0" algn="just">
              <a:lnSpc>
                <a:spcPct val="100000"/>
              </a:lnSpc>
              <a:spcBef>
                <a:spcPts val="0"/>
              </a:spcBef>
              <a:spcAft>
                <a:spcPts val="0"/>
              </a:spcAft>
              <a:buNone/>
            </a:pPr>
            <a:r>
              <a:rPr lang="en-US" sz="1500">
                <a:effectLst/>
                <a:latin typeface="Times New Roman" panose="02020603050405020304" pitchFamily="18" charset="0"/>
                <a:ea typeface="Aptos" panose="020B0004020202020204" pitchFamily="34" charset="0"/>
                <a:cs typeface="Times New Roman" panose="02020603050405020304" pitchFamily="18" charset="0"/>
              </a:rPr>
              <a:t>3.2 Bộ</a:t>
            </a:r>
            <a:r>
              <a:rPr lang="vi-VN" sz="1500">
                <a:effectLst/>
                <a:latin typeface="Times New Roman" panose="02020603050405020304" pitchFamily="18" charset="0"/>
                <a:ea typeface="Aptos" panose="020B0004020202020204" pitchFamily="34" charset="0"/>
                <a:cs typeface="Times New Roman" panose="02020603050405020304" pitchFamily="18" charset="0"/>
              </a:rPr>
              <a:t> từ vựng </a:t>
            </a:r>
            <a:r>
              <a:rPr lang="en-US" sz="1500">
                <a:effectLst/>
                <a:latin typeface="Times New Roman" panose="02020603050405020304" pitchFamily="18" charset="0"/>
                <a:ea typeface="Aptos" panose="020B0004020202020204" pitchFamily="34" charset="0"/>
                <a:cs typeface="Times New Roman" panose="02020603050405020304" pitchFamily="18" charset="0"/>
              </a:rPr>
              <a:t>(keywords) </a:t>
            </a:r>
            <a:r>
              <a:rPr lang="vi-VN" sz="1500">
                <a:effectLst/>
                <a:latin typeface="Times New Roman" panose="02020603050405020304" pitchFamily="18" charset="0"/>
                <a:ea typeface="Aptos" panose="020B0004020202020204" pitchFamily="34" charset="0"/>
                <a:cs typeface="Times New Roman" panose="02020603050405020304" pitchFamily="18" charset="0"/>
              </a:rPr>
              <a:t>trong C++</a:t>
            </a:r>
            <a:endParaRPr lang="en-US" sz="1500">
              <a:effectLst/>
              <a:latin typeface="Times New Roman" panose="02020603050405020304" pitchFamily="18" charset="0"/>
              <a:ea typeface="Aptos" panose="020B0004020202020204" pitchFamily="34" charset="0"/>
              <a:cs typeface="Times New Roman" panose="02020603050405020304" pitchFamily="18" charset="0"/>
            </a:endParaRPr>
          </a:p>
          <a:p>
            <a:pPr marL="1371600" marR="0" indent="0" algn="just">
              <a:lnSpc>
                <a:spcPct val="100000"/>
              </a:lnSpc>
              <a:spcBef>
                <a:spcPts val="200"/>
              </a:spcBef>
              <a:spcAft>
                <a:spcPts val="0"/>
              </a:spcAft>
              <a:buNone/>
            </a:pPr>
            <a:r>
              <a:rPr lang="en-US" sz="15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3</a:t>
            </a:r>
            <a:r>
              <a:rPr lang="vi-VN" sz="15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.2.1 Ký tự (Character)</a:t>
            </a:r>
            <a:endParaRPr lang="en-US" sz="15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1371600" marR="0" indent="0" algn="just">
              <a:lnSpc>
                <a:spcPct val="100000"/>
              </a:lnSpc>
              <a:spcBef>
                <a:spcPts val="200"/>
              </a:spcBef>
              <a:spcAft>
                <a:spcPts val="0"/>
              </a:spcAft>
              <a:buNone/>
            </a:pPr>
            <a:r>
              <a:rPr lang="vi-VN" sz="15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3.2.2 Từ khóa (Keyword)</a:t>
            </a:r>
            <a:endParaRPr lang="en-US" sz="15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1371600" marR="0" indent="0" algn="just">
              <a:lnSpc>
                <a:spcPct val="100000"/>
              </a:lnSpc>
              <a:spcBef>
                <a:spcPts val="200"/>
              </a:spcBef>
              <a:spcAft>
                <a:spcPts val="0"/>
              </a:spcAft>
              <a:buNone/>
            </a:pPr>
            <a:r>
              <a:rPr lang="vi-VN" sz="15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3.2.3 Dấu chấm phẩy</a:t>
            </a:r>
            <a:endParaRPr lang="en-US" sz="15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1371600" marR="0" indent="0" algn="just">
              <a:lnSpc>
                <a:spcPct val="100000"/>
              </a:lnSpc>
              <a:spcBef>
                <a:spcPts val="200"/>
              </a:spcBef>
              <a:spcAft>
                <a:spcPts val="0"/>
              </a:spcAft>
              <a:buNone/>
            </a:pPr>
            <a:r>
              <a:rPr lang="vi-VN" sz="15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3.2.4 Tên/ Định danh (Name/Indetifier)</a:t>
            </a:r>
            <a:endParaRPr lang="en-US" sz="15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1371600" marR="0" indent="0" algn="just">
              <a:lnSpc>
                <a:spcPct val="100000"/>
              </a:lnSpc>
              <a:spcBef>
                <a:spcPts val="200"/>
              </a:spcBef>
              <a:spcAft>
                <a:spcPts val="0"/>
              </a:spcAft>
              <a:buNone/>
            </a:pPr>
            <a:r>
              <a:rPr lang="vi-VN" sz="15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3.2</a:t>
            </a:r>
            <a:r>
              <a:rPr lang="en-US" sz="15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.5 Câu chú thích (Comment)</a:t>
            </a:r>
          </a:p>
          <a:p>
            <a:pPr marL="457200" marR="0" indent="0" algn="just">
              <a:lnSpc>
                <a:spcPct val="100000"/>
              </a:lnSpc>
              <a:spcBef>
                <a:spcPts val="0"/>
              </a:spcBef>
              <a:spcAft>
                <a:spcPts val="0"/>
              </a:spcAft>
              <a:buNone/>
            </a:pPr>
            <a:r>
              <a:rPr lang="en-US" sz="1500">
                <a:effectLst/>
                <a:latin typeface="Times New Roman" panose="02020603050405020304" pitchFamily="18" charset="0"/>
                <a:ea typeface="Aptos" panose="020B0004020202020204" pitchFamily="34" charset="0"/>
                <a:cs typeface="Times New Roman" panose="02020603050405020304" pitchFamily="18" charset="0"/>
              </a:rPr>
              <a:t>3.3 </a:t>
            </a:r>
            <a:r>
              <a:rPr lang="vi-VN" sz="1500">
                <a:effectLst/>
                <a:latin typeface="Times New Roman" panose="02020603050405020304" pitchFamily="18" charset="0"/>
                <a:ea typeface="Aptos" panose="020B0004020202020204" pitchFamily="34" charset="0"/>
                <a:cs typeface="Times New Roman" panose="02020603050405020304" pitchFamily="18" charset="0"/>
              </a:rPr>
              <a:t>Các kiểu dữ liệu cơ sở</a:t>
            </a:r>
            <a:r>
              <a:rPr lang="en-US" sz="1500">
                <a:effectLst/>
                <a:latin typeface="Times New Roman" panose="02020603050405020304" pitchFamily="18" charset="0"/>
                <a:ea typeface="Aptos" panose="020B0004020202020204" pitchFamily="34" charset="0"/>
                <a:cs typeface="Times New Roman" panose="02020603050405020304" pitchFamily="18" charset="0"/>
              </a:rPr>
              <a:t> (Fundamental data types)</a:t>
            </a:r>
          </a:p>
          <a:p>
            <a:pPr marL="457200" marR="0" indent="0" algn="just">
              <a:lnSpc>
                <a:spcPct val="100000"/>
              </a:lnSpc>
              <a:spcBef>
                <a:spcPts val="0"/>
              </a:spcBef>
              <a:spcAft>
                <a:spcPts val="0"/>
              </a:spcAft>
              <a:buNone/>
            </a:pPr>
            <a:r>
              <a:rPr lang="en-US" sz="1500">
                <a:effectLst/>
                <a:latin typeface="Times New Roman" panose="02020603050405020304" pitchFamily="18" charset="0"/>
                <a:ea typeface="Aptos" panose="020B0004020202020204" pitchFamily="34" charset="0"/>
                <a:cs typeface="Times New Roman" panose="02020603050405020304" pitchFamily="18" charset="0"/>
              </a:rPr>
              <a:t>	</a:t>
            </a:r>
            <a:r>
              <a:rPr lang="de-DE" sz="1500">
                <a:effectLst/>
                <a:latin typeface="Times New Roman" panose="02020603050405020304" pitchFamily="18" charset="0"/>
                <a:ea typeface="Aptos" panose="020B0004020202020204" pitchFamily="34" charset="0"/>
                <a:cs typeface="Times New Roman" panose="02020603050405020304" pitchFamily="18" charset="0"/>
              </a:rPr>
              <a:t>3.3.1 </a:t>
            </a:r>
            <a:r>
              <a:rPr lang="vi-VN" sz="1500">
                <a:effectLst/>
                <a:latin typeface="Times New Roman" panose="02020603050405020304" pitchFamily="18" charset="0"/>
                <a:ea typeface="Aptos" panose="020B0004020202020204" pitchFamily="34" charset="0"/>
                <a:cs typeface="Times New Roman" panose="02020603050405020304" pitchFamily="18" charset="0"/>
              </a:rPr>
              <a:t>Kiểu </a:t>
            </a:r>
            <a:r>
              <a:rPr lang="de-DE" sz="1500">
                <a:effectLst/>
                <a:latin typeface="Times New Roman" panose="02020603050405020304" pitchFamily="18" charset="0"/>
                <a:ea typeface="Aptos" panose="020B0004020202020204" pitchFamily="34" charset="0"/>
                <a:cs typeface="Times New Roman" panose="02020603050405020304" pitchFamily="18" charset="0"/>
              </a:rPr>
              <a:t>ký</a:t>
            </a:r>
            <a:r>
              <a:rPr lang="vi-VN" sz="1500">
                <a:effectLst/>
                <a:latin typeface="Times New Roman" panose="02020603050405020304" pitchFamily="18" charset="0"/>
                <a:ea typeface="Aptos" panose="020B0004020202020204" pitchFamily="34" charset="0"/>
                <a:cs typeface="Times New Roman" panose="02020603050405020304" pitchFamily="18" charset="0"/>
              </a:rPr>
              <a:t> tự</a:t>
            </a:r>
            <a:r>
              <a:rPr lang="de-DE" sz="1500">
                <a:effectLst/>
                <a:latin typeface="Times New Roman" panose="02020603050405020304" pitchFamily="18" charset="0"/>
                <a:ea typeface="Aptos" panose="020B0004020202020204" pitchFamily="34" charset="0"/>
                <a:cs typeface="Times New Roman" panose="02020603050405020304" pitchFamily="18" charset="0"/>
              </a:rPr>
              <a:t> (Character types)</a:t>
            </a:r>
            <a:endParaRPr lang="en-US" sz="1500">
              <a:effectLst/>
              <a:latin typeface="Times New Roman" panose="02020603050405020304" pitchFamily="18" charset="0"/>
              <a:ea typeface="Aptos" panose="020B0004020202020204" pitchFamily="34" charset="0"/>
              <a:cs typeface="Times New Roman" panose="02020603050405020304" pitchFamily="18" charset="0"/>
            </a:endParaRPr>
          </a:p>
          <a:p>
            <a:pPr marL="914400" marR="0" indent="0" algn="just">
              <a:lnSpc>
                <a:spcPct val="100000"/>
              </a:lnSpc>
              <a:spcBef>
                <a:spcPts val="0"/>
              </a:spcBef>
              <a:spcAft>
                <a:spcPts val="0"/>
              </a:spcAft>
              <a:buNone/>
            </a:pPr>
            <a:r>
              <a:rPr lang="en-US" sz="1500">
                <a:effectLst/>
                <a:latin typeface="Times New Roman" panose="02020603050405020304" pitchFamily="18" charset="0"/>
                <a:ea typeface="Aptos" panose="020B0004020202020204" pitchFamily="34" charset="0"/>
                <a:cs typeface="Times New Roman" panose="02020603050405020304" pitchFamily="18" charset="0"/>
              </a:rPr>
              <a:t>3.3.2 </a:t>
            </a:r>
            <a:r>
              <a:rPr lang="vi-VN" sz="1500">
                <a:effectLst/>
                <a:latin typeface="Times New Roman" panose="02020603050405020304" pitchFamily="18" charset="0"/>
                <a:ea typeface="Aptos" panose="020B0004020202020204" pitchFamily="34" charset="0"/>
                <a:cs typeface="Times New Roman" panose="02020603050405020304" pitchFamily="18" charset="0"/>
              </a:rPr>
              <a:t>Kiểu số nguyên</a:t>
            </a:r>
            <a:r>
              <a:rPr lang="en-US" sz="1500">
                <a:effectLst/>
                <a:latin typeface="Times New Roman" panose="02020603050405020304" pitchFamily="18" charset="0"/>
                <a:ea typeface="Aptos" panose="020B0004020202020204" pitchFamily="34" charset="0"/>
                <a:cs typeface="Times New Roman" panose="02020603050405020304" pitchFamily="18" charset="0"/>
              </a:rPr>
              <a:t> (Numerical Integer types)</a:t>
            </a:r>
          </a:p>
          <a:p>
            <a:pPr marL="914400" marR="0" indent="0" algn="just">
              <a:lnSpc>
                <a:spcPct val="100000"/>
              </a:lnSpc>
              <a:spcBef>
                <a:spcPts val="0"/>
              </a:spcBef>
              <a:spcAft>
                <a:spcPts val="0"/>
              </a:spcAft>
              <a:buNone/>
            </a:pPr>
            <a:r>
              <a:rPr lang="en-US" sz="1500">
                <a:effectLst/>
                <a:latin typeface="Times New Roman" panose="02020603050405020304" pitchFamily="18" charset="0"/>
                <a:ea typeface="Aptos" panose="020B0004020202020204" pitchFamily="34" charset="0"/>
                <a:cs typeface="Times New Roman" panose="02020603050405020304" pitchFamily="18" charset="0"/>
              </a:rPr>
              <a:t>3.3.3 </a:t>
            </a:r>
            <a:r>
              <a:rPr lang="vi-VN" sz="1500">
                <a:effectLst/>
                <a:latin typeface="Times New Roman" panose="02020603050405020304" pitchFamily="18" charset="0"/>
                <a:ea typeface="Aptos" panose="020B0004020202020204" pitchFamily="34" charset="0"/>
                <a:cs typeface="Times New Roman" panose="02020603050405020304" pitchFamily="18" charset="0"/>
              </a:rPr>
              <a:t>Kiểu số thực</a:t>
            </a:r>
            <a:r>
              <a:rPr lang="en-US" sz="1500">
                <a:effectLst/>
                <a:latin typeface="Times New Roman" panose="02020603050405020304" pitchFamily="18" charset="0"/>
                <a:ea typeface="Aptos" panose="020B0004020202020204" pitchFamily="34" charset="0"/>
                <a:cs typeface="Times New Roman" panose="02020603050405020304" pitchFamily="18" charset="0"/>
              </a:rPr>
              <a:t> (Floating-point types)</a:t>
            </a:r>
          </a:p>
          <a:p>
            <a:pPr marL="914400" marR="0" indent="0" algn="just">
              <a:lnSpc>
                <a:spcPct val="100000"/>
              </a:lnSpc>
              <a:spcBef>
                <a:spcPts val="0"/>
              </a:spcBef>
              <a:spcAft>
                <a:spcPts val="0"/>
              </a:spcAft>
              <a:buNone/>
            </a:pPr>
            <a:r>
              <a:rPr lang="en-US" sz="1500">
                <a:effectLst/>
                <a:latin typeface="Times New Roman" panose="02020603050405020304" pitchFamily="18" charset="0"/>
                <a:ea typeface="Aptos" panose="020B0004020202020204" pitchFamily="34" charset="0"/>
                <a:cs typeface="Times New Roman" panose="02020603050405020304" pitchFamily="18" charset="0"/>
              </a:rPr>
              <a:t>3.3.4 </a:t>
            </a:r>
            <a:r>
              <a:rPr lang="vi-VN" sz="1500">
                <a:effectLst/>
                <a:latin typeface="Times New Roman" panose="02020603050405020304" pitchFamily="18" charset="0"/>
                <a:ea typeface="Aptos" panose="020B0004020202020204" pitchFamily="34" charset="0"/>
                <a:cs typeface="Times New Roman" panose="02020603050405020304" pitchFamily="18" charset="0"/>
              </a:rPr>
              <a:t>Kiểu luận lý/logic</a:t>
            </a:r>
            <a:r>
              <a:rPr lang="en-US" sz="1500">
                <a:effectLst/>
                <a:latin typeface="Times New Roman" panose="02020603050405020304" pitchFamily="18" charset="0"/>
                <a:ea typeface="Aptos" panose="020B0004020202020204" pitchFamily="34" charset="0"/>
                <a:cs typeface="Times New Roman" panose="02020603050405020304" pitchFamily="18" charset="0"/>
              </a:rPr>
              <a:t> (Boolean type)</a:t>
            </a:r>
          </a:p>
          <a:p>
            <a:pPr marL="914400" marR="0" indent="0" algn="just">
              <a:lnSpc>
                <a:spcPct val="100000"/>
              </a:lnSpc>
              <a:spcBef>
                <a:spcPts val="0"/>
              </a:spcBef>
              <a:spcAft>
                <a:spcPts val="0"/>
              </a:spcAft>
              <a:buNone/>
            </a:pPr>
            <a:r>
              <a:rPr lang="en-US" sz="1500">
                <a:effectLst/>
                <a:latin typeface="Times New Roman" panose="02020603050405020304" pitchFamily="18" charset="0"/>
                <a:ea typeface="Aptos" panose="020B0004020202020204" pitchFamily="34" charset="0"/>
                <a:cs typeface="Times New Roman" panose="02020603050405020304" pitchFamily="18" charset="0"/>
              </a:rPr>
              <a:t>3.3.5 </a:t>
            </a:r>
            <a:r>
              <a:rPr lang="vi-VN" sz="1500">
                <a:effectLst/>
                <a:latin typeface="Times New Roman" panose="02020603050405020304" pitchFamily="18" charset="0"/>
                <a:ea typeface="Aptos" panose="020B0004020202020204" pitchFamily="34" charset="0"/>
                <a:cs typeface="Times New Roman" panose="02020603050405020304" pitchFamily="18" charset="0"/>
              </a:rPr>
              <a:t>Kiểu void</a:t>
            </a:r>
            <a:r>
              <a:rPr lang="en-US" sz="1500">
                <a:effectLst/>
                <a:latin typeface="Times New Roman" panose="02020603050405020304" pitchFamily="18" charset="0"/>
                <a:ea typeface="Aptos" panose="020B0004020202020204" pitchFamily="34" charset="0"/>
                <a:cs typeface="Times New Roman" panose="02020603050405020304" pitchFamily="18" charset="0"/>
              </a:rPr>
              <a:t> (void type)</a:t>
            </a:r>
          </a:p>
          <a:p>
            <a:pPr marL="914400" marR="0" indent="0" algn="just">
              <a:lnSpc>
                <a:spcPct val="100000"/>
              </a:lnSpc>
              <a:spcBef>
                <a:spcPts val="0"/>
              </a:spcBef>
              <a:spcAft>
                <a:spcPts val="0"/>
              </a:spcAft>
              <a:buNone/>
            </a:pPr>
            <a:r>
              <a:rPr lang="en-US" sz="1500">
                <a:effectLst/>
                <a:latin typeface="Times New Roman" panose="02020603050405020304" pitchFamily="18" charset="0"/>
                <a:ea typeface="Aptos" panose="020B0004020202020204" pitchFamily="34" charset="0"/>
                <a:cs typeface="Times New Roman" panose="02020603050405020304" pitchFamily="18" charset="0"/>
              </a:rPr>
              <a:t>3.3.6 Kiểu nullptr (C++11)</a:t>
            </a:r>
          </a:p>
          <a:p>
            <a:pPr marL="914400" marR="0" indent="0" algn="just">
              <a:lnSpc>
                <a:spcPct val="100000"/>
              </a:lnSpc>
              <a:spcBef>
                <a:spcPts val="0"/>
              </a:spcBef>
              <a:spcAft>
                <a:spcPts val="0"/>
              </a:spcAft>
              <a:buNone/>
            </a:pPr>
            <a:r>
              <a:rPr lang="en-US" sz="1500">
                <a:effectLst/>
                <a:latin typeface="Times New Roman" panose="02020603050405020304" pitchFamily="18" charset="0"/>
                <a:ea typeface="Aptos" panose="020B0004020202020204" pitchFamily="34" charset="0"/>
                <a:cs typeface="Times New Roman" panose="02020603050405020304" pitchFamily="18" charset="0"/>
              </a:rPr>
              <a:t>3.3.7 Từ khoá t</a:t>
            </a:r>
            <a:r>
              <a:rPr lang="vi-VN" sz="1500">
                <a:effectLst/>
                <a:latin typeface="Times New Roman" panose="02020603050405020304" pitchFamily="18" charset="0"/>
                <a:ea typeface="Aptos" panose="020B0004020202020204" pitchFamily="34" charset="0"/>
                <a:cs typeface="Times New Roman" panose="02020603050405020304" pitchFamily="18" charset="0"/>
              </a:rPr>
              <a:t>ypedef</a:t>
            </a:r>
            <a:endParaRPr lang="en-US" sz="1500">
              <a:effectLst/>
              <a:latin typeface="Times New Roman" panose="02020603050405020304" pitchFamily="18" charset="0"/>
              <a:ea typeface="Aptos" panose="020B0004020202020204" pitchFamily="34" charset="0"/>
              <a:cs typeface="Times New Roman" panose="02020603050405020304" pitchFamily="18" charset="0"/>
            </a:endParaRPr>
          </a:p>
          <a:p>
            <a:pPr marL="914400" marR="0" indent="0" algn="just">
              <a:lnSpc>
                <a:spcPct val="100000"/>
              </a:lnSpc>
              <a:spcBef>
                <a:spcPts val="0"/>
              </a:spcBef>
              <a:spcAft>
                <a:spcPts val="0"/>
              </a:spcAft>
              <a:buNone/>
            </a:pPr>
            <a:r>
              <a:rPr lang="en-US" sz="1500">
                <a:effectLst/>
                <a:latin typeface="Times New Roman" panose="02020603050405020304" pitchFamily="18" charset="0"/>
                <a:ea typeface="Aptos" panose="020B0004020202020204" pitchFamily="34" charset="0"/>
                <a:cs typeface="Times New Roman" panose="02020603050405020304" pitchFamily="18" charset="0"/>
              </a:rPr>
              <a:t>3.3.8 Một số hàm hữu ích</a:t>
            </a:r>
          </a:p>
          <a:p>
            <a:pPr marL="457200" marR="0" indent="0" algn="just">
              <a:lnSpc>
                <a:spcPct val="100000"/>
              </a:lnSpc>
              <a:spcBef>
                <a:spcPts val="0"/>
              </a:spcBef>
              <a:spcAft>
                <a:spcPts val="0"/>
              </a:spcAft>
              <a:buNone/>
            </a:pPr>
            <a:r>
              <a:rPr lang="en-US" sz="1500">
                <a:effectLst/>
                <a:latin typeface="Times New Roman" panose="02020603050405020304" pitchFamily="18" charset="0"/>
                <a:ea typeface="Aptos" panose="020B0004020202020204" pitchFamily="34" charset="0"/>
                <a:cs typeface="Times New Roman" panose="02020603050405020304" pitchFamily="18" charset="0"/>
              </a:rPr>
              <a:t>3.4 </a:t>
            </a:r>
            <a:r>
              <a:rPr lang="vi-VN" sz="1500">
                <a:effectLst/>
                <a:latin typeface="Times New Roman" panose="02020603050405020304" pitchFamily="18" charset="0"/>
                <a:ea typeface="Aptos" panose="020B0004020202020204" pitchFamily="34" charset="0"/>
                <a:cs typeface="Times New Roman" panose="02020603050405020304" pitchFamily="18" charset="0"/>
              </a:rPr>
              <a:t>Biến</a:t>
            </a:r>
            <a:r>
              <a:rPr lang="en-US" sz="1500">
                <a:effectLst/>
                <a:latin typeface="Times New Roman" panose="02020603050405020304" pitchFamily="18" charset="0"/>
                <a:ea typeface="Aptos" panose="020B0004020202020204" pitchFamily="34" charset="0"/>
                <a:cs typeface="Times New Roman" panose="02020603050405020304" pitchFamily="18" charset="0"/>
              </a:rPr>
              <a:t> (Variable) </a:t>
            </a:r>
          </a:p>
          <a:p>
            <a:pPr marL="457200" marR="0" indent="0" algn="just">
              <a:lnSpc>
                <a:spcPct val="100000"/>
              </a:lnSpc>
              <a:spcBef>
                <a:spcPts val="0"/>
              </a:spcBef>
              <a:spcAft>
                <a:spcPts val="0"/>
              </a:spcAft>
              <a:buNone/>
            </a:pPr>
            <a:r>
              <a:rPr lang="en-US" sz="1500">
                <a:effectLst/>
                <a:latin typeface="Times New Roman" panose="02020603050405020304" pitchFamily="18" charset="0"/>
                <a:ea typeface="Aptos" panose="020B0004020202020204" pitchFamily="34" charset="0"/>
                <a:cs typeface="Times New Roman" panose="02020603050405020304" pitchFamily="18" charset="0"/>
              </a:rPr>
              <a:t>3.5 </a:t>
            </a:r>
            <a:r>
              <a:rPr lang="vi-VN" sz="1500">
                <a:effectLst/>
                <a:latin typeface="Times New Roman" panose="02020603050405020304" pitchFamily="18" charset="0"/>
                <a:ea typeface="Aptos" panose="020B0004020202020204" pitchFamily="34" charset="0"/>
                <a:cs typeface="Times New Roman" panose="02020603050405020304" pitchFamily="18" charset="0"/>
              </a:rPr>
              <a:t>Hằng</a:t>
            </a:r>
            <a:r>
              <a:rPr lang="en-US" sz="1500">
                <a:effectLst/>
                <a:latin typeface="Times New Roman" panose="02020603050405020304" pitchFamily="18" charset="0"/>
                <a:ea typeface="Aptos" panose="020B0004020202020204" pitchFamily="34" charset="0"/>
                <a:cs typeface="Times New Roman" panose="02020603050405020304" pitchFamily="18" charset="0"/>
              </a:rPr>
              <a:t> (Constant)</a:t>
            </a:r>
          </a:p>
          <a:p>
            <a:pPr marL="457200" marR="0" indent="0" algn="just">
              <a:lnSpc>
                <a:spcPct val="100000"/>
              </a:lnSpc>
              <a:spcBef>
                <a:spcPts val="0"/>
              </a:spcBef>
              <a:spcAft>
                <a:spcPts val="0"/>
              </a:spcAft>
              <a:buNone/>
            </a:pPr>
            <a:endParaRPr lang="en-US" sz="1500"/>
          </a:p>
        </p:txBody>
      </p:sp>
      <p:sp>
        <p:nvSpPr>
          <p:cNvPr id="3" name="Footer Placeholder 2">
            <a:extLst>
              <a:ext uri="{FF2B5EF4-FFF2-40B4-BE49-F238E27FC236}">
                <a16:creationId xmlns:a16="http://schemas.microsoft.com/office/drawing/2014/main" id="{FBDA5E54-2BC3-4211-BEC9-9308E74096C2}"/>
              </a:ext>
            </a:extLst>
          </p:cNvPr>
          <p:cNvSpPr>
            <a:spLocks noGrp="1"/>
          </p:cNvSpPr>
          <p:nvPr>
            <p:ph type="ftr" sz="quarter" idx="11"/>
          </p:nvPr>
        </p:nvSpPr>
        <p:spPr/>
        <p:txBody>
          <a:bodyPr/>
          <a:lstStyle/>
          <a:p>
            <a:r>
              <a:rPr lang="vi-VN"/>
              <a:t>Thực hiện bởi Trường Đại học Công nghệ Thông tin, ĐHQG-HCM</a:t>
            </a:r>
            <a:endParaRPr lang="vi-VN" dirty="0"/>
          </a:p>
        </p:txBody>
      </p:sp>
      <p:sp>
        <p:nvSpPr>
          <p:cNvPr id="4" name="Date Placeholder 3">
            <a:extLst>
              <a:ext uri="{FF2B5EF4-FFF2-40B4-BE49-F238E27FC236}">
                <a16:creationId xmlns:a16="http://schemas.microsoft.com/office/drawing/2014/main" id="{B9AEE470-D288-0234-C3AF-0538B024DE0E}"/>
              </a:ext>
            </a:extLst>
          </p:cNvPr>
          <p:cNvSpPr>
            <a:spLocks noGrp="1"/>
          </p:cNvSpPr>
          <p:nvPr>
            <p:ph type="dt" sz="half" idx="13"/>
          </p:nvPr>
        </p:nvSpPr>
        <p:spPr/>
        <p:txBody>
          <a:bodyPr/>
          <a:lstStyle/>
          <a:p>
            <a:r>
              <a:rPr lang="en-US"/>
              <a:t>June 2025</a:t>
            </a:r>
            <a:endParaRPr lang="en-US" dirty="0"/>
          </a:p>
        </p:txBody>
      </p:sp>
      <p:sp>
        <p:nvSpPr>
          <p:cNvPr id="5" name="Slide Number Placeholder 4">
            <a:extLst>
              <a:ext uri="{FF2B5EF4-FFF2-40B4-BE49-F238E27FC236}">
                <a16:creationId xmlns:a16="http://schemas.microsoft.com/office/drawing/2014/main" id="{3D03928C-7C61-07CD-3C60-622474491D99}"/>
              </a:ext>
            </a:extLst>
          </p:cNvPr>
          <p:cNvSpPr>
            <a:spLocks noGrp="1"/>
          </p:cNvSpPr>
          <p:nvPr>
            <p:ph type="sldNum" sz="quarter" idx="12"/>
          </p:nvPr>
        </p:nvSpPr>
        <p:spPr/>
        <p:txBody>
          <a:bodyPr/>
          <a:lstStyle/>
          <a:p>
            <a:fld id="{D8B0B3AC-44A8-D142-AAF6-9A453466E1A4}" type="slidenum">
              <a:rPr lang="en-VN" smtClean="0"/>
              <a:pPr/>
              <a:t>10</a:t>
            </a:fld>
            <a:endParaRPr lang="en-VN" dirty="0"/>
          </a:p>
        </p:txBody>
      </p:sp>
      <p:sp>
        <p:nvSpPr>
          <p:cNvPr id="6" name="Content Placeholder 5">
            <a:extLst>
              <a:ext uri="{FF2B5EF4-FFF2-40B4-BE49-F238E27FC236}">
                <a16:creationId xmlns:a16="http://schemas.microsoft.com/office/drawing/2014/main" id="{6E014CC0-E2F7-F8CC-C43D-D3413D79817F}"/>
              </a:ext>
            </a:extLst>
          </p:cNvPr>
          <p:cNvSpPr>
            <a:spLocks noGrp="1"/>
          </p:cNvSpPr>
          <p:nvPr>
            <p:ph idx="15"/>
          </p:nvPr>
        </p:nvSpPr>
        <p:spPr>
          <a:xfrm>
            <a:off x="6151800" y="1218965"/>
            <a:ext cx="5202000" cy="5247130"/>
          </a:xfrm>
          <a:ln>
            <a:solidFill>
              <a:schemeClr val="tx1">
                <a:lumMod val="50000"/>
              </a:schemeClr>
            </a:solidFill>
          </a:ln>
        </p:spPr>
        <p:txBody>
          <a:bodyPr>
            <a:noAutofit/>
          </a:bodyPr>
          <a:lstStyle/>
          <a:p>
            <a:pPr marL="457200" marR="0" indent="0" algn="just">
              <a:lnSpc>
                <a:spcPct val="100000"/>
              </a:lnSpc>
              <a:spcBef>
                <a:spcPts val="0"/>
              </a:spcBef>
              <a:spcAft>
                <a:spcPts val="0"/>
              </a:spcAft>
              <a:buNone/>
            </a:pPr>
            <a:r>
              <a:rPr lang="en-US" sz="1500">
                <a:effectLst/>
                <a:latin typeface="Times New Roman" panose="02020603050405020304" pitchFamily="18" charset="0"/>
                <a:ea typeface="Aptos" panose="020B0004020202020204" pitchFamily="34" charset="0"/>
                <a:cs typeface="Times New Roman" panose="02020603050405020304" pitchFamily="18" charset="0"/>
              </a:rPr>
              <a:t>3.6 Các phép toán (Operator)</a:t>
            </a:r>
          </a:p>
          <a:p>
            <a:pPr marL="457200" marR="0" indent="0" algn="just">
              <a:lnSpc>
                <a:spcPct val="100000"/>
              </a:lnSpc>
              <a:spcBef>
                <a:spcPts val="0"/>
              </a:spcBef>
              <a:spcAft>
                <a:spcPts val="0"/>
              </a:spcAft>
              <a:buNone/>
            </a:pPr>
            <a:r>
              <a:rPr lang="en-US" sz="1500">
                <a:effectLst/>
                <a:latin typeface="Times New Roman" panose="02020603050405020304" pitchFamily="18" charset="0"/>
                <a:ea typeface="Aptos" panose="020B0004020202020204" pitchFamily="34" charset="0"/>
                <a:cs typeface="Times New Roman" panose="02020603050405020304" pitchFamily="18" charset="0"/>
              </a:rPr>
              <a:t>	</a:t>
            </a:r>
            <a:r>
              <a:rPr lang="de-DE" sz="1500">
                <a:effectLst/>
                <a:latin typeface="Times New Roman" panose="02020603050405020304" pitchFamily="18" charset="0"/>
                <a:ea typeface="Aptos" panose="020B0004020202020204" pitchFamily="34" charset="0"/>
                <a:cs typeface="Times New Roman" panose="02020603050405020304" pitchFamily="18" charset="0"/>
              </a:rPr>
              <a:t>3.6.1 Toán tử gán - Assignment Operators</a:t>
            </a:r>
            <a:endParaRPr lang="en-US" sz="1500">
              <a:effectLst/>
              <a:latin typeface="Times New Roman" panose="02020603050405020304" pitchFamily="18" charset="0"/>
              <a:ea typeface="Aptos" panose="020B0004020202020204" pitchFamily="34" charset="0"/>
              <a:cs typeface="Times New Roman" panose="02020603050405020304" pitchFamily="18" charset="0"/>
            </a:endParaRPr>
          </a:p>
          <a:p>
            <a:pPr marL="914400" marR="0" indent="0" algn="just">
              <a:lnSpc>
                <a:spcPct val="100000"/>
              </a:lnSpc>
              <a:spcBef>
                <a:spcPts val="0"/>
              </a:spcBef>
              <a:spcAft>
                <a:spcPts val="0"/>
              </a:spcAft>
              <a:buNone/>
            </a:pPr>
            <a:r>
              <a:rPr lang="en-US" sz="1500">
                <a:effectLst/>
                <a:latin typeface="Times New Roman" panose="02020603050405020304" pitchFamily="18" charset="0"/>
                <a:ea typeface="Aptos" panose="020B0004020202020204" pitchFamily="34" charset="0"/>
                <a:cs typeface="Times New Roman" panose="02020603050405020304" pitchFamily="18" charset="0"/>
              </a:rPr>
              <a:t>3.6.2 Toán tử toán học - Arithmetic Operators</a:t>
            </a:r>
          </a:p>
          <a:p>
            <a:pPr marL="914400" marR="0" indent="0" algn="just">
              <a:lnSpc>
                <a:spcPct val="100000"/>
              </a:lnSpc>
              <a:spcBef>
                <a:spcPts val="0"/>
              </a:spcBef>
              <a:spcAft>
                <a:spcPts val="0"/>
              </a:spcAft>
              <a:buNone/>
            </a:pPr>
            <a:r>
              <a:rPr lang="en-US" sz="1500">
                <a:effectLst/>
                <a:latin typeface="Times New Roman" panose="02020603050405020304" pitchFamily="18" charset="0"/>
                <a:ea typeface="Aptos" panose="020B0004020202020204" pitchFamily="34" charset="0"/>
                <a:cs typeface="Times New Roman" panose="02020603050405020304" pitchFamily="18" charset="0"/>
              </a:rPr>
              <a:t>3.6.3 Toán tử tăng giảm - Increment Operator and Decrement Operator</a:t>
            </a:r>
          </a:p>
          <a:p>
            <a:pPr marL="914400" marR="0" indent="0" algn="just">
              <a:lnSpc>
                <a:spcPct val="100000"/>
              </a:lnSpc>
              <a:spcBef>
                <a:spcPts val="0"/>
              </a:spcBef>
              <a:spcAft>
                <a:spcPts val="0"/>
              </a:spcAft>
              <a:buNone/>
            </a:pPr>
            <a:r>
              <a:rPr lang="en-US" sz="1500">
                <a:effectLst/>
                <a:latin typeface="Times New Roman" panose="02020603050405020304" pitchFamily="18" charset="0"/>
                <a:ea typeface="Aptos" panose="020B0004020202020204" pitchFamily="34" charset="0"/>
                <a:cs typeface="Times New Roman" panose="02020603050405020304" pitchFamily="18" charset="0"/>
              </a:rPr>
              <a:t>3.6.4 Toán tử phẩy - Comma Operator</a:t>
            </a:r>
          </a:p>
          <a:p>
            <a:pPr marL="914400" marR="0" indent="0" algn="just">
              <a:lnSpc>
                <a:spcPct val="100000"/>
              </a:lnSpc>
              <a:spcBef>
                <a:spcPts val="0"/>
              </a:spcBef>
              <a:spcAft>
                <a:spcPts val="0"/>
              </a:spcAft>
              <a:buNone/>
            </a:pPr>
            <a:r>
              <a:rPr lang="en-US" sz="1500">
                <a:effectLst/>
                <a:latin typeface="Times New Roman" panose="02020603050405020304" pitchFamily="18" charset="0"/>
                <a:ea typeface="Aptos" panose="020B0004020202020204" pitchFamily="34" charset="0"/>
                <a:cs typeface="Times New Roman" panose="02020603050405020304" pitchFamily="18" charset="0"/>
              </a:rPr>
              <a:t>3.6.5 Toán tử kết hợp - Compound operators</a:t>
            </a:r>
          </a:p>
          <a:p>
            <a:pPr marL="914400" marR="0" indent="0" algn="just">
              <a:lnSpc>
                <a:spcPct val="100000"/>
              </a:lnSpc>
              <a:spcBef>
                <a:spcPts val="0"/>
              </a:spcBef>
              <a:spcAft>
                <a:spcPts val="0"/>
              </a:spcAft>
              <a:buNone/>
            </a:pPr>
            <a:r>
              <a:rPr lang="en-US" sz="1500">
                <a:effectLst/>
                <a:latin typeface="Times New Roman" panose="02020603050405020304" pitchFamily="18" charset="0"/>
                <a:ea typeface="Aptos" panose="020B0004020202020204" pitchFamily="34" charset="0"/>
                <a:cs typeface="Times New Roman" panose="02020603050405020304" pitchFamily="18" charset="0"/>
              </a:rPr>
              <a:t>3.6.6 Toán tử bit - Bitwise Operators</a:t>
            </a:r>
          </a:p>
          <a:p>
            <a:pPr marL="914400" marR="0" indent="0" algn="just">
              <a:lnSpc>
                <a:spcPct val="100000"/>
              </a:lnSpc>
              <a:spcBef>
                <a:spcPts val="0"/>
              </a:spcBef>
              <a:spcAft>
                <a:spcPts val="0"/>
              </a:spcAft>
              <a:buNone/>
            </a:pPr>
            <a:r>
              <a:rPr lang="en-US" sz="1500">
                <a:effectLst/>
                <a:latin typeface="Times New Roman" panose="02020603050405020304" pitchFamily="18" charset="0"/>
                <a:ea typeface="Aptos" panose="020B0004020202020204" pitchFamily="34" charset="0"/>
                <a:cs typeface="Times New Roman" panose="02020603050405020304" pitchFamily="18" charset="0"/>
              </a:rPr>
              <a:t>3.6.7 Toán tử điều kiện - Conditional ternary Operator</a:t>
            </a:r>
          </a:p>
          <a:p>
            <a:pPr marL="914400" marR="0" indent="0" algn="just">
              <a:lnSpc>
                <a:spcPct val="100000"/>
              </a:lnSpc>
              <a:spcBef>
                <a:spcPts val="0"/>
              </a:spcBef>
              <a:spcAft>
                <a:spcPts val="0"/>
              </a:spcAft>
              <a:buNone/>
            </a:pPr>
            <a:r>
              <a:rPr lang="en-US" sz="1500">
                <a:effectLst/>
                <a:latin typeface="Times New Roman" panose="02020603050405020304" pitchFamily="18" charset="0"/>
                <a:ea typeface="Aptos" panose="020B0004020202020204" pitchFamily="34" charset="0"/>
                <a:cs typeface="Times New Roman" panose="02020603050405020304" pitchFamily="18" charset="0"/>
              </a:rPr>
              <a:t>3.6.8 Toán tử quan hệ - Relational Operators</a:t>
            </a:r>
          </a:p>
          <a:p>
            <a:pPr marL="914400" marR="0" indent="0" algn="just">
              <a:lnSpc>
                <a:spcPct val="100000"/>
              </a:lnSpc>
              <a:spcBef>
                <a:spcPts val="0"/>
              </a:spcBef>
              <a:spcAft>
                <a:spcPts val="0"/>
              </a:spcAft>
              <a:buNone/>
            </a:pPr>
            <a:r>
              <a:rPr lang="en-US" sz="1500">
                <a:effectLst/>
                <a:latin typeface="Times New Roman" panose="02020603050405020304" pitchFamily="18" charset="0"/>
                <a:ea typeface="Aptos" panose="020B0004020202020204" pitchFamily="34" charset="0"/>
                <a:cs typeface="Times New Roman" panose="02020603050405020304" pitchFamily="18" charset="0"/>
              </a:rPr>
              <a:t>3.6.9 Toán tử luận lý - Logical Operators</a:t>
            </a:r>
          </a:p>
          <a:p>
            <a:pPr marL="914400" marR="0" indent="0" algn="just">
              <a:lnSpc>
                <a:spcPct val="100000"/>
              </a:lnSpc>
              <a:spcBef>
                <a:spcPts val="0"/>
              </a:spcBef>
              <a:spcAft>
                <a:spcPts val="0"/>
              </a:spcAft>
              <a:buNone/>
            </a:pPr>
            <a:r>
              <a:rPr lang="en-US" sz="1500">
                <a:effectLst/>
                <a:latin typeface="Times New Roman" panose="02020603050405020304" pitchFamily="18" charset="0"/>
                <a:ea typeface="Aptos" panose="020B0004020202020204" pitchFamily="34" charset="0"/>
                <a:cs typeface="Times New Roman" panose="02020603050405020304" pitchFamily="18" charset="0"/>
              </a:rPr>
              <a:t>3.6.10 Toán tử sizeof - sizeof Operators</a:t>
            </a:r>
          </a:p>
          <a:p>
            <a:pPr marL="914400" marR="0" indent="0" algn="just">
              <a:lnSpc>
                <a:spcPct val="100000"/>
              </a:lnSpc>
              <a:spcBef>
                <a:spcPts val="0"/>
              </a:spcBef>
              <a:spcAft>
                <a:spcPts val="0"/>
              </a:spcAft>
              <a:buNone/>
            </a:pPr>
            <a:r>
              <a:rPr lang="en-US" sz="1500">
                <a:effectLst/>
                <a:latin typeface="Times New Roman" panose="02020603050405020304" pitchFamily="18" charset="0"/>
                <a:ea typeface="Aptos" panose="020B0004020202020204" pitchFamily="34" charset="0"/>
                <a:cs typeface="Times New Roman" panose="02020603050405020304" pitchFamily="18" charset="0"/>
              </a:rPr>
              <a:t>3.6.11 Tên gọi toán tử thay thế</a:t>
            </a:r>
          </a:p>
          <a:p>
            <a:pPr marL="457200" marR="0" indent="0" algn="just">
              <a:lnSpc>
                <a:spcPct val="100000"/>
              </a:lnSpc>
              <a:spcBef>
                <a:spcPts val="0"/>
              </a:spcBef>
              <a:spcAft>
                <a:spcPts val="0"/>
              </a:spcAft>
              <a:buNone/>
            </a:pPr>
            <a:r>
              <a:rPr lang="en-US" sz="1500">
                <a:effectLst/>
                <a:latin typeface="Times New Roman" panose="02020603050405020304" pitchFamily="18" charset="0"/>
                <a:ea typeface="Aptos" panose="020B0004020202020204" pitchFamily="34" charset="0"/>
                <a:cs typeface="Times New Roman" panose="02020603050405020304" pitchFamily="18" charset="0"/>
              </a:rPr>
              <a:t>3.7 Biểu thức và độ ưu tiên toán tử</a:t>
            </a:r>
          </a:p>
          <a:p>
            <a:pPr marL="457200" marR="0" indent="0" algn="just">
              <a:lnSpc>
                <a:spcPct val="100000"/>
              </a:lnSpc>
              <a:spcBef>
                <a:spcPts val="0"/>
              </a:spcBef>
              <a:spcAft>
                <a:spcPts val="0"/>
              </a:spcAft>
              <a:buNone/>
            </a:pPr>
            <a:r>
              <a:rPr lang="en-US" sz="1500">
                <a:effectLst/>
                <a:latin typeface="Times New Roman" panose="02020603050405020304" pitchFamily="18" charset="0"/>
                <a:ea typeface="Aptos" panose="020B0004020202020204" pitchFamily="34" charset="0"/>
                <a:cs typeface="Times New Roman" panose="02020603050405020304" pitchFamily="18" charset="0"/>
              </a:rPr>
              <a:t>	</a:t>
            </a:r>
            <a:r>
              <a:rPr lang="de-DE" sz="1500">
                <a:effectLst/>
                <a:latin typeface="Times New Roman" panose="02020603050405020304" pitchFamily="18" charset="0"/>
                <a:ea typeface="Aptos" panose="020B0004020202020204" pitchFamily="34" charset="0"/>
                <a:cs typeface="Times New Roman" panose="02020603050405020304" pitchFamily="18" charset="0"/>
              </a:rPr>
              <a:t>3.7.1 Biểu thức</a:t>
            </a:r>
            <a:endParaRPr lang="en-US" sz="1500">
              <a:effectLst/>
              <a:latin typeface="Times New Roman" panose="02020603050405020304" pitchFamily="18" charset="0"/>
              <a:ea typeface="Aptos" panose="020B0004020202020204" pitchFamily="34" charset="0"/>
              <a:cs typeface="Times New Roman" panose="02020603050405020304" pitchFamily="18" charset="0"/>
            </a:endParaRPr>
          </a:p>
          <a:p>
            <a:pPr marL="914400" marR="0" indent="0" algn="just">
              <a:lnSpc>
                <a:spcPct val="100000"/>
              </a:lnSpc>
              <a:spcBef>
                <a:spcPts val="0"/>
              </a:spcBef>
              <a:spcAft>
                <a:spcPts val="0"/>
              </a:spcAft>
              <a:buNone/>
            </a:pPr>
            <a:r>
              <a:rPr lang="en-US" sz="1500">
                <a:effectLst/>
                <a:latin typeface="Times New Roman" panose="02020603050405020304" pitchFamily="18" charset="0"/>
                <a:ea typeface="Aptos" panose="020B0004020202020204" pitchFamily="34" charset="0"/>
                <a:cs typeface="Times New Roman" panose="02020603050405020304" pitchFamily="18" charset="0"/>
              </a:rPr>
              <a:t>3.7.2 Độ ưu tiên toán tử</a:t>
            </a:r>
          </a:p>
          <a:p>
            <a:pPr marL="457200" marR="0" indent="0" algn="just">
              <a:lnSpc>
                <a:spcPct val="100000"/>
              </a:lnSpc>
              <a:spcBef>
                <a:spcPts val="0"/>
              </a:spcBef>
              <a:spcAft>
                <a:spcPts val="0"/>
              </a:spcAft>
              <a:buNone/>
            </a:pPr>
            <a:r>
              <a:rPr lang="en-US" sz="1500">
                <a:effectLst/>
                <a:latin typeface="Times New Roman" panose="02020603050405020304" pitchFamily="18" charset="0"/>
                <a:ea typeface="Aptos" panose="020B0004020202020204" pitchFamily="34" charset="0"/>
                <a:cs typeface="Times New Roman" panose="02020603050405020304" pitchFamily="18" charset="0"/>
              </a:rPr>
              <a:t>3.8 Nhập xuất dữ liệu</a:t>
            </a:r>
          </a:p>
          <a:p>
            <a:pPr marL="914400" marR="0" indent="0" algn="just">
              <a:lnSpc>
                <a:spcPct val="100000"/>
              </a:lnSpc>
              <a:spcBef>
                <a:spcPts val="200"/>
              </a:spcBef>
              <a:spcAft>
                <a:spcPts val="0"/>
              </a:spcAft>
              <a:buNone/>
            </a:pPr>
            <a:r>
              <a:rPr lang="de-DE" sz="1500">
                <a:solidFill>
                  <a:srgbClr val="0D0D0D"/>
                </a:solidFill>
                <a:effectLst/>
                <a:latin typeface="Times New Roman" panose="02020603050405020304" pitchFamily="18" charset="0"/>
                <a:ea typeface="Aptos" panose="020B0004020202020204" pitchFamily="34" charset="0"/>
                <a:cs typeface="Times New Roman" panose="02020603050405020304" pitchFamily="18" charset="0"/>
              </a:rPr>
              <a:t>3.8.1 Thư </a:t>
            </a:r>
            <a:r>
              <a:rPr lang="en-US" sz="15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viện nhập xuất</a:t>
            </a:r>
          </a:p>
          <a:p>
            <a:pPr marL="914400" marR="0" indent="0" algn="just">
              <a:lnSpc>
                <a:spcPct val="100000"/>
              </a:lnSpc>
              <a:spcBef>
                <a:spcPts val="200"/>
              </a:spcBef>
              <a:spcAft>
                <a:spcPts val="0"/>
              </a:spcAft>
              <a:buNone/>
            </a:pPr>
            <a:r>
              <a:rPr lang="en-US" sz="15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3.8.2 Câu lệnh xuất</a:t>
            </a:r>
          </a:p>
          <a:p>
            <a:pPr marL="914400" marR="0" indent="0" algn="just">
              <a:lnSpc>
                <a:spcPct val="100000"/>
              </a:lnSpc>
              <a:spcBef>
                <a:spcPts val="200"/>
              </a:spcBef>
              <a:spcAft>
                <a:spcPts val="0"/>
              </a:spcAft>
              <a:buNone/>
            </a:pPr>
            <a:r>
              <a:rPr lang="en-US" sz="15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3.8.3 Câu lệnh nhập</a:t>
            </a:r>
          </a:p>
          <a:p>
            <a:pPr marL="914400" marR="0" indent="0" algn="just">
              <a:lnSpc>
                <a:spcPct val="100000"/>
              </a:lnSpc>
              <a:spcBef>
                <a:spcPts val="200"/>
              </a:spcBef>
              <a:spcAft>
                <a:spcPts val="0"/>
              </a:spcAft>
              <a:buNone/>
            </a:pPr>
            <a:r>
              <a:rPr lang="en-US" sz="1500" kern="0">
                <a:effectLst/>
                <a:latin typeface="Times New Roman" panose="02020603050405020304" pitchFamily="18" charset="0"/>
                <a:ea typeface="Aptos" panose="020B0004020202020204" pitchFamily="34" charset="0"/>
              </a:rPr>
              <a:t>3.8.4 Hàm xóa bộ nhớ đệm</a:t>
            </a:r>
            <a:endParaRPr lang="en-US" sz="1500"/>
          </a:p>
        </p:txBody>
      </p:sp>
      <p:sp>
        <p:nvSpPr>
          <p:cNvPr id="7" name="Title 6">
            <a:extLst>
              <a:ext uri="{FF2B5EF4-FFF2-40B4-BE49-F238E27FC236}">
                <a16:creationId xmlns:a16="http://schemas.microsoft.com/office/drawing/2014/main" id="{6A54D4C8-8BCA-B98A-79FB-0CD79F328402}"/>
              </a:ext>
            </a:extLst>
          </p:cNvPr>
          <p:cNvSpPr>
            <a:spLocks noGrp="1"/>
          </p:cNvSpPr>
          <p:nvPr>
            <p:ph type="title"/>
          </p:nvPr>
        </p:nvSpPr>
        <p:spPr/>
        <p:txBody>
          <a:bodyPr>
            <a:normAutofit fontScale="90000"/>
          </a:bodyPr>
          <a:lstStyle/>
          <a:p>
            <a:r>
              <a:rPr lang="en-US"/>
              <a:t>5. Nội dung môn học (tt)</a:t>
            </a:r>
          </a:p>
        </p:txBody>
      </p:sp>
    </p:spTree>
    <p:extLst>
      <p:ext uri="{BB962C8B-B14F-4D97-AF65-F5344CB8AC3E}">
        <p14:creationId xmlns:p14="http://schemas.microsoft.com/office/powerpoint/2010/main" val="7590207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76DB2AA-A9BB-7E68-6DF1-148BBC50BB0F}"/>
              </a:ext>
            </a:extLst>
          </p:cNvPr>
          <p:cNvSpPr>
            <a:spLocks noGrp="1"/>
          </p:cNvSpPr>
          <p:nvPr>
            <p:ph idx="1"/>
          </p:nvPr>
        </p:nvSpPr>
        <p:spPr>
          <a:ln>
            <a:solidFill>
              <a:schemeClr val="tx1">
                <a:lumMod val="50000"/>
              </a:schemeClr>
            </a:solidFill>
          </a:ln>
        </p:spPr>
        <p:txBody>
          <a:bodyPr/>
          <a:lstStyle/>
          <a:p>
            <a:pPr marL="0" marR="0" indent="0" algn="just">
              <a:lnSpc>
                <a:spcPct val="150000"/>
              </a:lnSpc>
              <a:spcBef>
                <a:spcPts val="1200"/>
              </a:spcBef>
              <a:spcAft>
                <a:spcPts val="0"/>
              </a:spcAft>
              <a:buNone/>
            </a:pPr>
            <a:r>
              <a:rPr lang="en-US" sz="1800" b="1" kern="0">
                <a:effectLst/>
                <a:latin typeface="Times New Roman" panose="02020603050405020304" pitchFamily="18" charset="0"/>
                <a:ea typeface="Times New Roman" panose="02020603050405020304" pitchFamily="18" charset="0"/>
                <a:cs typeface="Times New Roman" panose="02020603050405020304" pitchFamily="18" charset="0"/>
              </a:rPr>
              <a:t>CHƯƠNG 4: CÁC CẤU TRÚC ĐIỀU KHIỂN</a:t>
            </a:r>
          </a:p>
          <a:p>
            <a:pPr marL="457200" marR="0" indent="0" algn="just">
              <a:lnSpc>
                <a:spcPct val="150000"/>
              </a:lnSpc>
              <a:spcBef>
                <a:spcPts val="0"/>
              </a:spcBef>
              <a:spcAft>
                <a:spcPts val="0"/>
              </a:spcAft>
              <a:buNone/>
            </a:pPr>
            <a:r>
              <a:rPr lang="de-DE" sz="1800">
                <a:effectLst/>
                <a:latin typeface="Times New Roman" panose="02020603050405020304" pitchFamily="18" charset="0"/>
                <a:ea typeface="Aptos" panose="020B0004020202020204" pitchFamily="34" charset="0"/>
                <a:cs typeface="Times New Roman" panose="02020603050405020304" pitchFamily="18" charset="0"/>
              </a:rPr>
              <a:t>4.1 Khái </a:t>
            </a:r>
            <a:r>
              <a:rPr lang="en-US" sz="1800">
                <a:effectLst/>
                <a:latin typeface="Times New Roman" panose="02020603050405020304" pitchFamily="18" charset="0"/>
                <a:ea typeface="Aptos" panose="020B0004020202020204" pitchFamily="34" charset="0"/>
                <a:cs typeface="Times New Roman" panose="02020603050405020304" pitchFamily="18" charset="0"/>
              </a:rPr>
              <a:t>niệm câu lệnh và khối lệnh</a:t>
            </a:r>
          </a:p>
          <a:p>
            <a:pPr marL="457200" marR="0" indent="0" algn="just">
              <a:lnSpc>
                <a:spcPct val="150000"/>
              </a:lnSpc>
              <a:spcBef>
                <a:spcPts val="0"/>
              </a:spcBef>
              <a:spcAft>
                <a:spcPts val="0"/>
              </a:spcAft>
              <a:buNone/>
            </a:pPr>
            <a:r>
              <a:rPr lang="en-US" sz="1800">
                <a:effectLst/>
                <a:latin typeface="Times New Roman" panose="02020603050405020304" pitchFamily="18" charset="0"/>
                <a:ea typeface="Aptos" panose="020B0004020202020204" pitchFamily="34" charset="0"/>
                <a:cs typeface="Times New Roman" panose="02020603050405020304" pitchFamily="18" charset="0"/>
              </a:rPr>
              <a:t>4.2 Phạm vi hoạt động của biến</a:t>
            </a:r>
          </a:p>
          <a:p>
            <a:pPr marL="457200" marR="0" indent="0" algn="just">
              <a:lnSpc>
                <a:spcPct val="150000"/>
              </a:lnSpc>
              <a:spcBef>
                <a:spcPts val="0"/>
              </a:spcBef>
              <a:spcAft>
                <a:spcPts val="0"/>
              </a:spcAft>
              <a:buNone/>
            </a:pPr>
            <a:r>
              <a:rPr lang="en-US" sz="1800">
                <a:effectLst/>
                <a:latin typeface="Times New Roman" panose="02020603050405020304" pitchFamily="18" charset="0"/>
                <a:ea typeface="Aptos" panose="020B0004020202020204" pitchFamily="34" charset="0"/>
                <a:cs typeface="Times New Roman" panose="02020603050405020304" pitchFamily="18" charset="0"/>
              </a:rPr>
              <a:t>4.3 Giới thiệu về cấu trúc điều khiển</a:t>
            </a:r>
          </a:p>
          <a:p>
            <a:pPr marL="457200" marR="0" indent="0" algn="just">
              <a:lnSpc>
                <a:spcPct val="150000"/>
              </a:lnSpc>
              <a:spcBef>
                <a:spcPts val="0"/>
              </a:spcBef>
              <a:spcAft>
                <a:spcPts val="0"/>
              </a:spcAft>
              <a:buNone/>
            </a:pPr>
            <a:r>
              <a:rPr lang="en-US" sz="1800">
                <a:effectLst/>
                <a:latin typeface="Times New Roman" panose="02020603050405020304" pitchFamily="18" charset="0"/>
                <a:ea typeface="Aptos" panose="020B0004020202020204" pitchFamily="34" charset="0"/>
                <a:cs typeface="Times New Roman" panose="02020603050405020304" pitchFamily="18" charset="0"/>
              </a:rPr>
              <a:t>4.4 Cấu trúc rẽ nhánh if, if-else</a:t>
            </a:r>
          </a:p>
          <a:p>
            <a:pPr marL="457200" marR="0" indent="0" algn="just">
              <a:lnSpc>
                <a:spcPct val="150000"/>
              </a:lnSpc>
              <a:spcBef>
                <a:spcPts val="0"/>
              </a:spcBef>
              <a:spcAft>
                <a:spcPts val="0"/>
              </a:spcAft>
              <a:buNone/>
            </a:pPr>
            <a:r>
              <a:rPr lang="en-US" sz="1800">
                <a:effectLst/>
                <a:latin typeface="Times New Roman" panose="02020603050405020304" pitchFamily="18" charset="0"/>
                <a:ea typeface="Aptos" panose="020B0004020202020204" pitchFamily="34" charset="0"/>
                <a:cs typeface="Times New Roman" panose="02020603050405020304" pitchFamily="18" charset="0"/>
              </a:rPr>
              <a:t>4.5 Cấu trúc rẽ nhánh switch-case</a:t>
            </a:r>
          </a:p>
          <a:p>
            <a:pPr marL="457200" marR="0" indent="0" algn="just">
              <a:lnSpc>
                <a:spcPct val="150000"/>
              </a:lnSpc>
              <a:spcBef>
                <a:spcPts val="0"/>
              </a:spcBef>
              <a:spcAft>
                <a:spcPts val="0"/>
              </a:spcAft>
              <a:buNone/>
            </a:pPr>
            <a:r>
              <a:rPr lang="en-US" sz="1800">
                <a:effectLst/>
                <a:latin typeface="Times New Roman" panose="02020603050405020304" pitchFamily="18" charset="0"/>
                <a:ea typeface="Aptos" panose="020B0004020202020204" pitchFamily="34" charset="0"/>
                <a:cs typeface="Times New Roman" panose="02020603050405020304" pitchFamily="18" charset="0"/>
              </a:rPr>
              <a:t>4.6 Cấu trúc vòng lặp for</a:t>
            </a:r>
          </a:p>
          <a:p>
            <a:pPr marL="457200" marR="0" indent="0" algn="just">
              <a:lnSpc>
                <a:spcPct val="150000"/>
              </a:lnSpc>
              <a:spcBef>
                <a:spcPts val="0"/>
              </a:spcBef>
              <a:spcAft>
                <a:spcPts val="0"/>
              </a:spcAft>
              <a:buNone/>
            </a:pPr>
            <a:r>
              <a:rPr lang="en-US" sz="1800">
                <a:effectLst/>
                <a:latin typeface="Times New Roman" panose="02020603050405020304" pitchFamily="18" charset="0"/>
                <a:ea typeface="Aptos" panose="020B0004020202020204" pitchFamily="34" charset="0"/>
                <a:cs typeface="Times New Roman" panose="02020603050405020304" pitchFamily="18" charset="0"/>
              </a:rPr>
              <a:t>4.7 Cấu trúc vòng lặp while</a:t>
            </a:r>
          </a:p>
          <a:p>
            <a:pPr marL="457200" marR="0" indent="0" algn="just">
              <a:lnSpc>
                <a:spcPct val="150000"/>
              </a:lnSpc>
              <a:spcBef>
                <a:spcPts val="0"/>
              </a:spcBef>
              <a:spcAft>
                <a:spcPts val="0"/>
              </a:spcAft>
              <a:buNone/>
            </a:pPr>
            <a:r>
              <a:rPr lang="en-US" sz="1800">
                <a:effectLst/>
                <a:latin typeface="Times New Roman" panose="02020603050405020304" pitchFamily="18" charset="0"/>
                <a:ea typeface="Aptos" panose="020B0004020202020204" pitchFamily="34" charset="0"/>
                <a:cs typeface="Times New Roman" panose="02020603050405020304" pitchFamily="18" charset="0"/>
              </a:rPr>
              <a:t>4.8 Cấu trúc vòng lặp do-while</a:t>
            </a:r>
          </a:p>
          <a:p>
            <a:pPr marL="457200" marR="0" indent="0" algn="just">
              <a:lnSpc>
                <a:spcPct val="150000"/>
              </a:lnSpc>
              <a:spcBef>
                <a:spcPts val="0"/>
              </a:spcBef>
              <a:spcAft>
                <a:spcPts val="0"/>
              </a:spcAft>
              <a:buNone/>
            </a:pPr>
            <a:r>
              <a:rPr lang="en-US" sz="1800">
                <a:effectLst/>
                <a:latin typeface="Times New Roman" panose="02020603050405020304" pitchFamily="18" charset="0"/>
                <a:ea typeface="Aptos" panose="020B0004020202020204" pitchFamily="34" charset="0"/>
                <a:cs typeface="Times New Roman" panose="02020603050405020304" pitchFamily="18" charset="0"/>
              </a:rPr>
              <a:t>4.9 Lệnh break, continue, goto, return</a:t>
            </a:r>
          </a:p>
          <a:p>
            <a:pPr marL="0" indent="0">
              <a:buNone/>
            </a:pPr>
            <a:endParaRPr lang="en-US"/>
          </a:p>
        </p:txBody>
      </p:sp>
      <p:sp>
        <p:nvSpPr>
          <p:cNvPr id="3" name="Footer Placeholder 2">
            <a:extLst>
              <a:ext uri="{FF2B5EF4-FFF2-40B4-BE49-F238E27FC236}">
                <a16:creationId xmlns:a16="http://schemas.microsoft.com/office/drawing/2014/main" id="{3A4B4650-B13E-33AF-23BC-F70B646B541B}"/>
              </a:ext>
            </a:extLst>
          </p:cNvPr>
          <p:cNvSpPr>
            <a:spLocks noGrp="1"/>
          </p:cNvSpPr>
          <p:nvPr>
            <p:ph type="ftr" sz="quarter" idx="11"/>
          </p:nvPr>
        </p:nvSpPr>
        <p:spPr/>
        <p:txBody>
          <a:bodyPr/>
          <a:lstStyle/>
          <a:p>
            <a:r>
              <a:rPr lang="vi-VN"/>
              <a:t>Thực hiện bởi Trường Đại học Công nghệ Thông tin, ĐHQG-HCM</a:t>
            </a:r>
            <a:endParaRPr lang="vi-VN" dirty="0"/>
          </a:p>
        </p:txBody>
      </p:sp>
      <p:sp>
        <p:nvSpPr>
          <p:cNvPr id="4" name="Date Placeholder 3">
            <a:extLst>
              <a:ext uri="{FF2B5EF4-FFF2-40B4-BE49-F238E27FC236}">
                <a16:creationId xmlns:a16="http://schemas.microsoft.com/office/drawing/2014/main" id="{1B31E155-368E-489E-E932-249F119C8567}"/>
              </a:ext>
            </a:extLst>
          </p:cNvPr>
          <p:cNvSpPr>
            <a:spLocks noGrp="1"/>
          </p:cNvSpPr>
          <p:nvPr>
            <p:ph type="dt" sz="half" idx="13"/>
          </p:nvPr>
        </p:nvSpPr>
        <p:spPr/>
        <p:txBody>
          <a:bodyPr/>
          <a:lstStyle/>
          <a:p>
            <a:r>
              <a:rPr lang="en-US"/>
              <a:t>June 2025</a:t>
            </a:r>
            <a:endParaRPr lang="en-US" dirty="0"/>
          </a:p>
        </p:txBody>
      </p:sp>
      <p:sp>
        <p:nvSpPr>
          <p:cNvPr id="5" name="Slide Number Placeholder 4">
            <a:extLst>
              <a:ext uri="{FF2B5EF4-FFF2-40B4-BE49-F238E27FC236}">
                <a16:creationId xmlns:a16="http://schemas.microsoft.com/office/drawing/2014/main" id="{E2F64F22-F9A6-82B1-5D1B-D0296C32BC43}"/>
              </a:ext>
            </a:extLst>
          </p:cNvPr>
          <p:cNvSpPr>
            <a:spLocks noGrp="1"/>
          </p:cNvSpPr>
          <p:nvPr>
            <p:ph type="sldNum" sz="quarter" idx="12"/>
          </p:nvPr>
        </p:nvSpPr>
        <p:spPr/>
        <p:txBody>
          <a:bodyPr/>
          <a:lstStyle/>
          <a:p>
            <a:fld id="{D8B0B3AC-44A8-D142-AAF6-9A453466E1A4}" type="slidenum">
              <a:rPr lang="en-VN" smtClean="0"/>
              <a:pPr/>
              <a:t>11</a:t>
            </a:fld>
            <a:endParaRPr lang="en-VN" dirty="0"/>
          </a:p>
        </p:txBody>
      </p:sp>
      <p:sp>
        <p:nvSpPr>
          <p:cNvPr id="7" name="Title 6">
            <a:extLst>
              <a:ext uri="{FF2B5EF4-FFF2-40B4-BE49-F238E27FC236}">
                <a16:creationId xmlns:a16="http://schemas.microsoft.com/office/drawing/2014/main" id="{BE23E6F0-31A4-6398-FF8A-7A83472F419E}"/>
              </a:ext>
            </a:extLst>
          </p:cNvPr>
          <p:cNvSpPr>
            <a:spLocks noGrp="1"/>
          </p:cNvSpPr>
          <p:nvPr>
            <p:ph type="title"/>
          </p:nvPr>
        </p:nvSpPr>
        <p:spPr/>
        <p:txBody>
          <a:bodyPr>
            <a:normAutofit fontScale="90000"/>
          </a:bodyPr>
          <a:lstStyle/>
          <a:p>
            <a:r>
              <a:rPr lang="en-US"/>
              <a:t>5. Nội dung môn học (tt)</a:t>
            </a:r>
          </a:p>
        </p:txBody>
      </p:sp>
      <p:sp>
        <p:nvSpPr>
          <p:cNvPr id="9" name="Content Placeholder 8">
            <a:extLst>
              <a:ext uri="{FF2B5EF4-FFF2-40B4-BE49-F238E27FC236}">
                <a16:creationId xmlns:a16="http://schemas.microsoft.com/office/drawing/2014/main" id="{A282D569-566A-513E-587C-EE9AA5058D11}"/>
              </a:ext>
            </a:extLst>
          </p:cNvPr>
          <p:cNvSpPr>
            <a:spLocks noGrp="1"/>
          </p:cNvSpPr>
          <p:nvPr>
            <p:ph idx="15"/>
          </p:nvPr>
        </p:nvSpPr>
        <p:spPr/>
        <p:txBody>
          <a:bodyPr/>
          <a:lstStyle/>
          <a:p>
            <a:endParaRPr lang="en-US"/>
          </a:p>
        </p:txBody>
      </p:sp>
    </p:spTree>
    <p:extLst>
      <p:ext uri="{BB962C8B-B14F-4D97-AF65-F5344CB8AC3E}">
        <p14:creationId xmlns:p14="http://schemas.microsoft.com/office/powerpoint/2010/main" val="4341167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43EE2C5-F16D-B9C3-3636-E2E72B79FA07}"/>
              </a:ext>
            </a:extLst>
          </p:cNvPr>
          <p:cNvSpPr>
            <a:spLocks noGrp="1"/>
          </p:cNvSpPr>
          <p:nvPr>
            <p:ph idx="1"/>
          </p:nvPr>
        </p:nvSpPr>
        <p:spPr>
          <a:xfrm>
            <a:off x="631268" y="1233825"/>
            <a:ext cx="6350557" cy="5166975"/>
          </a:xfrm>
          <a:ln>
            <a:solidFill>
              <a:schemeClr val="tx1">
                <a:lumMod val="50000"/>
              </a:schemeClr>
            </a:solidFill>
          </a:ln>
        </p:spPr>
        <p:txBody>
          <a:bodyPr>
            <a:noAutofit/>
          </a:bodyPr>
          <a:lstStyle/>
          <a:p>
            <a:pPr marL="0" marR="0" indent="0" algn="just">
              <a:lnSpc>
                <a:spcPct val="100000"/>
              </a:lnSpc>
              <a:spcBef>
                <a:spcPts val="1200"/>
              </a:spcBef>
              <a:spcAft>
                <a:spcPts val="0"/>
              </a:spcAft>
              <a:buNone/>
            </a:pPr>
            <a:r>
              <a:rPr lang="en-US" sz="1500" b="1" kern="0">
                <a:effectLst/>
                <a:latin typeface="Times New Roman" panose="02020603050405020304" pitchFamily="18" charset="0"/>
                <a:ea typeface="Times New Roman" panose="02020603050405020304" pitchFamily="18" charset="0"/>
                <a:cs typeface="Times New Roman" panose="02020603050405020304" pitchFamily="18" charset="0"/>
              </a:rPr>
              <a:t>CHƯƠNG 5 HÀM</a:t>
            </a:r>
          </a:p>
          <a:p>
            <a:pPr marL="457200" marR="0" indent="0" algn="just">
              <a:lnSpc>
                <a:spcPct val="100000"/>
              </a:lnSpc>
              <a:spcBef>
                <a:spcPts val="0"/>
              </a:spcBef>
              <a:spcAft>
                <a:spcPts val="0"/>
              </a:spcAft>
              <a:buNone/>
            </a:pPr>
            <a:r>
              <a:rPr lang="de-DE" sz="1500">
                <a:effectLst/>
                <a:latin typeface="Times New Roman" panose="02020603050405020304" pitchFamily="18" charset="0"/>
                <a:ea typeface="Aptos" panose="020B0004020202020204" pitchFamily="34" charset="0"/>
                <a:cs typeface="Times New Roman" panose="02020603050405020304" pitchFamily="18" charset="0"/>
              </a:rPr>
              <a:t>5.1 Đặt vấn đề</a:t>
            </a:r>
            <a:endParaRPr lang="en-US" sz="1500">
              <a:effectLst/>
              <a:latin typeface="Times New Roman" panose="02020603050405020304" pitchFamily="18" charset="0"/>
              <a:ea typeface="Aptos" panose="020B0004020202020204" pitchFamily="34" charset="0"/>
              <a:cs typeface="Times New Roman" panose="02020603050405020304" pitchFamily="18" charset="0"/>
            </a:endParaRPr>
          </a:p>
          <a:p>
            <a:pPr marL="457200" marR="0" indent="0" algn="just">
              <a:lnSpc>
                <a:spcPct val="100000"/>
              </a:lnSpc>
              <a:spcBef>
                <a:spcPts val="0"/>
              </a:spcBef>
              <a:spcAft>
                <a:spcPts val="0"/>
              </a:spcAft>
              <a:buNone/>
            </a:pPr>
            <a:r>
              <a:rPr lang="en-US" sz="1500">
                <a:effectLst/>
                <a:latin typeface="Times New Roman" panose="02020603050405020304" pitchFamily="18" charset="0"/>
                <a:ea typeface="Aptos" panose="020B0004020202020204" pitchFamily="34" charset="0"/>
                <a:cs typeface="Times New Roman" panose="02020603050405020304" pitchFamily="18" charset="0"/>
              </a:rPr>
              <a:t>5.2 Khái niệm hàm và lợi ích của việc sử dụng hàm</a:t>
            </a:r>
          </a:p>
          <a:p>
            <a:pPr marL="457200" marR="0" indent="0" algn="just">
              <a:lnSpc>
                <a:spcPct val="100000"/>
              </a:lnSpc>
              <a:spcBef>
                <a:spcPts val="0"/>
              </a:spcBef>
              <a:spcAft>
                <a:spcPts val="0"/>
              </a:spcAft>
              <a:buNone/>
            </a:pPr>
            <a:r>
              <a:rPr lang="en-US" sz="1500">
                <a:effectLst/>
                <a:latin typeface="Times New Roman" panose="02020603050405020304" pitchFamily="18" charset="0"/>
                <a:ea typeface="Aptos" panose="020B0004020202020204" pitchFamily="34" charset="0"/>
                <a:cs typeface="Times New Roman" panose="02020603050405020304" pitchFamily="18" charset="0"/>
              </a:rPr>
              <a:t>5.3 Định nghĩa hàm</a:t>
            </a:r>
          </a:p>
          <a:p>
            <a:pPr marL="457200" marR="0" indent="0" algn="just">
              <a:lnSpc>
                <a:spcPct val="100000"/>
              </a:lnSpc>
              <a:spcBef>
                <a:spcPts val="0"/>
              </a:spcBef>
              <a:spcAft>
                <a:spcPts val="0"/>
              </a:spcAft>
              <a:buNone/>
            </a:pPr>
            <a:r>
              <a:rPr lang="en-US" sz="1500">
                <a:effectLst/>
                <a:latin typeface="Times New Roman" panose="02020603050405020304" pitchFamily="18" charset="0"/>
                <a:ea typeface="Aptos" panose="020B0004020202020204" pitchFamily="34" charset="0"/>
                <a:cs typeface="Times New Roman" panose="02020603050405020304" pitchFamily="18" charset="0"/>
              </a:rPr>
              <a:t>5.4 Khai báo hàm, nguyên mẫu hàm</a:t>
            </a:r>
          </a:p>
          <a:p>
            <a:pPr marL="457200" marR="0" indent="0" algn="just">
              <a:lnSpc>
                <a:spcPct val="100000"/>
              </a:lnSpc>
              <a:spcBef>
                <a:spcPts val="0"/>
              </a:spcBef>
              <a:spcAft>
                <a:spcPts val="0"/>
              </a:spcAft>
              <a:buNone/>
            </a:pPr>
            <a:r>
              <a:rPr lang="en-US" sz="1500">
                <a:effectLst/>
                <a:latin typeface="Times New Roman" panose="02020603050405020304" pitchFamily="18" charset="0"/>
                <a:ea typeface="Aptos" panose="020B0004020202020204" pitchFamily="34" charset="0"/>
                <a:cs typeface="Times New Roman" panose="02020603050405020304" pitchFamily="18" charset="0"/>
              </a:rPr>
              <a:t>5.5 Khai báo hàm trùng tên</a:t>
            </a:r>
          </a:p>
          <a:p>
            <a:pPr marL="457200" marR="0" indent="0" algn="just">
              <a:lnSpc>
                <a:spcPct val="100000"/>
              </a:lnSpc>
              <a:spcBef>
                <a:spcPts val="0"/>
              </a:spcBef>
              <a:spcAft>
                <a:spcPts val="0"/>
              </a:spcAft>
              <a:buNone/>
            </a:pPr>
            <a:r>
              <a:rPr lang="en-US" sz="1500">
                <a:effectLst/>
                <a:latin typeface="Times New Roman" panose="02020603050405020304" pitchFamily="18" charset="0"/>
                <a:ea typeface="Aptos" panose="020B0004020202020204" pitchFamily="34" charset="0"/>
                <a:cs typeface="Times New Roman" panose="02020603050405020304" pitchFamily="18" charset="0"/>
              </a:rPr>
              <a:t>5.6 Lời gọi hàm</a:t>
            </a:r>
          </a:p>
          <a:p>
            <a:pPr marL="457200" marR="0" indent="0" algn="just">
              <a:lnSpc>
                <a:spcPct val="100000"/>
              </a:lnSpc>
              <a:spcBef>
                <a:spcPts val="0"/>
              </a:spcBef>
              <a:spcAft>
                <a:spcPts val="0"/>
              </a:spcAft>
              <a:buNone/>
            </a:pPr>
            <a:r>
              <a:rPr lang="en-US" sz="1500">
                <a:effectLst/>
                <a:latin typeface="Times New Roman" panose="02020603050405020304" pitchFamily="18" charset="0"/>
                <a:ea typeface="Aptos" panose="020B0004020202020204" pitchFamily="34" charset="0"/>
                <a:cs typeface="Times New Roman" panose="02020603050405020304" pitchFamily="18" charset="0"/>
              </a:rPr>
              <a:t>5.7 Phạm vi hoạt động của biến trong hàm</a:t>
            </a:r>
          </a:p>
          <a:p>
            <a:pPr marL="457200" marR="0" indent="0" algn="just">
              <a:lnSpc>
                <a:spcPct val="100000"/>
              </a:lnSpc>
              <a:spcBef>
                <a:spcPts val="0"/>
              </a:spcBef>
              <a:spcAft>
                <a:spcPts val="0"/>
              </a:spcAft>
              <a:buNone/>
            </a:pPr>
            <a:r>
              <a:rPr lang="en-US" sz="1500">
                <a:effectLst/>
                <a:latin typeface="Times New Roman" panose="02020603050405020304" pitchFamily="18" charset="0"/>
                <a:ea typeface="Aptos" panose="020B0004020202020204" pitchFamily="34" charset="0"/>
                <a:cs typeface="Times New Roman" panose="02020603050405020304" pitchFamily="18" charset="0"/>
              </a:rPr>
              <a:t>5.8 Tham số, đối số của hàm </a:t>
            </a:r>
          </a:p>
          <a:p>
            <a:pPr marL="914400" marR="0" indent="0" algn="just">
              <a:lnSpc>
                <a:spcPct val="100000"/>
              </a:lnSpc>
              <a:spcBef>
                <a:spcPts val="200"/>
              </a:spcBef>
              <a:spcAft>
                <a:spcPts val="0"/>
              </a:spcAft>
              <a:buNone/>
            </a:pPr>
            <a:r>
              <a:rPr lang="de-DE" sz="1500">
                <a:solidFill>
                  <a:srgbClr val="0D0D0D"/>
                </a:solidFill>
                <a:effectLst/>
                <a:latin typeface="Times New Roman" panose="02020603050405020304" pitchFamily="18" charset="0"/>
                <a:ea typeface="Aptos" panose="020B0004020202020204" pitchFamily="34" charset="0"/>
                <a:cs typeface="Times New Roman" panose="02020603050405020304" pitchFamily="18" charset="0"/>
              </a:rPr>
              <a:t>5.8.1 Khái </a:t>
            </a:r>
            <a:r>
              <a:rPr lang="en-US" sz="15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niệm Tham số, Đối số</a:t>
            </a:r>
          </a:p>
          <a:p>
            <a:pPr marL="914400" marR="0" indent="0" algn="just">
              <a:lnSpc>
                <a:spcPct val="100000"/>
              </a:lnSpc>
              <a:spcBef>
                <a:spcPts val="200"/>
              </a:spcBef>
              <a:spcAft>
                <a:spcPts val="0"/>
              </a:spcAft>
              <a:buNone/>
            </a:pPr>
            <a:r>
              <a:rPr lang="en-US" sz="15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5.8.2 Tham số mặc định (Default Parameter)</a:t>
            </a:r>
          </a:p>
          <a:p>
            <a:pPr marL="914400" marR="0" indent="0" algn="just">
              <a:lnSpc>
                <a:spcPct val="100000"/>
              </a:lnSpc>
              <a:spcBef>
                <a:spcPts val="200"/>
              </a:spcBef>
              <a:spcAft>
                <a:spcPts val="0"/>
              </a:spcAft>
              <a:buNone/>
            </a:pPr>
            <a:r>
              <a:rPr lang="en-US" sz="15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5.8.3 Truyền đối số theo giá trị (Pass by Value)</a:t>
            </a:r>
          </a:p>
          <a:p>
            <a:pPr marL="914400" marR="0" indent="0" algn="just">
              <a:lnSpc>
                <a:spcPct val="100000"/>
              </a:lnSpc>
              <a:spcBef>
                <a:spcPts val="200"/>
              </a:spcBef>
              <a:spcAft>
                <a:spcPts val="0"/>
              </a:spcAft>
              <a:buNone/>
            </a:pPr>
            <a:r>
              <a:rPr lang="en-US" sz="15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5.8.4 Truyền đối số theo tham chiếu (Pass by Reference)</a:t>
            </a:r>
          </a:p>
          <a:p>
            <a:pPr marL="914400" marR="0" indent="0" algn="just">
              <a:lnSpc>
                <a:spcPct val="100000"/>
              </a:lnSpc>
              <a:spcBef>
                <a:spcPts val="200"/>
              </a:spcBef>
              <a:spcAft>
                <a:spcPts val="0"/>
              </a:spcAft>
              <a:buNone/>
            </a:pPr>
            <a:r>
              <a:rPr lang="en-US" sz="15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5.8.5 Truyền đối số theo con trỏ (Pass by Pointer) </a:t>
            </a:r>
          </a:p>
          <a:p>
            <a:pPr marL="914400" marR="0" indent="0" algn="just">
              <a:lnSpc>
                <a:spcPct val="100000"/>
              </a:lnSpc>
              <a:spcBef>
                <a:spcPts val="200"/>
              </a:spcBef>
              <a:spcAft>
                <a:spcPts val="0"/>
              </a:spcAft>
              <a:buNone/>
            </a:pPr>
            <a:r>
              <a:rPr lang="en-US" sz="15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5.8.6 Truyền đối số hằng theo tham chiếu (Pass by Const Reference)</a:t>
            </a:r>
          </a:p>
          <a:p>
            <a:pPr marL="457200" marR="0" indent="0" algn="just">
              <a:lnSpc>
                <a:spcPct val="100000"/>
              </a:lnSpc>
              <a:spcBef>
                <a:spcPts val="0"/>
              </a:spcBef>
              <a:spcAft>
                <a:spcPts val="0"/>
              </a:spcAft>
              <a:buNone/>
            </a:pPr>
            <a:r>
              <a:rPr lang="en-US" sz="1500">
                <a:effectLst/>
                <a:latin typeface="Times New Roman" panose="02020603050405020304" pitchFamily="18" charset="0"/>
                <a:ea typeface="Aptos" panose="020B0004020202020204" pitchFamily="34" charset="0"/>
                <a:cs typeface="Times New Roman" panose="02020603050405020304" pitchFamily="18" charset="0"/>
              </a:rPr>
              <a:t>5.9 Giá trị trả về của hàm</a:t>
            </a:r>
          </a:p>
          <a:p>
            <a:pPr marL="914400" marR="0" indent="0" algn="just">
              <a:lnSpc>
                <a:spcPct val="100000"/>
              </a:lnSpc>
              <a:spcBef>
                <a:spcPts val="200"/>
              </a:spcBef>
              <a:spcAft>
                <a:spcPts val="0"/>
              </a:spcAft>
              <a:buNone/>
            </a:pPr>
            <a:r>
              <a:rPr lang="de-DE" sz="1500">
                <a:solidFill>
                  <a:srgbClr val="0D0D0D"/>
                </a:solidFill>
                <a:effectLst/>
                <a:latin typeface="Times New Roman" panose="02020603050405020304" pitchFamily="18" charset="0"/>
                <a:ea typeface="Aptos" panose="020B0004020202020204" pitchFamily="34" charset="0"/>
                <a:cs typeface="Times New Roman" panose="02020603050405020304" pitchFamily="18" charset="0"/>
              </a:rPr>
              <a:t>5.9.1 Hàm trả về giá trị</a:t>
            </a:r>
            <a:endParaRPr lang="en-US" sz="15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914400" marR="0" indent="0" algn="just">
              <a:lnSpc>
                <a:spcPct val="100000"/>
              </a:lnSpc>
              <a:spcBef>
                <a:spcPts val="200"/>
              </a:spcBef>
              <a:spcAft>
                <a:spcPts val="0"/>
              </a:spcAft>
              <a:buNone/>
            </a:pPr>
            <a:r>
              <a:rPr lang="de-DE" sz="1500">
                <a:solidFill>
                  <a:srgbClr val="0D0D0D"/>
                </a:solidFill>
                <a:effectLst/>
                <a:latin typeface="Times New Roman" panose="02020603050405020304" pitchFamily="18" charset="0"/>
                <a:ea typeface="Aptos" panose="020B0004020202020204" pitchFamily="34" charset="0"/>
                <a:cs typeface="Times New Roman" panose="02020603050405020304" pitchFamily="18" charset="0"/>
              </a:rPr>
              <a:t>5.9.2 Hàm trả về void</a:t>
            </a:r>
            <a:endParaRPr lang="en-US" sz="15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914400" marR="0" indent="0" algn="just">
              <a:lnSpc>
                <a:spcPct val="100000"/>
              </a:lnSpc>
              <a:spcBef>
                <a:spcPts val="200"/>
              </a:spcBef>
              <a:spcAft>
                <a:spcPts val="0"/>
              </a:spcAft>
              <a:buNone/>
            </a:pPr>
            <a:r>
              <a:rPr lang="de-DE" sz="1500">
                <a:solidFill>
                  <a:srgbClr val="0D0D0D"/>
                </a:solidFill>
                <a:effectLst/>
                <a:latin typeface="Times New Roman" panose="02020603050405020304" pitchFamily="18" charset="0"/>
                <a:ea typeface="Aptos" panose="020B0004020202020204" pitchFamily="34" charset="0"/>
                <a:cs typeface="Times New Roman" panose="02020603050405020304" pitchFamily="18" charset="0"/>
              </a:rPr>
              <a:t>5.9.3 Hàm trả về tham chiếu</a:t>
            </a:r>
            <a:endParaRPr lang="en-US" sz="15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914400" marR="0" indent="0" algn="just">
              <a:lnSpc>
                <a:spcPct val="100000"/>
              </a:lnSpc>
              <a:spcBef>
                <a:spcPts val="200"/>
              </a:spcBef>
              <a:spcAft>
                <a:spcPts val="0"/>
              </a:spcAft>
              <a:buNone/>
            </a:pPr>
            <a:r>
              <a:rPr lang="de-DE" sz="1500">
                <a:solidFill>
                  <a:srgbClr val="0D0D0D"/>
                </a:solidFill>
                <a:effectLst/>
                <a:latin typeface="Times New Roman" panose="02020603050405020304" pitchFamily="18" charset="0"/>
                <a:ea typeface="Aptos" panose="020B0004020202020204" pitchFamily="34" charset="0"/>
                <a:cs typeface="Times New Roman" panose="02020603050405020304" pitchFamily="18" charset="0"/>
              </a:rPr>
              <a:t>5.9.4 Hàm trả về địa chỉ</a:t>
            </a:r>
            <a:endParaRPr lang="en-US" sz="1500">
              <a:solidFill>
                <a:srgbClr val="0D0D0D"/>
              </a:solidFill>
              <a:latin typeface="Times New Roman" panose="02020603050405020304" pitchFamily="18" charset="0"/>
              <a:ea typeface="Aptos" panose="020B0004020202020204" pitchFamily="34" charset="0"/>
              <a:cs typeface="Times New Roman" panose="02020603050405020304" pitchFamily="18" charset="0"/>
            </a:endParaRPr>
          </a:p>
          <a:p>
            <a:pPr marL="914400" marR="0" indent="0" algn="just">
              <a:lnSpc>
                <a:spcPct val="100000"/>
              </a:lnSpc>
              <a:spcBef>
                <a:spcPts val="200"/>
              </a:spcBef>
              <a:spcAft>
                <a:spcPts val="0"/>
              </a:spcAft>
              <a:buNone/>
            </a:pPr>
            <a:r>
              <a:rPr lang="de-DE" sz="1500" kern="0">
                <a:effectLst/>
                <a:latin typeface="Times New Roman" panose="02020603050405020304" pitchFamily="18" charset="0"/>
                <a:ea typeface="Aptos" panose="020B0004020202020204" pitchFamily="34" charset="0"/>
              </a:rPr>
              <a:t>5.9.5 Giá trị trả về trong hàm main</a:t>
            </a:r>
            <a:endParaRPr lang="en-US" sz="1500"/>
          </a:p>
        </p:txBody>
      </p:sp>
      <p:sp>
        <p:nvSpPr>
          <p:cNvPr id="3" name="Footer Placeholder 2">
            <a:extLst>
              <a:ext uri="{FF2B5EF4-FFF2-40B4-BE49-F238E27FC236}">
                <a16:creationId xmlns:a16="http://schemas.microsoft.com/office/drawing/2014/main" id="{544BDA61-7375-6690-A630-F5376CA2A484}"/>
              </a:ext>
            </a:extLst>
          </p:cNvPr>
          <p:cNvSpPr>
            <a:spLocks noGrp="1"/>
          </p:cNvSpPr>
          <p:nvPr>
            <p:ph type="ftr" sz="quarter" idx="11"/>
          </p:nvPr>
        </p:nvSpPr>
        <p:spPr/>
        <p:txBody>
          <a:bodyPr/>
          <a:lstStyle/>
          <a:p>
            <a:r>
              <a:rPr lang="vi-VN"/>
              <a:t>Thực hiện bởi Trường Đại học Công nghệ Thông tin, ĐHQG-HCM</a:t>
            </a:r>
            <a:endParaRPr lang="vi-VN" dirty="0"/>
          </a:p>
        </p:txBody>
      </p:sp>
      <p:sp>
        <p:nvSpPr>
          <p:cNvPr id="4" name="Date Placeholder 3">
            <a:extLst>
              <a:ext uri="{FF2B5EF4-FFF2-40B4-BE49-F238E27FC236}">
                <a16:creationId xmlns:a16="http://schemas.microsoft.com/office/drawing/2014/main" id="{FA9EA2D3-BF96-8A93-A194-C2C12DF2D891}"/>
              </a:ext>
            </a:extLst>
          </p:cNvPr>
          <p:cNvSpPr>
            <a:spLocks noGrp="1"/>
          </p:cNvSpPr>
          <p:nvPr>
            <p:ph type="dt" sz="half" idx="13"/>
          </p:nvPr>
        </p:nvSpPr>
        <p:spPr/>
        <p:txBody>
          <a:bodyPr/>
          <a:lstStyle/>
          <a:p>
            <a:r>
              <a:rPr lang="en-US"/>
              <a:t>June 2025</a:t>
            </a:r>
            <a:endParaRPr lang="en-US" dirty="0"/>
          </a:p>
        </p:txBody>
      </p:sp>
      <p:sp>
        <p:nvSpPr>
          <p:cNvPr id="5" name="Slide Number Placeholder 4">
            <a:extLst>
              <a:ext uri="{FF2B5EF4-FFF2-40B4-BE49-F238E27FC236}">
                <a16:creationId xmlns:a16="http://schemas.microsoft.com/office/drawing/2014/main" id="{8122037D-3B8A-A684-F717-0903638772BE}"/>
              </a:ext>
            </a:extLst>
          </p:cNvPr>
          <p:cNvSpPr>
            <a:spLocks noGrp="1"/>
          </p:cNvSpPr>
          <p:nvPr>
            <p:ph type="sldNum" sz="quarter" idx="12"/>
          </p:nvPr>
        </p:nvSpPr>
        <p:spPr/>
        <p:txBody>
          <a:bodyPr/>
          <a:lstStyle/>
          <a:p>
            <a:fld id="{D8B0B3AC-44A8-D142-AAF6-9A453466E1A4}" type="slidenum">
              <a:rPr lang="en-VN" smtClean="0"/>
              <a:pPr/>
              <a:t>12</a:t>
            </a:fld>
            <a:endParaRPr lang="en-VN" dirty="0"/>
          </a:p>
        </p:txBody>
      </p:sp>
      <p:sp>
        <p:nvSpPr>
          <p:cNvPr id="6" name="Content Placeholder 5">
            <a:extLst>
              <a:ext uri="{FF2B5EF4-FFF2-40B4-BE49-F238E27FC236}">
                <a16:creationId xmlns:a16="http://schemas.microsoft.com/office/drawing/2014/main" id="{0B800FDC-8C13-B7D8-6D56-C0E3AA7AFD80}"/>
              </a:ext>
            </a:extLst>
          </p:cNvPr>
          <p:cNvSpPr>
            <a:spLocks noGrp="1"/>
          </p:cNvSpPr>
          <p:nvPr>
            <p:ph idx="15"/>
          </p:nvPr>
        </p:nvSpPr>
        <p:spPr>
          <a:xfrm>
            <a:off x="7077075" y="1247541"/>
            <a:ext cx="4800600" cy="5153260"/>
          </a:xfrm>
          <a:ln>
            <a:solidFill>
              <a:schemeClr val="tx1">
                <a:lumMod val="50000"/>
              </a:schemeClr>
            </a:solidFill>
          </a:ln>
        </p:spPr>
        <p:txBody>
          <a:bodyPr>
            <a:normAutofit/>
          </a:bodyPr>
          <a:lstStyle/>
          <a:p>
            <a:pPr marL="0" marR="0" indent="0" algn="just">
              <a:lnSpc>
                <a:spcPct val="100000"/>
              </a:lnSpc>
              <a:spcBef>
                <a:spcPts val="1200"/>
              </a:spcBef>
              <a:spcAft>
                <a:spcPts val="0"/>
              </a:spcAft>
              <a:buNone/>
            </a:pPr>
            <a:r>
              <a:rPr lang="en-US" sz="1500" b="1" kern="0">
                <a:effectLst/>
                <a:latin typeface="Times New Roman" panose="02020603050405020304" pitchFamily="18" charset="0"/>
                <a:ea typeface="Times New Roman" panose="02020603050405020304" pitchFamily="18" charset="0"/>
                <a:cs typeface="Times New Roman" panose="02020603050405020304" pitchFamily="18" charset="0"/>
              </a:rPr>
              <a:t>CHƯƠNG 6: </a:t>
            </a:r>
            <a:r>
              <a:rPr lang="de-DE" sz="1500" b="1" kern="0">
                <a:effectLst/>
                <a:latin typeface="Times New Roman" panose="02020603050405020304" pitchFamily="18" charset="0"/>
                <a:ea typeface="Times New Roman" panose="02020603050405020304" pitchFamily="18" charset="0"/>
                <a:cs typeface="Times New Roman" panose="02020603050405020304" pitchFamily="18" charset="0"/>
              </a:rPr>
              <a:t>HÀM ĐỆ QUY</a:t>
            </a:r>
            <a:endParaRPr lang="en-US" sz="1500" b="1" kern="0">
              <a:effectLst/>
              <a:latin typeface="Times New Roman" panose="02020603050405020304" pitchFamily="18" charset="0"/>
              <a:ea typeface="Times New Roman" panose="02020603050405020304" pitchFamily="18" charset="0"/>
              <a:cs typeface="Times New Roman" panose="02020603050405020304" pitchFamily="18" charset="0"/>
            </a:endParaRPr>
          </a:p>
          <a:p>
            <a:pPr marL="457200" marR="0" indent="0" algn="just">
              <a:lnSpc>
                <a:spcPct val="100000"/>
              </a:lnSpc>
              <a:spcBef>
                <a:spcPts val="0"/>
              </a:spcBef>
              <a:spcAft>
                <a:spcPts val="0"/>
              </a:spcAft>
              <a:buNone/>
            </a:pPr>
            <a:r>
              <a:rPr lang="vi-VN" sz="1500">
                <a:effectLst/>
                <a:latin typeface="Times New Roman" panose="02020603050405020304" pitchFamily="18" charset="0"/>
                <a:ea typeface="Aptos" panose="020B0004020202020204" pitchFamily="34" charset="0"/>
                <a:cs typeface="Times New Roman" panose="02020603050405020304" pitchFamily="18" charset="0"/>
              </a:rPr>
              <a:t>6.1 Khái niệm </a:t>
            </a:r>
            <a:r>
              <a:rPr lang="en-US" sz="1500">
                <a:effectLst/>
                <a:latin typeface="Times New Roman" panose="02020603050405020304" pitchFamily="18" charset="0"/>
                <a:ea typeface="Aptos" panose="020B0004020202020204" pitchFamily="34" charset="0"/>
                <a:cs typeface="Times New Roman" panose="02020603050405020304" pitchFamily="18" charset="0"/>
              </a:rPr>
              <a:t>đệ quy</a:t>
            </a:r>
          </a:p>
          <a:p>
            <a:pPr marL="457200" marR="0" indent="0" algn="just">
              <a:lnSpc>
                <a:spcPct val="100000"/>
              </a:lnSpc>
              <a:spcBef>
                <a:spcPts val="0"/>
              </a:spcBef>
              <a:spcAft>
                <a:spcPts val="0"/>
              </a:spcAft>
              <a:buNone/>
            </a:pPr>
            <a:r>
              <a:rPr lang="en-US" sz="1500">
                <a:effectLst/>
                <a:latin typeface="Times New Roman" panose="02020603050405020304" pitchFamily="18" charset="0"/>
                <a:ea typeface="Aptos" panose="020B0004020202020204" pitchFamily="34" charset="0"/>
                <a:cs typeface="Times New Roman" panose="02020603050405020304" pitchFamily="18" charset="0"/>
              </a:rPr>
              <a:t>6.2 Khái niệm và Cấu trúc hàm đệ quy</a:t>
            </a:r>
          </a:p>
          <a:p>
            <a:pPr marL="457200" marR="0" indent="0" algn="just">
              <a:lnSpc>
                <a:spcPct val="100000"/>
              </a:lnSpc>
              <a:spcBef>
                <a:spcPts val="0"/>
              </a:spcBef>
              <a:spcAft>
                <a:spcPts val="0"/>
              </a:spcAft>
              <a:buNone/>
            </a:pPr>
            <a:r>
              <a:rPr lang="en-US" sz="1500">
                <a:effectLst/>
                <a:latin typeface="Times New Roman" panose="02020603050405020304" pitchFamily="18" charset="0"/>
                <a:ea typeface="Aptos" panose="020B0004020202020204" pitchFamily="34" charset="0"/>
                <a:cs typeface="Times New Roman" panose="02020603050405020304" pitchFamily="18" charset="0"/>
              </a:rPr>
              <a:t>6.3 Các loại đệ</a:t>
            </a:r>
            <a:r>
              <a:rPr lang="vi-VN" sz="1500">
                <a:effectLst/>
                <a:latin typeface="Times New Roman" panose="02020603050405020304" pitchFamily="18" charset="0"/>
                <a:ea typeface="Aptos" panose="020B0004020202020204" pitchFamily="34" charset="0"/>
                <a:cs typeface="Times New Roman" panose="02020603050405020304" pitchFamily="18" charset="0"/>
              </a:rPr>
              <a:t> quy</a:t>
            </a:r>
            <a:endParaRPr lang="en-US" sz="1500">
              <a:effectLst/>
              <a:latin typeface="Times New Roman" panose="02020603050405020304" pitchFamily="18" charset="0"/>
              <a:ea typeface="Aptos" panose="020B0004020202020204" pitchFamily="34" charset="0"/>
              <a:cs typeface="Times New Roman" panose="02020603050405020304" pitchFamily="18" charset="0"/>
            </a:endParaRPr>
          </a:p>
          <a:p>
            <a:pPr marL="914400" marR="0" indent="0" algn="just">
              <a:lnSpc>
                <a:spcPct val="100000"/>
              </a:lnSpc>
              <a:spcBef>
                <a:spcPts val="200"/>
              </a:spcBef>
              <a:spcAft>
                <a:spcPts val="0"/>
              </a:spcAft>
              <a:buNone/>
            </a:pPr>
            <a:r>
              <a:rPr lang="en-US" sz="15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6.3.1 Đệ quy tuyến tính</a:t>
            </a:r>
          </a:p>
          <a:p>
            <a:pPr marL="914400" marR="0" indent="0" algn="just">
              <a:lnSpc>
                <a:spcPct val="100000"/>
              </a:lnSpc>
              <a:spcBef>
                <a:spcPts val="200"/>
              </a:spcBef>
              <a:spcAft>
                <a:spcPts val="0"/>
              </a:spcAft>
              <a:buNone/>
            </a:pPr>
            <a:r>
              <a:rPr lang="en-US" sz="15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6.3.2 Đệ quy nhị phân</a:t>
            </a:r>
          </a:p>
          <a:p>
            <a:pPr marL="914400" marR="0" indent="0" algn="just">
              <a:lnSpc>
                <a:spcPct val="100000"/>
              </a:lnSpc>
              <a:spcBef>
                <a:spcPts val="200"/>
              </a:spcBef>
              <a:spcAft>
                <a:spcPts val="0"/>
              </a:spcAft>
              <a:buNone/>
            </a:pPr>
            <a:r>
              <a:rPr lang="en-US" sz="15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6.3.3 Đệ quy phi tuyến</a:t>
            </a:r>
          </a:p>
          <a:p>
            <a:pPr marL="914400" marR="0" indent="0" algn="just">
              <a:lnSpc>
                <a:spcPct val="100000"/>
              </a:lnSpc>
              <a:spcBef>
                <a:spcPts val="200"/>
              </a:spcBef>
              <a:spcAft>
                <a:spcPts val="0"/>
              </a:spcAft>
              <a:buNone/>
            </a:pPr>
            <a:r>
              <a:rPr lang="en-US" sz="15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6.3.4 Đệ quy hỗ tương</a:t>
            </a:r>
          </a:p>
          <a:p>
            <a:pPr marL="457200" marR="0" indent="0" algn="just">
              <a:lnSpc>
                <a:spcPct val="100000"/>
              </a:lnSpc>
              <a:spcBef>
                <a:spcPts val="0"/>
              </a:spcBef>
              <a:spcAft>
                <a:spcPts val="0"/>
              </a:spcAft>
              <a:buNone/>
            </a:pPr>
            <a:r>
              <a:rPr lang="vi-VN" sz="1500">
                <a:effectLst/>
                <a:latin typeface="Times New Roman" panose="02020603050405020304" pitchFamily="18" charset="0"/>
                <a:ea typeface="Aptos" panose="020B0004020202020204" pitchFamily="34" charset="0"/>
                <a:cs typeface="Times New Roman" panose="02020603050405020304" pitchFamily="18" charset="0"/>
              </a:rPr>
              <a:t>6.4 Các bước xây dựng hàm đệ quy</a:t>
            </a:r>
            <a:endParaRPr lang="en-US" sz="1500">
              <a:effectLst/>
              <a:latin typeface="Times New Roman" panose="02020603050405020304" pitchFamily="18" charset="0"/>
              <a:ea typeface="Aptos" panose="020B0004020202020204" pitchFamily="34" charset="0"/>
              <a:cs typeface="Times New Roman" panose="02020603050405020304" pitchFamily="18" charset="0"/>
            </a:endParaRPr>
          </a:p>
          <a:p>
            <a:pPr marL="457200" marR="0" indent="0" algn="just">
              <a:lnSpc>
                <a:spcPct val="100000"/>
              </a:lnSpc>
              <a:spcBef>
                <a:spcPts val="0"/>
              </a:spcBef>
              <a:spcAft>
                <a:spcPts val="0"/>
              </a:spcAft>
              <a:buNone/>
            </a:pPr>
            <a:r>
              <a:rPr lang="vi-VN" sz="1500">
                <a:effectLst/>
                <a:latin typeface="Times New Roman" panose="02020603050405020304" pitchFamily="18" charset="0"/>
                <a:ea typeface="Aptos" panose="020B0004020202020204" pitchFamily="34" charset="0"/>
                <a:cs typeface="Times New Roman" panose="02020603050405020304" pitchFamily="18" charset="0"/>
              </a:rPr>
              <a:t>6.5 Nguyên tắc hoạt động của hàm đệ quy</a:t>
            </a:r>
            <a:endParaRPr lang="en-US" sz="1500">
              <a:effectLst/>
              <a:latin typeface="Times New Roman" panose="02020603050405020304" pitchFamily="18" charset="0"/>
              <a:ea typeface="Aptos" panose="020B0004020202020204" pitchFamily="34" charset="0"/>
              <a:cs typeface="Times New Roman" panose="02020603050405020304" pitchFamily="18" charset="0"/>
            </a:endParaRPr>
          </a:p>
          <a:p>
            <a:pPr marL="457200" marR="0" indent="0" algn="just">
              <a:lnSpc>
                <a:spcPct val="100000"/>
              </a:lnSpc>
              <a:spcBef>
                <a:spcPts val="0"/>
              </a:spcBef>
              <a:spcAft>
                <a:spcPts val="0"/>
              </a:spcAft>
              <a:buNone/>
            </a:pPr>
            <a:r>
              <a:rPr lang="vi-VN" sz="1500">
                <a:effectLst/>
                <a:latin typeface="Times New Roman" panose="02020603050405020304" pitchFamily="18" charset="0"/>
                <a:ea typeface="Aptos" panose="020B0004020202020204" pitchFamily="34" charset="0"/>
                <a:cs typeface="Times New Roman" panose="02020603050405020304" pitchFamily="18" charset="0"/>
              </a:rPr>
              <a:t>6.</a:t>
            </a:r>
            <a:r>
              <a:rPr lang="en-US" sz="1500">
                <a:effectLst/>
                <a:latin typeface="Times New Roman" panose="02020603050405020304" pitchFamily="18" charset="0"/>
                <a:ea typeface="Aptos" panose="020B0004020202020204" pitchFamily="34" charset="0"/>
                <a:cs typeface="Times New Roman" panose="02020603050405020304" pitchFamily="18" charset="0"/>
              </a:rPr>
              <a:t>6 </a:t>
            </a:r>
            <a:r>
              <a:rPr lang="vi-VN" sz="1500">
                <a:effectLst/>
                <a:latin typeface="Times New Roman" panose="02020603050405020304" pitchFamily="18" charset="0"/>
                <a:ea typeface="Aptos" panose="020B0004020202020204" pitchFamily="34" charset="0"/>
                <a:cs typeface="Times New Roman" panose="02020603050405020304" pitchFamily="18" charset="0"/>
              </a:rPr>
              <a:t>Ví dụ các bài toán đệ quy cơ bản</a:t>
            </a:r>
            <a:endParaRPr lang="en-US" sz="1500">
              <a:effectLst/>
              <a:latin typeface="Times New Roman" panose="02020603050405020304" pitchFamily="18" charset="0"/>
              <a:ea typeface="Aptos" panose="020B0004020202020204" pitchFamily="34" charset="0"/>
              <a:cs typeface="Times New Roman" panose="02020603050405020304" pitchFamily="18" charset="0"/>
            </a:endParaRPr>
          </a:p>
          <a:p>
            <a:pPr marL="457200" marR="0" indent="0" algn="just">
              <a:lnSpc>
                <a:spcPct val="100000"/>
              </a:lnSpc>
              <a:spcBef>
                <a:spcPts val="0"/>
              </a:spcBef>
              <a:spcAft>
                <a:spcPts val="0"/>
              </a:spcAft>
              <a:buNone/>
            </a:pPr>
            <a:r>
              <a:rPr lang="en-US" sz="1500">
                <a:effectLst/>
                <a:latin typeface="Times New Roman" panose="02020603050405020304" pitchFamily="18" charset="0"/>
                <a:ea typeface="Aptos" panose="020B0004020202020204" pitchFamily="34" charset="0"/>
                <a:cs typeface="Times New Roman" panose="02020603050405020304" pitchFamily="18" charset="0"/>
              </a:rPr>
              <a:t>6.7 </a:t>
            </a:r>
            <a:r>
              <a:rPr lang="vi-VN" sz="1500">
                <a:effectLst/>
                <a:latin typeface="Times New Roman" panose="02020603050405020304" pitchFamily="18" charset="0"/>
                <a:ea typeface="Aptos" panose="020B0004020202020204" pitchFamily="34" charset="0"/>
                <a:cs typeface="Times New Roman" panose="02020603050405020304" pitchFamily="18" charset="0"/>
              </a:rPr>
              <a:t>Các vấn đề đệ quy thông dụng</a:t>
            </a:r>
            <a:endParaRPr lang="en-US" sz="1500">
              <a:effectLst/>
              <a:latin typeface="Times New Roman" panose="02020603050405020304" pitchFamily="18" charset="0"/>
              <a:ea typeface="Aptos" panose="020B0004020202020204" pitchFamily="34" charset="0"/>
              <a:cs typeface="Times New Roman" panose="02020603050405020304" pitchFamily="18" charset="0"/>
            </a:endParaRPr>
          </a:p>
          <a:p>
            <a:pPr marL="914400" marR="0" indent="0" algn="just">
              <a:lnSpc>
                <a:spcPct val="100000"/>
              </a:lnSpc>
              <a:spcBef>
                <a:spcPts val="200"/>
              </a:spcBef>
              <a:spcAft>
                <a:spcPts val="0"/>
              </a:spcAft>
              <a:buNone/>
            </a:pPr>
            <a:r>
              <a:rPr lang="en-US" sz="15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6.6.1 Hệ thức truy hồi</a:t>
            </a:r>
          </a:p>
          <a:p>
            <a:pPr marL="914400" marR="0" indent="0" algn="just">
              <a:lnSpc>
                <a:spcPct val="100000"/>
              </a:lnSpc>
              <a:spcBef>
                <a:spcPts val="200"/>
              </a:spcBef>
              <a:spcAft>
                <a:spcPts val="0"/>
              </a:spcAft>
              <a:buNone/>
            </a:pPr>
            <a:r>
              <a:rPr lang="en-US" sz="15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6.6.2 Chia để trị</a:t>
            </a:r>
          </a:p>
          <a:p>
            <a:pPr marL="914400" marR="0" indent="0" algn="just">
              <a:lnSpc>
                <a:spcPct val="100000"/>
              </a:lnSpc>
              <a:spcBef>
                <a:spcPts val="200"/>
              </a:spcBef>
              <a:spcAft>
                <a:spcPts val="0"/>
              </a:spcAft>
              <a:buNone/>
            </a:pPr>
            <a:r>
              <a:rPr lang="en-US" sz="15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6.6.3 Lần ngược</a:t>
            </a:r>
          </a:p>
          <a:p>
            <a:pPr marL="457200" indent="0">
              <a:lnSpc>
                <a:spcPct val="100000"/>
              </a:lnSpc>
              <a:buNone/>
            </a:pPr>
            <a:r>
              <a:rPr lang="vi-VN" sz="1500" kern="0">
                <a:effectLst/>
                <a:latin typeface="Times New Roman" panose="02020603050405020304" pitchFamily="18" charset="0"/>
                <a:ea typeface="Aptos" panose="020B0004020202020204" pitchFamily="34" charset="0"/>
              </a:rPr>
              <a:t>6</a:t>
            </a:r>
            <a:r>
              <a:rPr lang="en-US" sz="1500" kern="0">
                <a:effectLst/>
                <a:latin typeface="Times New Roman" panose="02020603050405020304" pitchFamily="18" charset="0"/>
                <a:ea typeface="Aptos" panose="020B0004020202020204" pitchFamily="34" charset="0"/>
              </a:rPr>
              <a:t>.8</a:t>
            </a:r>
            <a:r>
              <a:rPr lang="vi-VN" sz="1500" kern="0">
                <a:effectLst/>
                <a:latin typeface="Times New Roman" panose="02020603050405020304" pitchFamily="18" charset="0"/>
                <a:ea typeface="Aptos" panose="020B0004020202020204" pitchFamily="34" charset="0"/>
              </a:rPr>
              <a:t> Ưu điểm và khuyết điểm của phương pháp đệ quy</a:t>
            </a:r>
            <a:endParaRPr lang="en-US" sz="1500"/>
          </a:p>
        </p:txBody>
      </p:sp>
      <p:sp>
        <p:nvSpPr>
          <p:cNvPr id="7" name="Title 6">
            <a:extLst>
              <a:ext uri="{FF2B5EF4-FFF2-40B4-BE49-F238E27FC236}">
                <a16:creationId xmlns:a16="http://schemas.microsoft.com/office/drawing/2014/main" id="{4FFFA93B-20A0-63B5-E104-8A46D490C9AC}"/>
              </a:ext>
            </a:extLst>
          </p:cNvPr>
          <p:cNvSpPr>
            <a:spLocks noGrp="1"/>
          </p:cNvSpPr>
          <p:nvPr>
            <p:ph type="title"/>
          </p:nvPr>
        </p:nvSpPr>
        <p:spPr/>
        <p:txBody>
          <a:bodyPr>
            <a:normAutofit fontScale="90000"/>
          </a:bodyPr>
          <a:lstStyle/>
          <a:p>
            <a:r>
              <a:rPr lang="en-US"/>
              <a:t>5. Nội dung môn học (tt)</a:t>
            </a:r>
          </a:p>
        </p:txBody>
      </p:sp>
    </p:spTree>
    <p:extLst>
      <p:ext uri="{BB962C8B-B14F-4D97-AF65-F5344CB8AC3E}">
        <p14:creationId xmlns:p14="http://schemas.microsoft.com/office/powerpoint/2010/main" val="10767343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767C1A6-970A-0ECE-5D9E-C5AE2209833A}"/>
              </a:ext>
            </a:extLst>
          </p:cNvPr>
          <p:cNvSpPr>
            <a:spLocks noGrp="1"/>
          </p:cNvSpPr>
          <p:nvPr>
            <p:ph idx="1"/>
          </p:nvPr>
        </p:nvSpPr>
        <p:spPr>
          <a:xfrm>
            <a:off x="774144" y="1233825"/>
            <a:ext cx="5202000" cy="5119350"/>
          </a:xfrm>
          <a:ln>
            <a:solidFill>
              <a:schemeClr val="tx1">
                <a:lumMod val="50000"/>
              </a:schemeClr>
            </a:solidFill>
          </a:ln>
        </p:spPr>
        <p:txBody>
          <a:bodyPr>
            <a:normAutofit/>
          </a:bodyPr>
          <a:lstStyle/>
          <a:p>
            <a:pPr marL="0" indent="0">
              <a:lnSpc>
                <a:spcPct val="100000"/>
              </a:lnSpc>
              <a:spcBef>
                <a:spcPts val="1200"/>
              </a:spcBef>
              <a:spcAft>
                <a:spcPts val="0"/>
              </a:spcAft>
              <a:buNone/>
            </a:pPr>
            <a:r>
              <a:rPr lang="en-US" sz="1700" b="1" kern="0">
                <a:effectLst/>
                <a:latin typeface="Times New Roman" panose="02020603050405020304" pitchFamily="18" charset="0"/>
                <a:ea typeface="Times New Roman" panose="02020603050405020304" pitchFamily="18" charset="0"/>
                <a:cs typeface="Times New Roman" panose="02020603050405020304" pitchFamily="18" charset="0"/>
              </a:rPr>
              <a:t>CHƯƠNG 7: MẢNG</a:t>
            </a:r>
          </a:p>
          <a:p>
            <a:pPr marL="457200" indent="0">
              <a:lnSpc>
                <a:spcPct val="100000"/>
              </a:lnSpc>
              <a:spcBef>
                <a:spcPts val="0"/>
              </a:spcBef>
              <a:spcAft>
                <a:spcPts val="0"/>
              </a:spcAft>
              <a:buNone/>
            </a:pPr>
            <a:r>
              <a:rPr lang="de-DE" sz="1700">
                <a:effectLst/>
                <a:latin typeface="Times New Roman" panose="02020603050405020304" pitchFamily="18" charset="0"/>
                <a:ea typeface="Aptos" panose="020B0004020202020204" pitchFamily="34" charset="0"/>
                <a:cs typeface="Times New Roman" panose="02020603050405020304" pitchFamily="18" charset="0"/>
              </a:rPr>
              <a:t>7.1 Đặt </a:t>
            </a:r>
            <a:r>
              <a:rPr lang="en-US" sz="1700">
                <a:effectLst/>
                <a:latin typeface="Times New Roman" panose="02020603050405020304" pitchFamily="18" charset="0"/>
                <a:ea typeface="Aptos" panose="020B0004020202020204" pitchFamily="34" charset="0"/>
                <a:cs typeface="Times New Roman" panose="02020603050405020304" pitchFamily="18" charset="0"/>
              </a:rPr>
              <a:t>vấn đề</a:t>
            </a:r>
          </a:p>
          <a:p>
            <a:pPr marL="457200" marR="0" indent="0" algn="just">
              <a:lnSpc>
                <a:spcPct val="100000"/>
              </a:lnSpc>
              <a:spcBef>
                <a:spcPts val="0"/>
              </a:spcBef>
              <a:spcAft>
                <a:spcPts val="0"/>
              </a:spcAft>
              <a:buNone/>
            </a:pPr>
            <a:r>
              <a:rPr lang="en-US" sz="1700">
                <a:effectLst/>
                <a:latin typeface="Times New Roman" panose="02020603050405020304" pitchFamily="18" charset="0"/>
                <a:ea typeface="Aptos" panose="020B0004020202020204" pitchFamily="34" charset="0"/>
                <a:cs typeface="Times New Roman" panose="02020603050405020304" pitchFamily="18" charset="0"/>
              </a:rPr>
              <a:t>7.2 Khái niệm mảng và lợi ích của mảng</a:t>
            </a:r>
          </a:p>
          <a:p>
            <a:pPr marL="457200" marR="0" indent="0" algn="just">
              <a:lnSpc>
                <a:spcPct val="100000"/>
              </a:lnSpc>
              <a:spcBef>
                <a:spcPts val="0"/>
              </a:spcBef>
              <a:spcAft>
                <a:spcPts val="0"/>
              </a:spcAft>
              <a:buNone/>
            </a:pPr>
            <a:r>
              <a:rPr lang="en-US" sz="1700">
                <a:effectLst/>
                <a:latin typeface="Times New Roman" panose="02020603050405020304" pitchFamily="18" charset="0"/>
                <a:ea typeface="Aptos" panose="020B0004020202020204" pitchFamily="34" charset="0"/>
                <a:cs typeface="Times New Roman" panose="02020603050405020304" pitchFamily="18" charset="0"/>
              </a:rPr>
              <a:t>7.3 Các yếu tố xác định mảng </a:t>
            </a:r>
          </a:p>
          <a:p>
            <a:pPr marL="457200" marR="0" indent="0" algn="just">
              <a:lnSpc>
                <a:spcPct val="100000"/>
              </a:lnSpc>
              <a:spcBef>
                <a:spcPts val="0"/>
              </a:spcBef>
              <a:spcAft>
                <a:spcPts val="0"/>
              </a:spcAft>
              <a:buNone/>
            </a:pPr>
            <a:r>
              <a:rPr lang="en-US" sz="1700">
                <a:effectLst/>
                <a:latin typeface="Times New Roman" panose="02020603050405020304" pitchFamily="18" charset="0"/>
                <a:ea typeface="Aptos" panose="020B0004020202020204" pitchFamily="34" charset="0"/>
                <a:cs typeface="Times New Roman" panose="02020603050405020304" pitchFamily="18" charset="0"/>
              </a:rPr>
              <a:t>7.4 Mảng một chiều</a:t>
            </a:r>
          </a:p>
          <a:p>
            <a:pPr marL="914400" marR="0" indent="0" algn="just">
              <a:lnSpc>
                <a:spcPct val="100000"/>
              </a:lnSpc>
              <a:spcBef>
                <a:spcPts val="200"/>
              </a:spcBef>
              <a:spcAft>
                <a:spcPts val="0"/>
              </a:spcAft>
              <a:buNone/>
            </a:pPr>
            <a:r>
              <a:rPr lang="de-DE" sz="1700">
                <a:solidFill>
                  <a:srgbClr val="0D0D0D"/>
                </a:solidFill>
                <a:effectLst/>
                <a:latin typeface="Times New Roman" panose="02020603050405020304" pitchFamily="18" charset="0"/>
                <a:ea typeface="Aptos" panose="020B0004020202020204" pitchFamily="34" charset="0"/>
                <a:cs typeface="Times New Roman" panose="02020603050405020304" pitchFamily="18" charset="0"/>
              </a:rPr>
              <a:t>7.4.1 Khai báo và khởi tạo mảng 1 chiều</a:t>
            </a:r>
            <a:endParaRPr lang="en-US" sz="17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914400" marR="0" indent="0" algn="just">
              <a:lnSpc>
                <a:spcPct val="100000"/>
              </a:lnSpc>
              <a:spcBef>
                <a:spcPts val="200"/>
              </a:spcBef>
              <a:spcAft>
                <a:spcPts val="0"/>
              </a:spcAft>
              <a:buNone/>
            </a:pPr>
            <a:r>
              <a:rPr lang="de-DE" sz="1700">
                <a:solidFill>
                  <a:srgbClr val="0D0D0D"/>
                </a:solidFill>
                <a:effectLst/>
                <a:latin typeface="Times New Roman" panose="02020603050405020304" pitchFamily="18" charset="0"/>
                <a:ea typeface="Aptos" panose="020B0004020202020204" pitchFamily="34" charset="0"/>
                <a:cs typeface="Times New Roman" panose="02020603050405020304" pitchFamily="18" charset="0"/>
              </a:rPr>
              <a:t>7.4.2 Chỉ số mảng và truy xuất phần tử mảng</a:t>
            </a:r>
            <a:endParaRPr lang="en-US" sz="17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914400" marR="0" indent="0" algn="just">
              <a:lnSpc>
                <a:spcPct val="100000"/>
              </a:lnSpc>
              <a:spcBef>
                <a:spcPts val="200"/>
              </a:spcBef>
              <a:spcAft>
                <a:spcPts val="0"/>
              </a:spcAft>
              <a:buNone/>
            </a:pPr>
            <a:r>
              <a:rPr lang="de-DE" sz="1700">
                <a:solidFill>
                  <a:srgbClr val="0D0D0D"/>
                </a:solidFill>
                <a:effectLst/>
                <a:latin typeface="Times New Roman" panose="02020603050405020304" pitchFamily="18" charset="0"/>
                <a:ea typeface="Aptos" panose="020B0004020202020204" pitchFamily="34" charset="0"/>
                <a:cs typeface="Times New Roman" panose="02020603050405020304" pitchFamily="18" charset="0"/>
              </a:rPr>
              <a:t>7.4.3 Lấy kích thước mảng dùng toán tử sizeof</a:t>
            </a:r>
            <a:endParaRPr lang="en-US" sz="17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914400" marR="0" indent="0" algn="just">
              <a:lnSpc>
                <a:spcPct val="100000"/>
              </a:lnSpc>
              <a:spcBef>
                <a:spcPts val="200"/>
              </a:spcBef>
              <a:spcAft>
                <a:spcPts val="0"/>
              </a:spcAft>
              <a:buNone/>
            </a:pPr>
            <a:r>
              <a:rPr lang="de-DE" sz="1700">
                <a:solidFill>
                  <a:srgbClr val="0D0D0D"/>
                </a:solidFill>
                <a:effectLst/>
                <a:latin typeface="Times New Roman" panose="02020603050405020304" pitchFamily="18" charset="0"/>
                <a:ea typeface="Aptos" panose="020B0004020202020204" pitchFamily="34" charset="0"/>
                <a:cs typeface="Times New Roman" panose="02020603050405020304" pitchFamily="18" charset="0"/>
              </a:rPr>
              <a:t>7.4.4 Lấy địa chỉ các phần tử mảng  </a:t>
            </a:r>
            <a:endParaRPr lang="en-US" sz="17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914400" marR="0" indent="0" algn="just">
              <a:lnSpc>
                <a:spcPct val="100000"/>
              </a:lnSpc>
              <a:spcBef>
                <a:spcPts val="200"/>
              </a:spcBef>
              <a:spcAft>
                <a:spcPts val="0"/>
              </a:spcAft>
              <a:buNone/>
            </a:pPr>
            <a:r>
              <a:rPr lang="de-DE" sz="1700">
                <a:solidFill>
                  <a:srgbClr val="0D0D0D"/>
                </a:solidFill>
                <a:effectLst/>
                <a:latin typeface="Times New Roman" panose="02020603050405020304" pitchFamily="18" charset="0"/>
                <a:ea typeface="Aptos" panose="020B0004020202020204" pitchFamily="34" charset="0"/>
                <a:cs typeface="Times New Roman" panose="02020603050405020304" pitchFamily="18" charset="0"/>
              </a:rPr>
              <a:t>7.4.5 Phép Gán dữ liệu kiểu mảng</a:t>
            </a:r>
            <a:endParaRPr lang="en-US" sz="17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914400" marR="0" indent="0" algn="just">
              <a:lnSpc>
                <a:spcPct val="100000"/>
              </a:lnSpc>
              <a:spcBef>
                <a:spcPts val="200"/>
              </a:spcBef>
              <a:spcAft>
                <a:spcPts val="0"/>
              </a:spcAft>
              <a:buNone/>
            </a:pPr>
            <a:r>
              <a:rPr lang="de-DE" sz="1700">
                <a:solidFill>
                  <a:srgbClr val="0D0D0D"/>
                </a:solidFill>
                <a:effectLst/>
                <a:latin typeface="Times New Roman" panose="02020603050405020304" pitchFamily="18" charset="0"/>
                <a:ea typeface="Aptos" panose="020B0004020202020204" pitchFamily="34" charset="0"/>
                <a:cs typeface="Times New Roman" panose="02020603050405020304" pitchFamily="18" charset="0"/>
              </a:rPr>
              <a:t>7.4.6 Truyền mảng cho hàm và lời gọi hàm</a:t>
            </a:r>
            <a:endParaRPr lang="en-US" sz="17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914400" marR="0" indent="0" algn="just">
              <a:lnSpc>
                <a:spcPct val="100000"/>
              </a:lnSpc>
              <a:spcBef>
                <a:spcPts val="200"/>
              </a:spcBef>
              <a:spcAft>
                <a:spcPts val="0"/>
              </a:spcAft>
              <a:buNone/>
            </a:pPr>
            <a:r>
              <a:rPr lang="de-DE" sz="1700">
                <a:solidFill>
                  <a:srgbClr val="0D0D0D"/>
                </a:solidFill>
                <a:effectLst/>
                <a:latin typeface="Times New Roman" panose="02020603050405020304" pitchFamily="18" charset="0"/>
                <a:ea typeface="Aptos" panose="020B0004020202020204" pitchFamily="34" charset="0"/>
                <a:cs typeface="Times New Roman" panose="02020603050405020304" pitchFamily="18" charset="0"/>
              </a:rPr>
              <a:t>7.4.7 Một số tác vụ trên mảng 1 chiều</a:t>
            </a:r>
            <a:endParaRPr lang="en-US" sz="17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115D391F-2576-5A40-DF85-EDC32C9D3894}"/>
              </a:ext>
            </a:extLst>
          </p:cNvPr>
          <p:cNvSpPr>
            <a:spLocks noGrp="1"/>
          </p:cNvSpPr>
          <p:nvPr>
            <p:ph type="ftr" sz="quarter" idx="11"/>
          </p:nvPr>
        </p:nvSpPr>
        <p:spPr/>
        <p:txBody>
          <a:bodyPr/>
          <a:lstStyle/>
          <a:p>
            <a:r>
              <a:rPr lang="vi-VN"/>
              <a:t>Thực hiện bởi Trường Đại học Công nghệ Thông tin, ĐHQG-HCM</a:t>
            </a:r>
            <a:endParaRPr lang="vi-VN" dirty="0"/>
          </a:p>
        </p:txBody>
      </p:sp>
      <p:sp>
        <p:nvSpPr>
          <p:cNvPr id="4" name="Date Placeholder 3">
            <a:extLst>
              <a:ext uri="{FF2B5EF4-FFF2-40B4-BE49-F238E27FC236}">
                <a16:creationId xmlns:a16="http://schemas.microsoft.com/office/drawing/2014/main" id="{31DB0EE4-7ECA-F3CF-6C75-8807D219FE52}"/>
              </a:ext>
            </a:extLst>
          </p:cNvPr>
          <p:cNvSpPr>
            <a:spLocks noGrp="1"/>
          </p:cNvSpPr>
          <p:nvPr>
            <p:ph type="dt" sz="half" idx="13"/>
          </p:nvPr>
        </p:nvSpPr>
        <p:spPr/>
        <p:txBody>
          <a:bodyPr/>
          <a:lstStyle/>
          <a:p>
            <a:r>
              <a:rPr lang="en-US"/>
              <a:t>June 2025</a:t>
            </a:r>
            <a:endParaRPr lang="en-US" dirty="0"/>
          </a:p>
        </p:txBody>
      </p:sp>
      <p:sp>
        <p:nvSpPr>
          <p:cNvPr id="5" name="Slide Number Placeholder 4">
            <a:extLst>
              <a:ext uri="{FF2B5EF4-FFF2-40B4-BE49-F238E27FC236}">
                <a16:creationId xmlns:a16="http://schemas.microsoft.com/office/drawing/2014/main" id="{C28B2C4A-4096-45A5-FAAB-3AE0D11492AC}"/>
              </a:ext>
            </a:extLst>
          </p:cNvPr>
          <p:cNvSpPr>
            <a:spLocks noGrp="1"/>
          </p:cNvSpPr>
          <p:nvPr>
            <p:ph type="sldNum" sz="quarter" idx="12"/>
          </p:nvPr>
        </p:nvSpPr>
        <p:spPr/>
        <p:txBody>
          <a:bodyPr/>
          <a:lstStyle/>
          <a:p>
            <a:fld id="{D8B0B3AC-44A8-D142-AAF6-9A453466E1A4}" type="slidenum">
              <a:rPr lang="en-VN" smtClean="0"/>
              <a:pPr/>
              <a:t>13</a:t>
            </a:fld>
            <a:endParaRPr lang="en-VN" dirty="0"/>
          </a:p>
        </p:txBody>
      </p:sp>
      <p:sp>
        <p:nvSpPr>
          <p:cNvPr id="6" name="Content Placeholder 5">
            <a:extLst>
              <a:ext uri="{FF2B5EF4-FFF2-40B4-BE49-F238E27FC236}">
                <a16:creationId xmlns:a16="http://schemas.microsoft.com/office/drawing/2014/main" id="{0E33CC26-FC29-254B-9C92-2BA8DB26AE55}"/>
              </a:ext>
            </a:extLst>
          </p:cNvPr>
          <p:cNvSpPr>
            <a:spLocks noGrp="1"/>
          </p:cNvSpPr>
          <p:nvPr>
            <p:ph idx="15"/>
          </p:nvPr>
        </p:nvSpPr>
        <p:spPr>
          <a:xfrm>
            <a:off x="6151800" y="1228490"/>
            <a:ext cx="5640150" cy="5119350"/>
          </a:xfrm>
          <a:ln>
            <a:solidFill>
              <a:schemeClr val="tx1">
                <a:lumMod val="50000"/>
              </a:schemeClr>
            </a:solidFill>
          </a:ln>
        </p:spPr>
        <p:txBody>
          <a:bodyPr>
            <a:noAutofit/>
          </a:bodyPr>
          <a:lstStyle/>
          <a:p>
            <a:pPr marL="457200" marR="0" indent="0" algn="just">
              <a:lnSpc>
                <a:spcPct val="100000"/>
              </a:lnSpc>
              <a:spcBef>
                <a:spcPts val="0"/>
              </a:spcBef>
              <a:spcAft>
                <a:spcPts val="0"/>
              </a:spcAft>
              <a:buNone/>
            </a:pPr>
            <a:r>
              <a:rPr lang="en-US" sz="1700">
                <a:effectLst/>
                <a:latin typeface="Times New Roman" panose="02020603050405020304" pitchFamily="18" charset="0"/>
                <a:ea typeface="Aptos" panose="020B0004020202020204" pitchFamily="34" charset="0"/>
                <a:cs typeface="Times New Roman" panose="02020603050405020304" pitchFamily="18" charset="0"/>
              </a:rPr>
              <a:t>7.5. Mảng </a:t>
            </a:r>
            <a:r>
              <a:rPr lang="de-DE" sz="1700">
                <a:effectLst/>
                <a:latin typeface="Times New Roman" panose="02020603050405020304" pitchFamily="18" charset="0"/>
                <a:ea typeface="Aptos" panose="020B0004020202020204" pitchFamily="34" charset="0"/>
                <a:cs typeface="Times New Roman" panose="02020603050405020304" pitchFamily="18" charset="0"/>
              </a:rPr>
              <a:t>hai</a:t>
            </a:r>
            <a:r>
              <a:rPr lang="en-US" sz="1700">
                <a:effectLst/>
                <a:latin typeface="Times New Roman" panose="02020603050405020304" pitchFamily="18" charset="0"/>
                <a:ea typeface="Aptos" panose="020B0004020202020204" pitchFamily="34" charset="0"/>
                <a:cs typeface="Times New Roman" panose="02020603050405020304" pitchFamily="18" charset="0"/>
              </a:rPr>
              <a:t> chiều</a:t>
            </a:r>
          </a:p>
          <a:p>
            <a:pPr marL="914400" marR="0" indent="0" algn="just">
              <a:lnSpc>
                <a:spcPct val="100000"/>
              </a:lnSpc>
              <a:spcBef>
                <a:spcPts val="200"/>
              </a:spcBef>
              <a:spcAft>
                <a:spcPts val="0"/>
              </a:spcAft>
              <a:buNone/>
            </a:pPr>
            <a:r>
              <a:rPr lang="de-DE" sz="1700">
                <a:solidFill>
                  <a:srgbClr val="0D0D0D"/>
                </a:solidFill>
                <a:effectLst/>
                <a:latin typeface="Times New Roman" panose="02020603050405020304" pitchFamily="18" charset="0"/>
                <a:ea typeface="Aptos" panose="020B0004020202020204" pitchFamily="34" charset="0"/>
                <a:cs typeface="Times New Roman" panose="02020603050405020304" pitchFamily="18" charset="0"/>
              </a:rPr>
              <a:t>7.5.1 Khai báo và khởi tạo mảng 2 chiều</a:t>
            </a:r>
            <a:endParaRPr lang="en-US" sz="17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914400" marR="0" indent="0" algn="just">
              <a:lnSpc>
                <a:spcPct val="100000"/>
              </a:lnSpc>
              <a:spcBef>
                <a:spcPts val="200"/>
              </a:spcBef>
              <a:spcAft>
                <a:spcPts val="0"/>
              </a:spcAft>
              <a:buNone/>
            </a:pPr>
            <a:r>
              <a:rPr lang="de-DE" sz="1700">
                <a:solidFill>
                  <a:srgbClr val="0D0D0D"/>
                </a:solidFill>
                <a:effectLst/>
                <a:latin typeface="Times New Roman" panose="02020603050405020304" pitchFamily="18" charset="0"/>
                <a:ea typeface="Aptos" panose="020B0004020202020204" pitchFamily="34" charset="0"/>
                <a:cs typeface="Times New Roman" panose="02020603050405020304" pitchFamily="18" charset="0"/>
              </a:rPr>
              <a:t>7.5.2 Chỉ số mảng và truy xuất phần tử mảng</a:t>
            </a:r>
            <a:endParaRPr lang="en-US" sz="17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914400" marR="0" indent="0" algn="just">
              <a:lnSpc>
                <a:spcPct val="100000"/>
              </a:lnSpc>
              <a:spcBef>
                <a:spcPts val="200"/>
              </a:spcBef>
              <a:spcAft>
                <a:spcPts val="0"/>
              </a:spcAft>
              <a:buNone/>
            </a:pPr>
            <a:r>
              <a:rPr lang="de-DE" sz="1700">
                <a:solidFill>
                  <a:srgbClr val="0D0D0D"/>
                </a:solidFill>
                <a:effectLst/>
                <a:latin typeface="Times New Roman" panose="02020603050405020304" pitchFamily="18" charset="0"/>
                <a:ea typeface="Aptos" panose="020B0004020202020204" pitchFamily="34" charset="0"/>
                <a:cs typeface="Times New Roman" panose="02020603050405020304" pitchFamily="18" charset="0"/>
              </a:rPr>
              <a:t>7.5.3 Lấy kích thước mảng dùng toán tử sizeof</a:t>
            </a:r>
            <a:endParaRPr lang="en-US" sz="17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914400" marR="0" indent="0" algn="just">
              <a:lnSpc>
                <a:spcPct val="100000"/>
              </a:lnSpc>
              <a:spcBef>
                <a:spcPts val="200"/>
              </a:spcBef>
              <a:spcAft>
                <a:spcPts val="0"/>
              </a:spcAft>
              <a:buNone/>
            </a:pPr>
            <a:r>
              <a:rPr lang="de-DE" sz="1700">
                <a:solidFill>
                  <a:srgbClr val="0D0D0D"/>
                </a:solidFill>
                <a:effectLst/>
                <a:latin typeface="Times New Roman" panose="02020603050405020304" pitchFamily="18" charset="0"/>
                <a:ea typeface="Aptos" panose="020B0004020202020204" pitchFamily="34" charset="0"/>
                <a:cs typeface="Times New Roman" panose="02020603050405020304" pitchFamily="18" charset="0"/>
              </a:rPr>
              <a:t>7.5.4 Lấy địa chỉ các phần tử mảng</a:t>
            </a:r>
            <a:endParaRPr lang="en-US" sz="17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914400" marR="0" indent="0" algn="just">
              <a:lnSpc>
                <a:spcPct val="100000"/>
              </a:lnSpc>
              <a:spcBef>
                <a:spcPts val="200"/>
              </a:spcBef>
              <a:spcAft>
                <a:spcPts val="0"/>
              </a:spcAft>
              <a:buNone/>
            </a:pPr>
            <a:r>
              <a:rPr lang="de-DE" sz="1700">
                <a:solidFill>
                  <a:srgbClr val="0D0D0D"/>
                </a:solidFill>
                <a:effectLst/>
                <a:latin typeface="Times New Roman" panose="02020603050405020304" pitchFamily="18" charset="0"/>
                <a:ea typeface="Aptos" panose="020B0004020202020204" pitchFamily="34" charset="0"/>
                <a:cs typeface="Times New Roman" panose="02020603050405020304" pitchFamily="18" charset="0"/>
              </a:rPr>
              <a:t>7.5.5 Phép Gán dữ liệu kiểu mảng</a:t>
            </a:r>
            <a:endParaRPr lang="en-US" sz="17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914400" marR="0" indent="0" algn="just">
              <a:lnSpc>
                <a:spcPct val="100000"/>
              </a:lnSpc>
              <a:spcBef>
                <a:spcPts val="200"/>
              </a:spcBef>
              <a:spcAft>
                <a:spcPts val="0"/>
              </a:spcAft>
              <a:buNone/>
            </a:pPr>
            <a:r>
              <a:rPr lang="de-DE" sz="1700">
                <a:solidFill>
                  <a:srgbClr val="0D0D0D"/>
                </a:solidFill>
                <a:effectLst/>
                <a:latin typeface="Times New Roman" panose="02020603050405020304" pitchFamily="18" charset="0"/>
                <a:ea typeface="Aptos" panose="020B0004020202020204" pitchFamily="34" charset="0"/>
                <a:cs typeface="Times New Roman" panose="02020603050405020304" pitchFamily="18" charset="0"/>
              </a:rPr>
              <a:t>7.5.6 Một số khái niệm liên quan</a:t>
            </a:r>
            <a:endParaRPr lang="en-US" sz="17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914400" marR="0" indent="0" algn="just">
              <a:lnSpc>
                <a:spcPct val="100000"/>
              </a:lnSpc>
              <a:spcBef>
                <a:spcPts val="200"/>
              </a:spcBef>
              <a:spcAft>
                <a:spcPts val="0"/>
              </a:spcAft>
              <a:buNone/>
            </a:pPr>
            <a:r>
              <a:rPr lang="de-DE" sz="1700">
                <a:solidFill>
                  <a:srgbClr val="0D0D0D"/>
                </a:solidFill>
                <a:effectLst/>
                <a:latin typeface="Times New Roman" panose="02020603050405020304" pitchFamily="18" charset="0"/>
                <a:ea typeface="Aptos" panose="020B0004020202020204" pitchFamily="34" charset="0"/>
                <a:cs typeface="Times New Roman" panose="02020603050405020304" pitchFamily="18" charset="0"/>
              </a:rPr>
              <a:t>7.5.7 Truyền mảng cho hàm và lời gọi hàm</a:t>
            </a:r>
            <a:endParaRPr lang="en-US" sz="17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914400" marR="0" indent="0" algn="just">
              <a:lnSpc>
                <a:spcPct val="100000"/>
              </a:lnSpc>
              <a:spcBef>
                <a:spcPts val="200"/>
              </a:spcBef>
              <a:spcAft>
                <a:spcPts val="0"/>
              </a:spcAft>
              <a:buNone/>
            </a:pPr>
            <a:r>
              <a:rPr lang="de-DE" sz="1700">
                <a:solidFill>
                  <a:srgbClr val="0D0D0D"/>
                </a:solidFill>
                <a:effectLst/>
                <a:latin typeface="Times New Roman" panose="02020603050405020304" pitchFamily="18" charset="0"/>
                <a:ea typeface="Aptos" panose="020B0004020202020204" pitchFamily="34" charset="0"/>
                <a:cs typeface="Times New Roman" panose="02020603050405020304" pitchFamily="18" charset="0"/>
              </a:rPr>
              <a:t>7.5.8 Các tác vụ trên mảng 2 chiều</a:t>
            </a:r>
            <a:endParaRPr lang="en-US" sz="17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457200" marR="0" indent="0" algn="just">
              <a:lnSpc>
                <a:spcPct val="100000"/>
              </a:lnSpc>
              <a:spcBef>
                <a:spcPts val="0"/>
              </a:spcBef>
              <a:spcAft>
                <a:spcPts val="0"/>
              </a:spcAft>
              <a:buNone/>
            </a:pPr>
            <a:r>
              <a:rPr lang="en-US" sz="1700">
                <a:effectLst/>
                <a:latin typeface="Times New Roman" panose="02020603050405020304" pitchFamily="18" charset="0"/>
                <a:ea typeface="Aptos" panose="020B0004020202020204" pitchFamily="34" charset="0"/>
                <a:cs typeface="Times New Roman" panose="02020603050405020304" pitchFamily="18" charset="0"/>
              </a:rPr>
              <a:t>7.6 Mảng </a:t>
            </a:r>
            <a:r>
              <a:rPr lang="de-DE" sz="1700">
                <a:effectLst/>
                <a:latin typeface="Times New Roman" panose="02020603050405020304" pitchFamily="18" charset="0"/>
                <a:ea typeface="Aptos" panose="020B0004020202020204" pitchFamily="34" charset="0"/>
                <a:cs typeface="Times New Roman" panose="02020603050405020304" pitchFamily="18" charset="0"/>
              </a:rPr>
              <a:t>nhiều chiều</a:t>
            </a:r>
            <a:endParaRPr lang="en-US" sz="1700">
              <a:effectLst/>
              <a:latin typeface="Times New Roman" panose="02020603050405020304" pitchFamily="18" charset="0"/>
              <a:ea typeface="Aptos" panose="020B0004020202020204" pitchFamily="34" charset="0"/>
              <a:cs typeface="Times New Roman" panose="02020603050405020304" pitchFamily="18" charset="0"/>
            </a:endParaRPr>
          </a:p>
          <a:p>
            <a:pPr marL="457200" marR="0" indent="0" algn="just">
              <a:lnSpc>
                <a:spcPct val="100000"/>
              </a:lnSpc>
              <a:spcBef>
                <a:spcPts val="0"/>
              </a:spcBef>
              <a:spcAft>
                <a:spcPts val="0"/>
              </a:spcAft>
              <a:buNone/>
            </a:pPr>
            <a:r>
              <a:rPr lang="de-DE" sz="1700">
                <a:effectLst/>
                <a:latin typeface="Times New Roman" panose="02020603050405020304" pitchFamily="18" charset="0"/>
                <a:ea typeface="Aptos" panose="020B0004020202020204" pitchFamily="34" charset="0"/>
                <a:cs typeface="Times New Roman" panose="02020603050405020304" pitchFamily="18" charset="0"/>
              </a:rPr>
              <a:t>7.7 Chuỗi C-St</a:t>
            </a:r>
            <a:r>
              <a:rPr lang="en-US" sz="1700">
                <a:effectLst/>
                <a:latin typeface="Times New Roman" panose="02020603050405020304" pitchFamily="18" charset="0"/>
                <a:ea typeface="Aptos" panose="020B0004020202020204" pitchFamily="34" charset="0"/>
                <a:cs typeface="Times New Roman" panose="02020603050405020304" pitchFamily="18" charset="0"/>
              </a:rPr>
              <a:t>ring</a:t>
            </a:r>
          </a:p>
          <a:p>
            <a:pPr marL="914400" marR="0" indent="0" algn="just">
              <a:lnSpc>
                <a:spcPct val="100000"/>
              </a:lnSpc>
              <a:spcBef>
                <a:spcPts val="200"/>
              </a:spcBef>
              <a:spcAft>
                <a:spcPts val="0"/>
              </a:spcAft>
              <a:buNone/>
            </a:pPr>
            <a:r>
              <a:rPr lang="de-DE" sz="1700">
                <a:solidFill>
                  <a:srgbClr val="0D0D0D"/>
                </a:solidFill>
                <a:effectLst/>
                <a:latin typeface="Times New Roman" panose="02020603050405020304" pitchFamily="18" charset="0"/>
                <a:ea typeface="Aptos" panose="020B0004020202020204" pitchFamily="34" charset="0"/>
                <a:cs typeface="Times New Roman" panose="02020603050405020304" pitchFamily="18" charset="0"/>
              </a:rPr>
              <a:t>7.7.1 Khái niệm chuỗi</a:t>
            </a:r>
            <a:endParaRPr lang="en-US" sz="17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914400" marR="0" indent="0" algn="just">
              <a:lnSpc>
                <a:spcPct val="100000"/>
              </a:lnSpc>
              <a:spcBef>
                <a:spcPts val="200"/>
              </a:spcBef>
              <a:spcAft>
                <a:spcPts val="0"/>
              </a:spcAft>
              <a:buNone/>
            </a:pPr>
            <a:r>
              <a:rPr lang="de-DE" sz="1700">
                <a:solidFill>
                  <a:srgbClr val="0D0D0D"/>
                </a:solidFill>
                <a:effectLst/>
                <a:latin typeface="Times New Roman" panose="02020603050405020304" pitchFamily="18" charset="0"/>
                <a:ea typeface="Aptos" panose="020B0004020202020204" pitchFamily="34" charset="0"/>
                <a:cs typeface="Times New Roman" panose="02020603050405020304" pitchFamily="18" charset="0"/>
              </a:rPr>
              <a:t>7.7.2 Khai báo, khởi tạo chuỗi </a:t>
            </a:r>
            <a:endParaRPr lang="en-US" sz="17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914400" marR="0" indent="0" algn="just">
              <a:lnSpc>
                <a:spcPct val="100000"/>
              </a:lnSpc>
              <a:spcBef>
                <a:spcPts val="200"/>
              </a:spcBef>
              <a:spcAft>
                <a:spcPts val="0"/>
              </a:spcAft>
              <a:buNone/>
            </a:pPr>
            <a:r>
              <a:rPr lang="de-DE" sz="1700">
                <a:solidFill>
                  <a:srgbClr val="0D0D0D"/>
                </a:solidFill>
                <a:effectLst/>
                <a:latin typeface="Times New Roman" panose="02020603050405020304" pitchFamily="18" charset="0"/>
                <a:ea typeface="Aptos" panose="020B0004020202020204" pitchFamily="34" charset="0"/>
                <a:cs typeface="Times New Roman" panose="02020603050405020304" pitchFamily="18" charset="0"/>
              </a:rPr>
              <a:t>7.7.3 Nhập xuất chuỗi </a:t>
            </a:r>
            <a:endParaRPr lang="en-US" sz="17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914400" marR="0" indent="0" algn="just">
              <a:lnSpc>
                <a:spcPct val="100000"/>
              </a:lnSpc>
              <a:spcBef>
                <a:spcPts val="200"/>
              </a:spcBef>
              <a:spcAft>
                <a:spcPts val="0"/>
              </a:spcAft>
              <a:buNone/>
            </a:pPr>
            <a:r>
              <a:rPr lang="de-DE" sz="1700">
                <a:solidFill>
                  <a:srgbClr val="0D0D0D"/>
                </a:solidFill>
                <a:effectLst/>
                <a:latin typeface="Times New Roman" panose="02020603050405020304" pitchFamily="18" charset="0"/>
                <a:ea typeface="Aptos" panose="020B0004020202020204" pitchFamily="34" charset="0"/>
                <a:cs typeface="Times New Roman" panose="02020603050405020304" pitchFamily="18" charset="0"/>
              </a:rPr>
              <a:t>7.7.4 Phép gán trên chuỗi </a:t>
            </a:r>
            <a:endParaRPr lang="en-US" sz="17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914400" marR="0" indent="0" algn="just">
              <a:lnSpc>
                <a:spcPct val="100000"/>
              </a:lnSpc>
              <a:spcBef>
                <a:spcPts val="200"/>
              </a:spcBef>
              <a:spcAft>
                <a:spcPts val="0"/>
              </a:spcAft>
              <a:buNone/>
            </a:pPr>
            <a:r>
              <a:rPr lang="de-DE" sz="1700">
                <a:solidFill>
                  <a:srgbClr val="0D0D0D"/>
                </a:solidFill>
                <a:effectLst/>
                <a:latin typeface="Times New Roman" panose="02020603050405020304" pitchFamily="18" charset="0"/>
                <a:ea typeface="Aptos" panose="020B0004020202020204" pitchFamily="34" charset="0"/>
                <a:cs typeface="Times New Roman" panose="02020603050405020304" pitchFamily="18" charset="0"/>
              </a:rPr>
              <a:t>7.7.5 Truyền chuỗi cho hàm và lời gọi hàm</a:t>
            </a:r>
            <a:endParaRPr lang="en-US" sz="17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914400" marR="0" indent="0" algn="just">
              <a:lnSpc>
                <a:spcPct val="100000"/>
              </a:lnSpc>
              <a:spcBef>
                <a:spcPts val="200"/>
              </a:spcBef>
              <a:spcAft>
                <a:spcPts val="0"/>
              </a:spcAft>
              <a:buNone/>
            </a:pPr>
            <a:r>
              <a:rPr lang="de-DE" sz="1700">
                <a:solidFill>
                  <a:srgbClr val="0D0D0D"/>
                </a:solidFill>
                <a:effectLst/>
                <a:latin typeface="Times New Roman" panose="02020603050405020304" pitchFamily="18" charset="0"/>
                <a:ea typeface="Aptos" panose="020B0004020202020204" pitchFamily="34" charset="0"/>
                <a:cs typeface="Times New Roman" panose="02020603050405020304" pitchFamily="18" charset="0"/>
              </a:rPr>
              <a:t>7.7.6 Một số tháo tác trên chuỗi</a:t>
            </a:r>
            <a:endParaRPr lang="en-US" sz="17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914400" marR="0" indent="0" algn="just">
              <a:lnSpc>
                <a:spcPct val="100000"/>
              </a:lnSpc>
              <a:spcBef>
                <a:spcPts val="200"/>
              </a:spcBef>
              <a:spcAft>
                <a:spcPts val="0"/>
              </a:spcAft>
              <a:buNone/>
            </a:pPr>
            <a:r>
              <a:rPr lang="de-DE" sz="1700">
                <a:solidFill>
                  <a:srgbClr val="0D0D0D"/>
                </a:solidFill>
                <a:effectLst/>
                <a:latin typeface="Times New Roman" panose="02020603050405020304" pitchFamily="18" charset="0"/>
                <a:ea typeface="Aptos" panose="020B0004020202020204" pitchFamily="34" charset="0"/>
                <a:cs typeface="Times New Roman" panose="02020603050405020304" pitchFamily="18" charset="0"/>
              </a:rPr>
              <a:t>7.7.7 Một số hàm thông dụng trong thư viện chuỗi</a:t>
            </a:r>
            <a:endParaRPr lang="en-US" sz="17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nSpc>
                <a:spcPct val="100000"/>
              </a:lnSpc>
              <a:buNone/>
            </a:pPr>
            <a:endParaRPr lang="en-US" sz="1700"/>
          </a:p>
        </p:txBody>
      </p:sp>
      <p:sp>
        <p:nvSpPr>
          <p:cNvPr id="7" name="Title 6">
            <a:extLst>
              <a:ext uri="{FF2B5EF4-FFF2-40B4-BE49-F238E27FC236}">
                <a16:creationId xmlns:a16="http://schemas.microsoft.com/office/drawing/2014/main" id="{37D99705-5E26-6D78-6371-2FDB0B6C898A}"/>
              </a:ext>
            </a:extLst>
          </p:cNvPr>
          <p:cNvSpPr>
            <a:spLocks noGrp="1"/>
          </p:cNvSpPr>
          <p:nvPr>
            <p:ph type="title"/>
          </p:nvPr>
        </p:nvSpPr>
        <p:spPr/>
        <p:txBody>
          <a:bodyPr>
            <a:normAutofit fontScale="90000"/>
          </a:bodyPr>
          <a:lstStyle/>
          <a:p>
            <a:r>
              <a:rPr lang="en-US"/>
              <a:t>5. Nội dung môn học (tt)</a:t>
            </a:r>
          </a:p>
        </p:txBody>
      </p:sp>
    </p:spTree>
    <p:extLst>
      <p:ext uri="{BB962C8B-B14F-4D97-AF65-F5344CB8AC3E}">
        <p14:creationId xmlns:p14="http://schemas.microsoft.com/office/powerpoint/2010/main" val="21014870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06E700B-E87B-2122-1A12-1C0ACE843556}"/>
              </a:ext>
            </a:extLst>
          </p:cNvPr>
          <p:cNvSpPr>
            <a:spLocks noGrp="1"/>
          </p:cNvSpPr>
          <p:nvPr>
            <p:ph idx="1"/>
          </p:nvPr>
        </p:nvSpPr>
        <p:spPr>
          <a:xfrm>
            <a:off x="774144" y="1233825"/>
            <a:ext cx="5202000" cy="5247130"/>
          </a:xfrm>
          <a:ln>
            <a:solidFill>
              <a:schemeClr val="tx1">
                <a:lumMod val="50000"/>
              </a:schemeClr>
            </a:solidFill>
          </a:ln>
        </p:spPr>
        <p:txBody>
          <a:bodyPr>
            <a:noAutofit/>
          </a:bodyPr>
          <a:lstStyle/>
          <a:p>
            <a:pPr marL="0" marR="0" indent="0" algn="just">
              <a:lnSpc>
                <a:spcPct val="120000"/>
              </a:lnSpc>
              <a:spcBef>
                <a:spcPts val="1200"/>
              </a:spcBef>
              <a:spcAft>
                <a:spcPts val="0"/>
              </a:spcAft>
              <a:buNone/>
            </a:pPr>
            <a:r>
              <a:rPr lang="en-US" sz="1500" b="1" kern="0">
                <a:effectLst/>
                <a:latin typeface="Times New Roman" panose="02020603050405020304" pitchFamily="18" charset="0"/>
                <a:ea typeface="Times New Roman" panose="02020603050405020304" pitchFamily="18" charset="0"/>
                <a:cs typeface="Times New Roman" panose="02020603050405020304" pitchFamily="18" charset="0"/>
              </a:rPr>
              <a:t>CHƯƠNG 8: CON TRỎ</a:t>
            </a:r>
          </a:p>
          <a:p>
            <a:pPr marL="457200" marR="0" indent="0" algn="just">
              <a:lnSpc>
                <a:spcPct val="120000"/>
              </a:lnSpc>
              <a:spcBef>
                <a:spcPts val="0"/>
              </a:spcBef>
              <a:spcAft>
                <a:spcPts val="0"/>
              </a:spcAft>
              <a:buNone/>
            </a:pPr>
            <a:r>
              <a:rPr lang="vi-VN" sz="1500">
                <a:effectLst/>
                <a:latin typeface="Times New Roman" panose="02020603050405020304" pitchFamily="18" charset="0"/>
                <a:ea typeface="Aptos" panose="020B0004020202020204" pitchFamily="34" charset="0"/>
                <a:cs typeface="Times New Roman" panose="02020603050405020304" pitchFamily="18" charset="0"/>
              </a:rPr>
              <a:t>8.1 Tổ chức quản lý </a:t>
            </a:r>
            <a:r>
              <a:rPr lang="de-DE" sz="1500">
                <a:effectLst/>
                <a:latin typeface="Times New Roman" panose="02020603050405020304" pitchFamily="18" charset="0"/>
                <a:ea typeface="Aptos" panose="020B0004020202020204" pitchFamily="34" charset="0"/>
                <a:cs typeface="Times New Roman" panose="02020603050405020304" pitchFamily="18" charset="0"/>
              </a:rPr>
              <a:t>lưu trữ trong bộ nhớ</a:t>
            </a:r>
            <a:endParaRPr lang="en-US" sz="1500">
              <a:effectLst/>
              <a:latin typeface="Times New Roman" panose="02020603050405020304" pitchFamily="18" charset="0"/>
              <a:ea typeface="Aptos" panose="020B0004020202020204" pitchFamily="34" charset="0"/>
              <a:cs typeface="Times New Roman" panose="02020603050405020304" pitchFamily="18" charset="0"/>
            </a:endParaRPr>
          </a:p>
          <a:p>
            <a:pPr marL="457200" marR="0" indent="0" algn="just">
              <a:lnSpc>
                <a:spcPct val="120000"/>
              </a:lnSpc>
              <a:spcBef>
                <a:spcPts val="0"/>
              </a:spcBef>
              <a:spcAft>
                <a:spcPts val="0"/>
              </a:spcAft>
              <a:buNone/>
            </a:pPr>
            <a:r>
              <a:rPr lang="de-DE" sz="1500">
                <a:effectLst/>
                <a:latin typeface="Times New Roman" panose="02020603050405020304" pitchFamily="18" charset="0"/>
                <a:ea typeface="Aptos" panose="020B0004020202020204" pitchFamily="34" charset="0"/>
                <a:cs typeface="Times New Roman" panose="02020603050405020304" pitchFamily="18" charset="0"/>
              </a:rPr>
              <a:t>8.2 Khái niệm con trỏ</a:t>
            </a:r>
            <a:endParaRPr lang="en-US" sz="1500">
              <a:effectLst/>
              <a:latin typeface="Times New Roman" panose="02020603050405020304" pitchFamily="18" charset="0"/>
              <a:ea typeface="Aptos" panose="020B0004020202020204" pitchFamily="34" charset="0"/>
              <a:cs typeface="Times New Roman" panose="02020603050405020304" pitchFamily="18" charset="0"/>
            </a:endParaRPr>
          </a:p>
          <a:p>
            <a:pPr marL="457200" marR="0" indent="0" algn="just">
              <a:lnSpc>
                <a:spcPct val="120000"/>
              </a:lnSpc>
              <a:spcBef>
                <a:spcPts val="0"/>
              </a:spcBef>
              <a:spcAft>
                <a:spcPts val="0"/>
              </a:spcAft>
              <a:buNone/>
            </a:pPr>
            <a:r>
              <a:rPr lang="de-DE" sz="1500">
                <a:effectLst/>
                <a:latin typeface="Times New Roman" panose="02020603050405020304" pitchFamily="18" charset="0"/>
                <a:ea typeface="Aptos" panose="020B0004020202020204" pitchFamily="34" charset="0"/>
                <a:cs typeface="Times New Roman" panose="02020603050405020304" pitchFamily="18" charset="0"/>
              </a:rPr>
              <a:t>8.3 Vai trò, tầm quan trọng của con trỏ</a:t>
            </a:r>
            <a:endParaRPr lang="en-US" sz="1500">
              <a:effectLst/>
              <a:latin typeface="Times New Roman" panose="02020603050405020304" pitchFamily="18" charset="0"/>
              <a:ea typeface="Aptos" panose="020B0004020202020204" pitchFamily="34" charset="0"/>
              <a:cs typeface="Times New Roman" panose="02020603050405020304" pitchFamily="18" charset="0"/>
            </a:endParaRPr>
          </a:p>
          <a:p>
            <a:pPr marL="457200" marR="0" indent="0" algn="just">
              <a:lnSpc>
                <a:spcPct val="120000"/>
              </a:lnSpc>
              <a:spcBef>
                <a:spcPts val="0"/>
              </a:spcBef>
              <a:spcAft>
                <a:spcPts val="0"/>
              </a:spcAft>
              <a:buNone/>
            </a:pPr>
            <a:r>
              <a:rPr lang="de-DE" sz="1500">
                <a:effectLst/>
                <a:latin typeface="Times New Roman" panose="02020603050405020304" pitchFamily="18" charset="0"/>
                <a:ea typeface="Aptos" panose="020B0004020202020204" pitchFamily="34" charset="0"/>
                <a:cs typeface="Times New Roman" panose="02020603050405020304" pitchFamily="18" charset="0"/>
              </a:rPr>
              <a:t>8.4 Khai báo và khởi tạo biến con trỏ</a:t>
            </a:r>
            <a:endParaRPr lang="en-US" sz="1500">
              <a:effectLst/>
              <a:latin typeface="Times New Roman" panose="02020603050405020304" pitchFamily="18" charset="0"/>
              <a:ea typeface="Aptos" panose="020B0004020202020204" pitchFamily="34" charset="0"/>
              <a:cs typeface="Times New Roman" panose="02020603050405020304" pitchFamily="18" charset="0"/>
            </a:endParaRPr>
          </a:p>
          <a:p>
            <a:pPr marL="457200" marR="0" indent="0" algn="just">
              <a:lnSpc>
                <a:spcPct val="120000"/>
              </a:lnSpc>
              <a:spcBef>
                <a:spcPts val="0"/>
              </a:spcBef>
              <a:spcAft>
                <a:spcPts val="0"/>
              </a:spcAft>
              <a:buNone/>
            </a:pPr>
            <a:r>
              <a:rPr lang="de-DE" sz="1500">
                <a:effectLst/>
                <a:latin typeface="Times New Roman" panose="02020603050405020304" pitchFamily="18" charset="0"/>
                <a:ea typeface="Aptos" panose="020B0004020202020204" pitchFamily="34" charset="0"/>
                <a:cs typeface="Times New Roman" panose="02020603050405020304" pitchFamily="18" charset="0"/>
              </a:rPr>
              <a:t>8.5 Các phép toán trên</a:t>
            </a:r>
            <a:r>
              <a:rPr lang="vi-VN" sz="1500">
                <a:effectLst/>
                <a:latin typeface="Times New Roman" panose="02020603050405020304" pitchFamily="18" charset="0"/>
                <a:ea typeface="Aptos" panose="020B0004020202020204" pitchFamily="34" charset="0"/>
                <a:cs typeface="Times New Roman" panose="02020603050405020304" pitchFamily="18" charset="0"/>
              </a:rPr>
              <a:t> con trỏ</a:t>
            </a:r>
            <a:endParaRPr lang="en-US" sz="1500">
              <a:effectLst/>
              <a:latin typeface="Times New Roman" panose="02020603050405020304" pitchFamily="18" charset="0"/>
              <a:ea typeface="Aptos" panose="020B0004020202020204" pitchFamily="34" charset="0"/>
              <a:cs typeface="Times New Roman" panose="02020603050405020304" pitchFamily="18" charset="0"/>
            </a:endParaRPr>
          </a:p>
          <a:p>
            <a:pPr marL="914400" marR="0" indent="0" algn="just">
              <a:lnSpc>
                <a:spcPct val="120000"/>
              </a:lnSpc>
              <a:spcBef>
                <a:spcPts val="200"/>
              </a:spcBef>
              <a:spcAft>
                <a:spcPts val="0"/>
              </a:spcAft>
              <a:buNone/>
            </a:pPr>
            <a:r>
              <a:rPr lang="de-DE" sz="1500">
                <a:solidFill>
                  <a:srgbClr val="0D0D0D"/>
                </a:solidFill>
                <a:effectLst/>
                <a:latin typeface="Times New Roman" panose="02020603050405020304" pitchFamily="18" charset="0"/>
                <a:ea typeface="Aptos" panose="020B0004020202020204" pitchFamily="34" charset="0"/>
                <a:cs typeface="Times New Roman" panose="02020603050405020304" pitchFamily="18" charset="0"/>
              </a:rPr>
              <a:t>8.5.1 Con trỏ và toán tử &amp;, *</a:t>
            </a:r>
            <a:endParaRPr lang="en-US" sz="15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914400" marR="0" indent="0" algn="just">
              <a:lnSpc>
                <a:spcPct val="120000"/>
              </a:lnSpc>
              <a:spcBef>
                <a:spcPts val="200"/>
              </a:spcBef>
              <a:spcAft>
                <a:spcPts val="0"/>
              </a:spcAft>
              <a:buNone/>
            </a:pPr>
            <a:r>
              <a:rPr lang="de-DE" sz="1500">
                <a:solidFill>
                  <a:srgbClr val="0D0D0D"/>
                </a:solidFill>
                <a:effectLst/>
                <a:latin typeface="Times New Roman" panose="02020603050405020304" pitchFamily="18" charset="0"/>
                <a:ea typeface="Aptos" panose="020B0004020202020204" pitchFamily="34" charset="0"/>
                <a:cs typeface="Times New Roman" panose="02020603050405020304" pitchFamily="18" charset="0"/>
              </a:rPr>
              <a:t>8.5.2 Toán tử sizeof</a:t>
            </a:r>
            <a:endParaRPr lang="en-US" sz="15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914400" marR="0" indent="0" algn="just">
              <a:lnSpc>
                <a:spcPct val="120000"/>
              </a:lnSpc>
              <a:spcBef>
                <a:spcPts val="200"/>
              </a:spcBef>
              <a:spcAft>
                <a:spcPts val="0"/>
              </a:spcAft>
              <a:buNone/>
            </a:pPr>
            <a:r>
              <a:rPr lang="de-DE" sz="1500">
                <a:solidFill>
                  <a:srgbClr val="0D0D0D"/>
                </a:solidFill>
                <a:effectLst/>
                <a:latin typeface="Times New Roman" panose="02020603050405020304" pitchFamily="18" charset="0"/>
                <a:ea typeface="Aptos" panose="020B0004020202020204" pitchFamily="34" charset="0"/>
                <a:cs typeface="Times New Roman" panose="02020603050405020304" pitchFamily="18" charset="0"/>
              </a:rPr>
              <a:t>8.5.3 Phép gán con trỏ</a:t>
            </a:r>
            <a:endParaRPr lang="en-US" sz="15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914400" marR="0" indent="0" algn="just">
              <a:lnSpc>
                <a:spcPct val="120000"/>
              </a:lnSpc>
              <a:spcBef>
                <a:spcPts val="200"/>
              </a:spcBef>
              <a:spcAft>
                <a:spcPts val="0"/>
              </a:spcAft>
              <a:buNone/>
            </a:pPr>
            <a:r>
              <a:rPr lang="de-DE" sz="1500">
                <a:solidFill>
                  <a:srgbClr val="0D0D0D"/>
                </a:solidFill>
                <a:effectLst/>
                <a:latin typeface="Times New Roman" panose="02020603050405020304" pitchFamily="18" charset="0"/>
                <a:ea typeface="Aptos" panose="020B0004020202020204" pitchFamily="34" charset="0"/>
                <a:cs typeface="Times New Roman" panose="02020603050405020304" pitchFamily="18" charset="0"/>
              </a:rPr>
              <a:t>8.5.4 Phép toán số học trên con trỏ</a:t>
            </a:r>
            <a:endParaRPr lang="en-US" sz="15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457200" marR="0" indent="0" algn="just">
              <a:lnSpc>
                <a:spcPct val="120000"/>
              </a:lnSpc>
              <a:spcBef>
                <a:spcPts val="0"/>
              </a:spcBef>
              <a:spcAft>
                <a:spcPts val="0"/>
              </a:spcAft>
              <a:buNone/>
            </a:pPr>
            <a:r>
              <a:rPr lang="en-US" sz="1500">
                <a:effectLst/>
                <a:latin typeface="Times New Roman" panose="02020603050405020304" pitchFamily="18" charset="0"/>
                <a:ea typeface="Aptos" panose="020B0004020202020204" pitchFamily="34" charset="0"/>
                <a:cs typeface="Times New Roman" panose="02020603050405020304" pitchFamily="18" charset="0"/>
              </a:rPr>
              <a:t>8.6 Con trỏ </a:t>
            </a:r>
            <a:r>
              <a:rPr lang="de-DE" sz="1500">
                <a:effectLst/>
                <a:latin typeface="Times New Roman" panose="02020603050405020304" pitchFamily="18" charset="0"/>
                <a:ea typeface="Aptos" panose="020B0004020202020204" pitchFamily="34" charset="0"/>
                <a:cs typeface="Times New Roman" panose="02020603050405020304" pitchFamily="18" charset="0"/>
              </a:rPr>
              <a:t>kiểu void</a:t>
            </a:r>
            <a:endParaRPr lang="en-US" sz="1500">
              <a:effectLst/>
              <a:latin typeface="Times New Roman" panose="02020603050405020304" pitchFamily="18" charset="0"/>
              <a:ea typeface="Aptos" panose="020B0004020202020204" pitchFamily="34" charset="0"/>
              <a:cs typeface="Times New Roman" panose="02020603050405020304" pitchFamily="18" charset="0"/>
            </a:endParaRPr>
          </a:p>
          <a:p>
            <a:pPr marL="457200" marR="0" indent="0" algn="just">
              <a:lnSpc>
                <a:spcPct val="120000"/>
              </a:lnSpc>
              <a:spcBef>
                <a:spcPts val="0"/>
              </a:spcBef>
              <a:spcAft>
                <a:spcPts val="0"/>
              </a:spcAft>
              <a:buNone/>
            </a:pPr>
            <a:r>
              <a:rPr lang="de-DE" sz="1500">
                <a:effectLst/>
                <a:latin typeface="Times New Roman" panose="02020603050405020304" pitchFamily="18" charset="0"/>
                <a:ea typeface="Aptos" panose="020B0004020202020204" pitchFamily="34" charset="0"/>
                <a:cs typeface="Times New Roman" panose="02020603050405020304" pitchFamily="18" charset="0"/>
              </a:rPr>
              <a:t>8.7 Con trỏ nullptr</a:t>
            </a:r>
            <a:endParaRPr lang="en-US" sz="1500">
              <a:effectLst/>
              <a:latin typeface="Times New Roman" panose="02020603050405020304" pitchFamily="18" charset="0"/>
              <a:ea typeface="Aptos" panose="020B0004020202020204" pitchFamily="34" charset="0"/>
              <a:cs typeface="Times New Roman" panose="02020603050405020304" pitchFamily="18" charset="0"/>
            </a:endParaRPr>
          </a:p>
          <a:p>
            <a:pPr marL="457200" marR="0" indent="0" algn="just">
              <a:lnSpc>
                <a:spcPct val="120000"/>
              </a:lnSpc>
              <a:spcBef>
                <a:spcPts val="0"/>
              </a:spcBef>
              <a:spcAft>
                <a:spcPts val="0"/>
              </a:spcAft>
              <a:buNone/>
            </a:pPr>
            <a:r>
              <a:rPr lang="de-DE" sz="1500">
                <a:effectLst/>
                <a:latin typeface="Times New Roman" panose="02020603050405020304" pitchFamily="18" charset="0"/>
                <a:ea typeface="Aptos" panose="020B0004020202020204" pitchFamily="34" charset="0"/>
                <a:cs typeface="Times New Roman" panose="02020603050405020304" pitchFamily="18" charset="0"/>
              </a:rPr>
              <a:t>8.8 Từ khóa const và con trỏ</a:t>
            </a:r>
            <a:endParaRPr lang="en-US" sz="1500">
              <a:effectLst/>
              <a:latin typeface="Times New Roman" panose="02020603050405020304" pitchFamily="18" charset="0"/>
              <a:ea typeface="Aptos" panose="020B0004020202020204" pitchFamily="34" charset="0"/>
              <a:cs typeface="Times New Roman" panose="02020603050405020304" pitchFamily="18" charset="0"/>
            </a:endParaRPr>
          </a:p>
          <a:p>
            <a:pPr marL="457200" marR="0" indent="0" algn="just">
              <a:lnSpc>
                <a:spcPct val="120000"/>
              </a:lnSpc>
              <a:spcBef>
                <a:spcPts val="0"/>
              </a:spcBef>
              <a:spcAft>
                <a:spcPts val="0"/>
              </a:spcAft>
              <a:buNone/>
            </a:pPr>
            <a:r>
              <a:rPr lang="de-DE" sz="1500">
                <a:effectLst/>
                <a:latin typeface="Times New Roman" panose="02020603050405020304" pitchFamily="18" charset="0"/>
                <a:ea typeface="Aptos" panose="020B0004020202020204" pitchFamily="34" charset="0"/>
                <a:cs typeface="Times New Roman" panose="02020603050405020304" pitchFamily="18" charset="0"/>
              </a:rPr>
              <a:t>8.9 Con trỏ và</a:t>
            </a:r>
            <a:r>
              <a:rPr lang="en-US" sz="1500">
                <a:effectLst/>
                <a:latin typeface="Times New Roman" panose="02020603050405020304" pitchFamily="18" charset="0"/>
                <a:ea typeface="Aptos" panose="020B0004020202020204" pitchFamily="34" charset="0"/>
                <a:cs typeface="Times New Roman" panose="02020603050405020304" pitchFamily="18" charset="0"/>
              </a:rPr>
              <a:t> mảng một chiều</a:t>
            </a:r>
          </a:p>
          <a:p>
            <a:pPr marL="914400" marR="0" indent="0" algn="just">
              <a:lnSpc>
                <a:spcPct val="120000"/>
              </a:lnSpc>
              <a:spcBef>
                <a:spcPts val="200"/>
              </a:spcBef>
              <a:spcAft>
                <a:spcPts val="0"/>
              </a:spcAft>
              <a:buNone/>
            </a:pPr>
            <a:r>
              <a:rPr lang="de-DE" sz="1500">
                <a:solidFill>
                  <a:srgbClr val="0D0D0D"/>
                </a:solidFill>
                <a:effectLst/>
                <a:latin typeface="Times New Roman" panose="02020603050405020304" pitchFamily="18" charset="0"/>
                <a:ea typeface="Aptos" panose="020B0004020202020204" pitchFamily="34" charset="0"/>
                <a:cs typeface="Times New Roman" panose="02020603050405020304" pitchFamily="18" charset="0"/>
              </a:rPr>
              <a:t>8.9.1 Mảng 1 chiều và cách lấy địa chỉ</a:t>
            </a:r>
            <a:endParaRPr lang="en-US" sz="15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914400" marR="0" indent="0" algn="just">
              <a:lnSpc>
                <a:spcPct val="120000"/>
              </a:lnSpc>
              <a:spcBef>
                <a:spcPts val="200"/>
              </a:spcBef>
              <a:spcAft>
                <a:spcPts val="0"/>
              </a:spcAft>
              <a:buNone/>
            </a:pPr>
            <a:r>
              <a:rPr lang="de-DE" sz="1500">
                <a:solidFill>
                  <a:srgbClr val="0D0D0D"/>
                </a:solidFill>
                <a:effectLst/>
                <a:latin typeface="Times New Roman" panose="02020603050405020304" pitchFamily="18" charset="0"/>
                <a:ea typeface="Aptos" panose="020B0004020202020204" pitchFamily="34" charset="0"/>
                <a:cs typeface="Times New Roman" panose="02020603050405020304" pitchFamily="18" charset="0"/>
              </a:rPr>
              <a:t>8.9.2 Mảng 1 chiều và hằng con trỏ</a:t>
            </a:r>
            <a:endParaRPr lang="en-US" sz="15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914400" marR="0" indent="0" algn="just">
              <a:lnSpc>
                <a:spcPct val="120000"/>
              </a:lnSpc>
              <a:spcBef>
                <a:spcPts val="200"/>
              </a:spcBef>
              <a:spcAft>
                <a:spcPts val="0"/>
              </a:spcAft>
              <a:buNone/>
            </a:pPr>
            <a:r>
              <a:rPr lang="de-DE" sz="1500">
                <a:solidFill>
                  <a:srgbClr val="0D0D0D"/>
                </a:solidFill>
                <a:effectLst/>
                <a:latin typeface="Times New Roman" panose="02020603050405020304" pitchFamily="18" charset="0"/>
                <a:ea typeface="Aptos" panose="020B0004020202020204" pitchFamily="34" charset="0"/>
                <a:cs typeface="Times New Roman" panose="02020603050405020304" pitchFamily="18" charset="0"/>
              </a:rPr>
              <a:t>8.9.3 Truy xuất mảng 1 chiều sử dụng con trỏ</a:t>
            </a:r>
            <a:endParaRPr lang="en-US" sz="15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914400" marR="0" indent="0" algn="just">
              <a:lnSpc>
                <a:spcPct val="120000"/>
              </a:lnSpc>
              <a:spcBef>
                <a:spcPts val="200"/>
              </a:spcBef>
              <a:spcAft>
                <a:spcPts val="0"/>
              </a:spcAft>
              <a:buNone/>
            </a:pPr>
            <a:r>
              <a:rPr lang="de-DE" sz="1500">
                <a:solidFill>
                  <a:srgbClr val="0D0D0D"/>
                </a:solidFill>
                <a:effectLst/>
                <a:latin typeface="Times New Roman" panose="02020603050405020304" pitchFamily="18" charset="0"/>
                <a:ea typeface="Aptos" panose="020B0004020202020204" pitchFamily="34" charset="0"/>
                <a:cs typeface="Times New Roman" panose="02020603050405020304" pitchFamily="18" charset="0"/>
              </a:rPr>
              <a:t>8.9.4 Các phép toán số học của con trỏ trên mảng</a:t>
            </a:r>
            <a:endParaRPr lang="en-US" sz="15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lnSpc>
                <a:spcPct val="120000"/>
              </a:lnSpc>
            </a:pPr>
            <a:endParaRPr lang="en-US" sz="1500"/>
          </a:p>
        </p:txBody>
      </p:sp>
      <p:sp>
        <p:nvSpPr>
          <p:cNvPr id="3" name="Footer Placeholder 2">
            <a:extLst>
              <a:ext uri="{FF2B5EF4-FFF2-40B4-BE49-F238E27FC236}">
                <a16:creationId xmlns:a16="http://schemas.microsoft.com/office/drawing/2014/main" id="{1A8CAD94-0E72-CBE7-EA85-1747F002977B}"/>
              </a:ext>
            </a:extLst>
          </p:cNvPr>
          <p:cNvSpPr>
            <a:spLocks noGrp="1"/>
          </p:cNvSpPr>
          <p:nvPr>
            <p:ph type="ftr" sz="quarter" idx="11"/>
          </p:nvPr>
        </p:nvSpPr>
        <p:spPr/>
        <p:txBody>
          <a:bodyPr/>
          <a:lstStyle/>
          <a:p>
            <a:r>
              <a:rPr lang="vi-VN"/>
              <a:t>Thực hiện bởi Trường Đại học Công nghệ Thông tin, ĐHQG-HCM</a:t>
            </a:r>
            <a:endParaRPr lang="vi-VN" dirty="0"/>
          </a:p>
        </p:txBody>
      </p:sp>
      <p:sp>
        <p:nvSpPr>
          <p:cNvPr id="4" name="Date Placeholder 3">
            <a:extLst>
              <a:ext uri="{FF2B5EF4-FFF2-40B4-BE49-F238E27FC236}">
                <a16:creationId xmlns:a16="http://schemas.microsoft.com/office/drawing/2014/main" id="{B9DF91A3-3DED-914F-45DA-36C3198B68DD}"/>
              </a:ext>
            </a:extLst>
          </p:cNvPr>
          <p:cNvSpPr>
            <a:spLocks noGrp="1"/>
          </p:cNvSpPr>
          <p:nvPr>
            <p:ph type="dt" sz="half" idx="13"/>
          </p:nvPr>
        </p:nvSpPr>
        <p:spPr/>
        <p:txBody>
          <a:bodyPr/>
          <a:lstStyle/>
          <a:p>
            <a:r>
              <a:rPr lang="en-US"/>
              <a:t>June 2025</a:t>
            </a:r>
            <a:endParaRPr lang="en-US" dirty="0"/>
          </a:p>
        </p:txBody>
      </p:sp>
      <p:sp>
        <p:nvSpPr>
          <p:cNvPr id="5" name="Slide Number Placeholder 4">
            <a:extLst>
              <a:ext uri="{FF2B5EF4-FFF2-40B4-BE49-F238E27FC236}">
                <a16:creationId xmlns:a16="http://schemas.microsoft.com/office/drawing/2014/main" id="{F3C27144-F325-A1FD-9911-857B0C59E57E}"/>
              </a:ext>
            </a:extLst>
          </p:cNvPr>
          <p:cNvSpPr>
            <a:spLocks noGrp="1"/>
          </p:cNvSpPr>
          <p:nvPr>
            <p:ph type="sldNum" sz="quarter" idx="12"/>
          </p:nvPr>
        </p:nvSpPr>
        <p:spPr/>
        <p:txBody>
          <a:bodyPr/>
          <a:lstStyle/>
          <a:p>
            <a:fld id="{D8B0B3AC-44A8-D142-AAF6-9A453466E1A4}" type="slidenum">
              <a:rPr lang="en-VN" smtClean="0"/>
              <a:pPr/>
              <a:t>14</a:t>
            </a:fld>
            <a:endParaRPr lang="en-VN" dirty="0"/>
          </a:p>
        </p:txBody>
      </p:sp>
      <p:sp>
        <p:nvSpPr>
          <p:cNvPr id="6" name="Content Placeholder 5">
            <a:extLst>
              <a:ext uri="{FF2B5EF4-FFF2-40B4-BE49-F238E27FC236}">
                <a16:creationId xmlns:a16="http://schemas.microsoft.com/office/drawing/2014/main" id="{6F0E9843-2483-DF47-CCF1-4310AA99C59C}"/>
              </a:ext>
            </a:extLst>
          </p:cNvPr>
          <p:cNvSpPr>
            <a:spLocks noGrp="1"/>
          </p:cNvSpPr>
          <p:nvPr>
            <p:ph idx="15"/>
          </p:nvPr>
        </p:nvSpPr>
        <p:spPr>
          <a:xfrm>
            <a:off x="6151800" y="1228490"/>
            <a:ext cx="5202000" cy="5247130"/>
          </a:xfrm>
          <a:ln>
            <a:solidFill>
              <a:schemeClr val="tx1">
                <a:lumMod val="50000"/>
              </a:schemeClr>
            </a:solidFill>
          </a:ln>
        </p:spPr>
        <p:txBody>
          <a:bodyPr>
            <a:normAutofit/>
          </a:bodyPr>
          <a:lstStyle/>
          <a:p>
            <a:pPr marL="457200" marR="0" indent="0" algn="just">
              <a:lnSpc>
                <a:spcPct val="120000"/>
              </a:lnSpc>
              <a:spcBef>
                <a:spcPts val="0"/>
              </a:spcBef>
              <a:spcAft>
                <a:spcPts val="0"/>
              </a:spcAft>
              <a:buNone/>
            </a:pPr>
            <a:r>
              <a:rPr lang="en-US" sz="1500">
                <a:effectLst/>
                <a:latin typeface="Times New Roman" panose="02020603050405020304" pitchFamily="18" charset="0"/>
                <a:ea typeface="Aptos" panose="020B0004020202020204" pitchFamily="34" charset="0"/>
                <a:cs typeface="Times New Roman" panose="02020603050405020304" pitchFamily="18" charset="0"/>
              </a:rPr>
              <a:t>8.10 Con </a:t>
            </a:r>
            <a:r>
              <a:rPr lang="de-DE" sz="1500">
                <a:effectLst/>
                <a:latin typeface="Times New Roman" panose="02020603050405020304" pitchFamily="18" charset="0"/>
                <a:ea typeface="Aptos" panose="020B0004020202020204" pitchFamily="34" charset="0"/>
                <a:cs typeface="Times New Roman" panose="02020603050405020304" pitchFamily="18" charset="0"/>
              </a:rPr>
              <a:t>trỏ và mảng hai chiều</a:t>
            </a:r>
            <a:endParaRPr lang="en-US" sz="1500">
              <a:effectLst/>
              <a:latin typeface="Times New Roman" panose="02020603050405020304" pitchFamily="18" charset="0"/>
              <a:ea typeface="Aptos" panose="020B0004020202020204" pitchFamily="34" charset="0"/>
              <a:cs typeface="Times New Roman" panose="02020603050405020304" pitchFamily="18" charset="0"/>
            </a:endParaRPr>
          </a:p>
          <a:p>
            <a:pPr marL="457200" marR="0" indent="0" algn="just">
              <a:lnSpc>
                <a:spcPct val="120000"/>
              </a:lnSpc>
              <a:spcBef>
                <a:spcPts val="0"/>
              </a:spcBef>
              <a:spcAft>
                <a:spcPts val="0"/>
              </a:spcAft>
              <a:buNone/>
            </a:pPr>
            <a:r>
              <a:rPr lang="de-DE" sz="1500">
                <a:effectLst/>
                <a:latin typeface="Times New Roman" panose="02020603050405020304" pitchFamily="18" charset="0"/>
                <a:ea typeface="Aptos" panose="020B0004020202020204" pitchFamily="34" charset="0"/>
                <a:cs typeface="Times New Roman" panose="02020603050405020304" pitchFamily="18" charset="0"/>
              </a:rPr>
              <a:t>8.11 Cấp p</a:t>
            </a:r>
            <a:r>
              <a:rPr lang="en-US" sz="1500">
                <a:effectLst/>
                <a:latin typeface="Times New Roman" panose="02020603050405020304" pitchFamily="18" charset="0"/>
                <a:ea typeface="Aptos" panose="020B0004020202020204" pitchFamily="34" charset="0"/>
                <a:cs typeface="Times New Roman" panose="02020603050405020304" pitchFamily="18" charset="0"/>
              </a:rPr>
              <a:t>hát và giải phóng ô nhớ</a:t>
            </a:r>
          </a:p>
          <a:p>
            <a:pPr marL="914400" marR="0" indent="0" algn="just">
              <a:lnSpc>
                <a:spcPct val="120000"/>
              </a:lnSpc>
              <a:spcBef>
                <a:spcPts val="200"/>
              </a:spcBef>
              <a:spcAft>
                <a:spcPts val="0"/>
              </a:spcAft>
              <a:buNone/>
            </a:pPr>
            <a:r>
              <a:rPr lang="de-DE" sz="1500">
                <a:solidFill>
                  <a:srgbClr val="0D0D0D"/>
                </a:solidFill>
                <a:effectLst/>
                <a:latin typeface="Times New Roman" panose="02020603050405020304" pitchFamily="18" charset="0"/>
                <a:ea typeface="Aptos" panose="020B0004020202020204" pitchFamily="34" charset="0"/>
                <a:cs typeface="Times New Roman" panose="02020603050405020304" pitchFamily="18" charset="0"/>
              </a:rPr>
              <a:t>8.11.1 Quản lý bộ nhớ trong C++</a:t>
            </a:r>
            <a:endParaRPr lang="en-US" sz="15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914400" marR="0" indent="0" algn="just">
              <a:lnSpc>
                <a:spcPct val="120000"/>
              </a:lnSpc>
              <a:spcBef>
                <a:spcPts val="200"/>
              </a:spcBef>
              <a:spcAft>
                <a:spcPts val="0"/>
              </a:spcAft>
              <a:buNone/>
            </a:pPr>
            <a:r>
              <a:rPr lang="de-DE" sz="1500">
                <a:solidFill>
                  <a:srgbClr val="0D0D0D"/>
                </a:solidFill>
                <a:effectLst/>
                <a:latin typeface="Times New Roman" panose="02020603050405020304" pitchFamily="18" charset="0"/>
                <a:ea typeface="Aptos" panose="020B0004020202020204" pitchFamily="34" charset="0"/>
                <a:cs typeface="Times New Roman" panose="02020603050405020304" pitchFamily="18" charset="0"/>
              </a:rPr>
              <a:t>8.11.2 Cấp phát tĩnh, cấp phát động</a:t>
            </a:r>
            <a:endParaRPr lang="en-US" sz="15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914400" marR="0" indent="0" algn="just">
              <a:lnSpc>
                <a:spcPct val="120000"/>
              </a:lnSpc>
              <a:spcBef>
                <a:spcPts val="200"/>
              </a:spcBef>
              <a:spcAft>
                <a:spcPts val="0"/>
              </a:spcAft>
              <a:buNone/>
            </a:pPr>
            <a:r>
              <a:rPr lang="de-DE" sz="1500">
                <a:solidFill>
                  <a:srgbClr val="0D0D0D"/>
                </a:solidFill>
                <a:effectLst/>
                <a:latin typeface="Times New Roman" panose="02020603050405020304" pitchFamily="18" charset="0"/>
                <a:ea typeface="Aptos" panose="020B0004020202020204" pitchFamily="34" charset="0"/>
                <a:cs typeface="Times New Roman" panose="02020603050405020304" pitchFamily="18" charset="0"/>
              </a:rPr>
              <a:t>8.11.3 Biến cấp phát tĩnh và Biến cấp phát động</a:t>
            </a:r>
            <a:endParaRPr lang="en-US" sz="15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914400" marR="0" indent="0" algn="just">
              <a:lnSpc>
                <a:spcPct val="120000"/>
              </a:lnSpc>
              <a:spcBef>
                <a:spcPts val="200"/>
              </a:spcBef>
              <a:spcAft>
                <a:spcPts val="0"/>
              </a:spcAft>
              <a:buNone/>
            </a:pPr>
            <a:r>
              <a:rPr lang="de-DE" sz="1500">
                <a:solidFill>
                  <a:srgbClr val="0D0D0D"/>
                </a:solidFill>
                <a:effectLst/>
                <a:latin typeface="Times New Roman" panose="02020603050405020304" pitchFamily="18" charset="0"/>
                <a:ea typeface="Aptos" panose="020B0004020202020204" pitchFamily="34" charset="0"/>
                <a:cs typeface="Times New Roman" panose="02020603050405020304" pitchFamily="18" charset="0"/>
              </a:rPr>
              <a:t>8.11.4 Toán tử cấp phát động new</a:t>
            </a:r>
            <a:endParaRPr lang="en-US" sz="15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914400" marR="0" indent="0" algn="just">
              <a:lnSpc>
                <a:spcPct val="120000"/>
              </a:lnSpc>
              <a:spcBef>
                <a:spcPts val="200"/>
              </a:spcBef>
              <a:spcAft>
                <a:spcPts val="0"/>
              </a:spcAft>
              <a:buNone/>
            </a:pPr>
            <a:r>
              <a:rPr lang="de-DE" sz="1500">
                <a:solidFill>
                  <a:srgbClr val="0D0D0D"/>
                </a:solidFill>
                <a:effectLst/>
                <a:latin typeface="Times New Roman" panose="02020603050405020304" pitchFamily="18" charset="0"/>
                <a:ea typeface="Aptos" panose="020B0004020202020204" pitchFamily="34" charset="0"/>
                <a:cs typeface="Times New Roman" panose="02020603050405020304" pitchFamily="18" charset="0"/>
              </a:rPr>
              <a:t>8.11.5 Toán tử giải phóng ô nhớ delete</a:t>
            </a:r>
            <a:endParaRPr lang="en-US" sz="15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457200" marR="0" indent="0" algn="just">
              <a:lnSpc>
                <a:spcPct val="120000"/>
              </a:lnSpc>
              <a:spcBef>
                <a:spcPts val="0"/>
              </a:spcBef>
              <a:spcAft>
                <a:spcPts val="0"/>
              </a:spcAft>
              <a:buNone/>
            </a:pPr>
            <a:r>
              <a:rPr lang="en-US" sz="1500">
                <a:effectLst/>
                <a:latin typeface="Times New Roman" panose="02020603050405020304" pitchFamily="18" charset="0"/>
                <a:ea typeface="Aptos" panose="020B0004020202020204" pitchFamily="34" charset="0"/>
                <a:cs typeface="Times New Roman" panose="02020603050405020304" pitchFamily="18" charset="0"/>
              </a:rPr>
              <a:t>8.12 </a:t>
            </a:r>
            <a:r>
              <a:rPr lang="de-DE" sz="1500">
                <a:effectLst/>
                <a:latin typeface="Times New Roman" panose="02020603050405020304" pitchFamily="18" charset="0"/>
                <a:ea typeface="Aptos" panose="020B0004020202020204" pitchFamily="34" charset="0"/>
                <a:cs typeface="Times New Roman" panose="02020603050405020304" pitchFamily="18" charset="0"/>
              </a:rPr>
              <a:t>Mảng một chiều cấp phát động </a:t>
            </a:r>
            <a:endParaRPr lang="en-US" sz="1500">
              <a:effectLst/>
              <a:latin typeface="Times New Roman" panose="02020603050405020304" pitchFamily="18" charset="0"/>
              <a:ea typeface="Aptos" panose="020B0004020202020204" pitchFamily="34" charset="0"/>
              <a:cs typeface="Times New Roman" panose="02020603050405020304" pitchFamily="18" charset="0"/>
            </a:endParaRPr>
          </a:p>
          <a:p>
            <a:pPr marL="457200" marR="0" indent="0" algn="just">
              <a:lnSpc>
                <a:spcPct val="120000"/>
              </a:lnSpc>
              <a:spcBef>
                <a:spcPts val="0"/>
              </a:spcBef>
              <a:spcAft>
                <a:spcPts val="0"/>
              </a:spcAft>
              <a:buNone/>
            </a:pPr>
            <a:r>
              <a:rPr lang="de-DE" sz="1500">
                <a:effectLst/>
                <a:latin typeface="Times New Roman" panose="02020603050405020304" pitchFamily="18" charset="0"/>
                <a:ea typeface="Aptos" panose="020B0004020202020204" pitchFamily="34" charset="0"/>
                <a:cs typeface="Times New Roman" panose="02020603050405020304" pitchFamily="18" charset="0"/>
              </a:rPr>
              <a:t>8.13 Con trỏ cấp phát động và chuỗi</a:t>
            </a:r>
            <a:endParaRPr lang="en-US" sz="1500">
              <a:effectLst/>
              <a:latin typeface="Times New Roman" panose="02020603050405020304" pitchFamily="18" charset="0"/>
              <a:ea typeface="Aptos" panose="020B0004020202020204" pitchFamily="34" charset="0"/>
              <a:cs typeface="Times New Roman" panose="02020603050405020304" pitchFamily="18" charset="0"/>
            </a:endParaRPr>
          </a:p>
          <a:p>
            <a:pPr marL="457200" marR="0" indent="0" algn="just">
              <a:lnSpc>
                <a:spcPct val="120000"/>
              </a:lnSpc>
              <a:spcBef>
                <a:spcPts val="0"/>
              </a:spcBef>
              <a:spcAft>
                <a:spcPts val="0"/>
              </a:spcAft>
              <a:buNone/>
            </a:pPr>
            <a:r>
              <a:rPr lang="de-DE" sz="1500">
                <a:effectLst/>
                <a:latin typeface="Times New Roman" panose="02020603050405020304" pitchFamily="18" charset="0"/>
                <a:ea typeface="Aptos" panose="020B0004020202020204" pitchFamily="34" charset="0"/>
                <a:cs typeface="Times New Roman" panose="02020603050405020304" pitchFamily="18" charset="0"/>
              </a:rPr>
              <a:t>8.14 Mảng hai chiều cấp phát động </a:t>
            </a:r>
            <a:endParaRPr lang="en-US" sz="1500">
              <a:effectLst/>
              <a:latin typeface="Times New Roman" panose="02020603050405020304" pitchFamily="18" charset="0"/>
              <a:ea typeface="Aptos" panose="020B0004020202020204" pitchFamily="34" charset="0"/>
              <a:cs typeface="Times New Roman" panose="02020603050405020304" pitchFamily="18" charset="0"/>
            </a:endParaRPr>
          </a:p>
          <a:p>
            <a:pPr marL="457200" marR="0" indent="0" algn="just">
              <a:lnSpc>
                <a:spcPct val="120000"/>
              </a:lnSpc>
              <a:spcBef>
                <a:spcPts val="0"/>
              </a:spcBef>
              <a:spcAft>
                <a:spcPts val="0"/>
              </a:spcAft>
              <a:buNone/>
            </a:pPr>
            <a:r>
              <a:rPr lang="de-DE" sz="1500">
                <a:effectLst/>
                <a:latin typeface="Times New Roman" panose="02020603050405020304" pitchFamily="18" charset="0"/>
                <a:ea typeface="Aptos" panose="020B0004020202020204" pitchFamily="34" charset="0"/>
                <a:cs typeface="Times New Roman" panose="02020603050405020304" pitchFamily="18" charset="0"/>
              </a:rPr>
              <a:t>8.15 Con trỏ và</a:t>
            </a:r>
            <a:r>
              <a:rPr lang="en-US" sz="1500">
                <a:effectLst/>
                <a:latin typeface="Times New Roman" panose="02020603050405020304" pitchFamily="18" charset="0"/>
                <a:ea typeface="Aptos" panose="020B0004020202020204" pitchFamily="34" charset="0"/>
                <a:cs typeface="Times New Roman" panose="02020603050405020304" pitchFamily="18" charset="0"/>
              </a:rPr>
              <a:t> hàm số</a:t>
            </a:r>
          </a:p>
          <a:p>
            <a:pPr marL="914400" marR="0" indent="0" algn="just">
              <a:lnSpc>
                <a:spcPct val="120000"/>
              </a:lnSpc>
              <a:spcBef>
                <a:spcPts val="200"/>
              </a:spcBef>
              <a:spcAft>
                <a:spcPts val="0"/>
              </a:spcAft>
              <a:buNone/>
            </a:pPr>
            <a:r>
              <a:rPr lang="de-DE" sz="1500">
                <a:solidFill>
                  <a:srgbClr val="0D0D0D"/>
                </a:solidFill>
                <a:effectLst/>
                <a:latin typeface="Times New Roman" panose="02020603050405020304" pitchFamily="18" charset="0"/>
                <a:ea typeface="Aptos" panose="020B0004020202020204" pitchFamily="34" charset="0"/>
                <a:cs typeface="Times New Roman" panose="02020603050405020304" pitchFamily="18" charset="0"/>
              </a:rPr>
              <a:t>8.15.1 Hàm truyền tham số là con trỏ</a:t>
            </a:r>
            <a:endParaRPr lang="en-US" sz="15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914400" marR="0" indent="0" algn="just">
              <a:lnSpc>
                <a:spcPct val="120000"/>
              </a:lnSpc>
              <a:spcBef>
                <a:spcPts val="200"/>
              </a:spcBef>
              <a:spcAft>
                <a:spcPts val="0"/>
              </a:spcAft>
              <a:buNone/>
            </a:pPr>
            <a:r>
              <a:rPr lang="de-DE" sz="1500">
                <a:solidFill>
                  <a:srgbClr val="0D0D0D"/>
                </a:solidFill>
                <a:effectLst/>
                <a:latin typeface="Times New Roman" panose="02020603050405020304" pitchFamily="18" charset="0"/>
                <a:ea typeface="Aptos" panose="020B0004020202020204" pitchFamily="34" charset="0"/>
                <a:cs typeface="Times New Roman" panose="02020603050405020304" pitchFamily="18" charset="0"/>
              </a:rPr>
              <a:t>8.15.2 Hàm truyền tham số là tham chiếu con trỏ </a:t>
            </a:r>
            <a:endParaRPr lang="en-US" sz="15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914400" marR="0" indent="0" algn="just">
              <a:lnSpc>
                <a:spcPct val="120000"/>
              </a:lnSpc>
              <a:spcBef>
                <a:spcPts val="200"/>
              </a:spcBef>
              <a:spcAft>
                <a:spcPts val="0"/>
              </a:spcAft>
              <a:buNone/>
            </a:pPr>
            <a:r>
              <a:rPr lang="de-DE" sz="1500">
                <a:solidFill>
                  <a:srgbClr val="0D0D0D"/>
                </a:solidFill>
                <a:effectLst/>
                <a:latin typeface="Times New Roman" panose="02020603050405020304" pitchFamily="18" charset="0"/>
                <a:ea typeface="Aptos" panose="020B0004020202020204" pitchFamily="34" charset="0"/>
                <a:cs typeface="Times New Roman" panose="02020603050405020304" pitchFamily="18" charset="0"/>
              </a:rPr>
              <a:t>8.15.3 Hàm trả về con trỏ cấp phát động</a:t>
            </a:r>
            <a:endParaRPr lang="en-US" sz="150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lnSpc>
                <a:spcPct val="120000"/>
              </a:lnSpc>
            </a:pPr>
            <a:endParaRPr lang="en-US" sz="1500"/>
          </a:p>
        </p:txBody>
      </p:sp>
      <p:sp>
        <p:nvSpPr>
          <p:cNvPr id="7" name="Title 6">
            <a:extLst>
              <a:ext uri="{FF2B5EF4-FFF2-40B4-BE49-F238E27FC236}">
                <a16:creationId xmlns:a16="http://schemas.microsoft.com/office/drawing/2014/main" id="{2ED28447-C0BF-D877-BA68-81480ADB6D1B}"/>
              </a:ext>
            </a:extLst>
          </p:cNvPr>
          <p:cNvSpPr>
            <a:spLocks noGrp="1"/>
          </p:cNvSpPr>
          <p:nvPr>
            <p:ph type="title"/>
          </p:nvPr>
        </p:nvSpPr>
        <p:spPr/>
        <p:txBody>
          <a:bodyPr>
            <a:normAutofit fontScale="90000"/>
          </a:bodyPr>
          <a:lstStyle/>
          <a:p>
            <a:r>
              <a:rPr lang="en-US"/>
              <a:t>5. Nội dung môn học (tt)</a:t>
            </a:r>
          </a:p>
        </p:txBody>
      </p:sp>
    </p:spTree>
    <p:extLst>
      <p:ext uri="{BB962C8B-B14F-4D97-AF65-F5344CB8AC3E}">
        <p14:creationId xmlns:p14="http://schemas.microsoft.com/office/powerpoint/2010/main" val="1341988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3DDDC77-D978-1034-EE69-C63A277BE3ED}"/>
              </a:ext>
            </a:extLst>
          </p:cNvPr>
          <p:cNvSpPr>
            <a:spLocks noGrp="1"/>
          </p:cNvSpPr>
          <p:nvPr>
            <p:ph type="title"/>
          </p:nvPr>
        </p:nvSpPr>
        <p:spPr/>
        <p:txBody>
          <a:bodyPr>
            <a:normAutofit fontScale="90000"/>
          </a:bodyPr>
          <a:lstStyle/>
          <a:p>
            <a:r>
              <a:rPr lang="en-US"/>
              <a:t>5. Nội dung môn học (tt)</a:t>
            </a:r>
          </a:p>
        </p:txBody>
      </p:sp>
      <p:sp>
        <p:nvSpPr>
          <p:cNvPr id="9" name="Content Placeholder 8">
            <a:extLst>
              <a:ext uri="{FF2B5EF4-FFF2-40B4-BE49-F238E27FC236}">
                <a16:creationId xmlns:a16="http://schemas.microsoft.com/office/drawing/2014/main" id="{596C71F6-47C1-F57B-0A11-F25947447545}"/>
              </a:ext>
            </a:extLst>
          </p:cNvPr>
          <p:cNvSpPr>
            <a:spLocks noGrp="1"/>
          </p:cNvSpPr>
          <p:nvPr>
            <p:ph idx="1"/>
          </p:nvPr>
        </p:nvSpPr>
        <p:spPr>
          <a:xfrm>
            <a:off x="774145" y="1233824"/>
            <a:ext cx="6045755" cy="4943139"/>
          </a:xfrm>
          <a:ln>
            <a:solidFill>
              <a:schemeClr val="tx1">
                <a:lumMod val="50000"/>
              </a:schemeClr>
            </a:solidFill>
          </a:ln>
        </p:spPr>
        <p:txBody>
          <a:bodyPr/>
          <a:lstStyle/>
          <a:p>
            <a:pPr marL="0" marR="0" indent="0" algn="just">
              <a:lnSpc>
                <a:spcPct val="150000"/>
              </a:lnSpc>
              <a:spcBef>
                <a:spcPts val="1200"/>
              </a:spcBef>
              <a:spcAft>
                <a:spcPts val="0"/>
              </a:spcAft>
              <a:buNone/>
            </a:pPr>
            <a:r>
              <a:rPr lang="en-US" sz="1800" b="1" kern="0">
                <a:effectLst/>
                <a:latin typeface="Times New Roman" panose="02020603050405020304" pitchFamily="18" charset="0"/>
                <a:ea typeface="Times New Roman" panose="02020603050405020304" pitchFamily="18" charset="0"/>
                <a:cs typeface="Times New Roman" panose="02020603050405020304" pitchFamily="18" charset="0"/>
              </a:rPr>
              <a:t>CHƯƠNG 9: CẤU TRÚC</a:t>
            </a:r>
          </a:p>
          <a:p>
            <a:pPr marL="457200" marR="0" indent="0" algn="just">
              <a:lnSpc>
                <a:spcPct val="150000"/>
              </a:lnSpc>
              <a:spcBef>
                <a:spcPts val="0"/>
              </a:spcBef>
              <a:spcAft>
                <a:spcPts val="0"/>
              </a:spcAft>
              <a:buNone/>
            </a:pPr>
            <a:r>
              <a:rPr lang="en-US" sz="1800">
                <a:effectLst/>
                <a:latin typeface="Times New Roman" panose="02020603050405020304" pitchFamily="18" charset="0"/>
                <a:ea typeface="Aptos" panose="020B0004020202020204" pitchFamily="34" charset="0"/>
                <a:cs typeface="Times New Roman" panose="02020603050405020304" pitchFamily="18" charset="0"/>
              </a:rPr>
              <a:t>9.</a:t>
            </a:r>
            <a:r>
              <a:rPr lang="vi-VN" sz="1800">
                <a:effectLst/>
                <a:latin typeface="Times New Roman" panose="02020603050405020304" pitchFamily="18" charset="0"/>
                <a:ea typeface="Aptos" panose="020B0004020202020204" pitchFamily="34" charset="0"/>
                <a:cs typeface="Times New Roman" panose="02020603050405020304" pitchFamily="18" charset="0"/>
              </a:rPr>
              <a:t>1 Đặt vấn </a:t>
            </a:r>
            <a:r>
              <a:rPr lang="de-DE" sz="1800">
                <a:effectLst/>
                <a:latin typeface="Times New Roman" panose="02020603050405020304" pitchFamily="18" charset="0"/>
                <a:ea typeface="Aptos" panose="020B0004020202020204" pitchFamily="34" charset="0"/>
                <a:cs typeface="Times New Roman" panose="02020603050405020304" pitchFamily="18" charset="0"/>
              </a:rPr>
              <a:t>đề</a:t>
            </a:r>
            <a:endParaRPr lang="en-US" sz="1800">
              <a:effectLst/>
              <a:latin typeface="Times New Roman" panose="02020603050405020304" pitchFamily="18" charset="0"/>
              <a:ea typeface="Aptos" panose="020B0004020202020204" pitchFamily="34" charset="0"/>
              <a:cs typeface="Times New Roman" panose="02020603050405020304" pitchFamily="18" charset="0"/>
            </a:endParaRPr>
          </a:p>
          <a:p>
            <a:pPr marL="457200" marR="0" indent="0" algn="just">
              <a:lnSpc>
                <a:spcPct val="150000"/>
              </a:lnSpc>
              <a:spcBef>
                <a:spcPts val="0"/>
              </a:spcBef>
              <a:spcAft>
                <a:spcPts val="0"/>
              </a:spcAft>
              <a:buNone/>
            </a:pPr>
            <a:r>
              <a:rPr lang="de-DE" sz="1800">
                <a:effectLst/>
                <a:latin typeface="Times New Roman" panose="02020603050405020304" pitchFamily="18" charset="0"/>
                <a:ea typeface="Aptos" panose="020B0004020202020204" pitchFamily="34" charset="0"/>
                <a:cs typeface="Times New Roman" panose="02020603050405020304" pitchFamily="18" charset="0"/>
              </a:rPr>
              <a:t>9.2 Khai báo và khởi tạo biến cấu trúc</a:t>
            </a:r>
            <a:endParaRPr lang="en-US" sz="1800">
              <a:effectLst/>
              <a:latin typeface="Times New Roman" panose="02020603050405020304" pitchFamily="18" charset="0"/>
              <a:ea typeface="Aptos" panose="020B0004020202020204" pitchFamily="34" charset="0"/>
              <a:cs typeface="Times New Roman" panose="02020603050405020304" pitchFamily="18" charset="0"/>
            </a:endParaRPr>
          </a:p>
          <a:p>
            <a:pPr marL="457200" marR="0" indent="0" algn="just">
              <a:lnSpc>
                <a:spcPct val="150000"/>
              </a:lnSpc>
              <a:spcBef>
                <a:spcPts val="0"/>
              </a:spcBef>
              <a:spcAft>
                <a:spcPts val="0"/>
              </a:spcAft>
              <a:buNone/>
            </a:pPr>
            <a:r>
              <a:rPr lang="de-DE" sz="1800">
                <a:effectLst/>
                <a:latin typeface="Times New Roman" panose="02020603050405020304" pitchFamily="18" charset="0"/>
                <a:ea typeface="Aptos" panose="020B0004020202020204" pitchFamily="34" charset="0"/>
                <a:cs typeface="Times New Roman" panose="02020603050405020304" pitchFamily="18" charset="0"/>
              </a:rPr>
              <a:t>9.3 Kích thước của cấu trúc</a:t>
            </a:r>
            <a:endParaRPr lang="en-US" sz="1800">
              <a:effectLst/>
              <a:latin typeface="Times New Roman" panose="02020603050405020304" pitchFamily="18" charset="0"/>
              <a:ea typeface="Aptos" panose="020B0004020202020204" pitchFamily="34" charset="0"/>
              <a:cs typeface="Times New Roman" panose="02020603050405020304" pitchFamily="18" charset="0"/>
            </a:endParaRPr>
          </a:p>
          <a:p>
            <a:pPr marL="457200" marR="0" indent="0" algn="just">
              <a:lnSpc>
                <a:spcPct val="150000"/>
              </a:lnSpc>
              <a:spcBef>
                <a:spcPts val="0"/>
              </a:spcBef>
              <a:spcAft>
                <a:spcPts val="0"/>
              </a:spcAft>
              <a:buNone/>
            </a:pPr>
            <a:r>
              <a:rPr lang="de-DE" sz="1800">
                <a:effectLst/>
                <a:latin typeface="Times New Roman" panose="02020603050405020304" pitchFamily="18" charset="0"/>
                <a:ea typeface="Aptos" panose="020B0004020202020204" pitchFamily="34" charset="0"/>
                <a:cs typeface="Times New Roman" panose="02020603050405020304" pitchFamily="18" charset="0"/>
              </a:rPr>
              <a:t>9.4 Truy xuất thuộc tính của kiểu cấu trúc</a:t>
            </a:r>
            <a:endParaRPr lang="en-US" sz="1800">
              <a:effectLst/>
              <a:latin typeface="Times New Roman" panose="02020603050405020304" pitchFamily="18" charset="0"/>
              <a:ea typeface="Aptos" panose="020B0004020202020204" pitchFamily="34" charset="0"/>
              <a:cs typeface="Times New Roman" panose="02020603050405020304" pitchFamily="18" charset="0"/>
            </a:endParaRPr>
          </a:p>
          <a:p>
            <a:pPr marL="457200" marR="0" indent="0" algn="just">
              <a:lnSpc>
                <a:spcPct val="150000"/>
              </a:lnSpc>
              <a:spcBef>
                <a:spcPts val="0"/>
              </a:spcBef>
              <a:spcAft>
                <a:spcPts val="0"/>
              </a:spcAft>
              <a:buNone/>
            </a:pPr>
            <a:r>
              <a:rPr lang="de-DE" sz="1800">
                <a:effectLst/>
                <a:latin typeface="Times New Roman" panose="02020603050405020304" pitchFamily="18" charset="0"/>
                <a:ea typeface="Aptos" panose="020B0004020202020204" pitchFamily="34" charset="0"/>
                <a:cs typeface="Times New Roman" panose="02020603050405020304" pitchFamily="18" charset="0"/>
              </a:rPr>
              <a:t>9.5 Phép Gán dữ liệu kiểu cấu trúc</a:t>
            </a:r>
            <a:endParaRPr lang="en-US" sz="1800">
              <a:effectLst/>
              <a:latin typeface="Times New Roman" panose="02020603050405020304" pitchFamily="18" charset="0"/>
              <a:ea typeface="Aptos" panose="020B0004020202020204" pitchFamily="34" charset="0"/>
              <a:cs typeface="Times New Roman" panose="02020603050405020304" pitchFamily="18" charset="0"/>
            </a:endParaRPr>
          </a:p>
          <a:p>
            <a:pPr marL="457200" marR="0" indent="0" algn="just">
              <a:lnSpc>
                <a:spcPct val="150000"/>
              </a:lnSpc>
              <a:spcBef>
                <a:spcPts val="0"/>
              </a:spcBef>
              <a:spcAft>
                <a:spcPts val="0"/>
              </a:spcAft>
              <a:buNone/>
            </a:pPr>
            <a:r>
              <a:rPr lang="de-DE" sz="1800">
                <a:effectLst/>
                <a:latin typeface="Times New Roman" panose="02020603050405020304" pitchFamily="18" charset="0"/>
                <a:ea typeface="Aptos" panose="020B0004020202020204" pitchFamily="34" charset="0"/>
                <a:cs typeface="Times New Roman" panose="02020603050405020304" pitchFamily="18" charset="0"/>
              </a:rPr>
              <a:t>9.6 Mảng cấu trúc, Cấu trúc phức hợp, Cấu trúc tự trỏ</a:t>
            </a:r>
            <a:endParaRPr lang="en-US" sz="1800">
              <a:effectLst/>
              <a:latin typeface="Times New Roman" panose="02020603050405020304" pitchFamily="18" charset="0"/>
              <a:ea typeface="Aptos" panose="020B0004020202020204" pitchFamily="34" charset="0"/>
              <a:cs typeface="Times New Roman" panose="02020603050405020304" pitchFamily="18" charset="0"/>
            </a:endParaRPr>
          </a:p>
          <a:p>
            <a:pPr marL="457200" marR="0" indent="0" algn="just">
              <a:lnSpc>
                <a:spcPct val="150000"/>
              </a:lnSpc>
              <a:spcBef>
                <a:spcPts val="0"/>
              </a:spcBef>
              <a:spcAft>
                <a:spcPts val="0"/>
              </a:spcAft>
              <a:buNone/>
            </a:pPr>
            <a:r>
              <a:rPr lang="de-DE" sz="1800">
                <a:effectLst/>
                <a:latin typeface="Times New Roman" panose="02020603050405020304" pitchFamily="18" charset="0"/>
                <a:ea typeface="Aptos" panose="020B0004020202020204" pitchFamily="34" charset="0"/>
                <a:cs typeface="Times New Roman" panose="02020603050405020304" pitchFamily="18" charset="0"/>
              </a:rPr>
              <a:t>9.7 Kiểu hợp nhất union</a:t>
            </a:r>
            <a:endParaRPr lang="en-US" sz="1800">
              <a:effectLst/>
              <a:latin typeface="Times New Roman" panose="02020603050405020304" pitchFamily="18" charset="0"/>
              <a:ea typeface="Aptos" panose="020B0004020202020204" pitchFamily="34" charset="0"/>
              <a:cs typeface="Times New Roman" panose="02020603050405020304" pitchFamily="18" charset="0"/>
            </a:endParaRPr>
          </a:p>
          <a:p>
            <a:pPr marL="457200" marR="0" indent="0" algn="just">
              <a:lnSpc>
                <a:spcPct val="150000"/>
              </a:lnSpc>
              <a:spcBef>
                <a:spcPts val="0"/>
              </a:spcBef>
              <a:spcAft>
                <a:spcPts val="0"/>
              </a:spcAft>
              <a:buNone/>
            </a:pPr>
            <a:r>
              <a:rPr lang="de-DE" sz="1800">
                <a:effectLst/>
                <a:latin typeface="Times New Roman" panose="02020603050405020304" pitchFamily="18" charset="0"/>
                <a:ea typeface="Aptos" panose="020B0004020202020204" pitchFamily="34" charset="0"/>
                <a:cs typeface="Times New Roman" panose="02020603050405020304" pitchFamily="18" charset="0"/>
              </a:rPr>
              <a:t>9.8 Cấu trúc</a:t>
            </a:r>
            <a:r>
              <a:rPr lang="en-US" sz="1800">
                <a:effectLst/>
                <a:latin typeface="Times New Roman" panose="02020603050405020304" pitchFamily="18" charset="0"/>
                <a:ea typeface="Aptos" panose="020B0004020202020204" pitchFamily="34" charset="0"/>
                <a:cs typeface="Times New Roman" panose="02020603050405020304" pitchFamily="18" charset="0"/>
              </a:rPr>
              <a:t> và con trỏ</a:t>
            </a:r>
          </a:p>
          <a:p>
            <a:pPr marL="457200" marR="0" indent="0" algn="just">
              <a:lnSpc>
                <a:spcPct val="150000"/>
              </a:lnSpc>
              <a:spcBef>
                <a:spcPts val="0"/>
              </a:spcBef>
              <a:spcAft>
                <a:spcPts val="0"/>
              </a:spcAft>
              <a:buNone/>
            </a:pPr>
            <a:r>
              <a:rPr lang="de-DE" sz="1800">
                <a:effectLst/>
                <a:latin typeface="Times New Roman" panose="02020603050405020304" pitchFamily="18" charset="0"/>
                <a:ea typeface="Aptos" panose="020B0004020202020204" pitchFamily="34" charset="0"/>
                <a:cs typeface="Times New Roman" panose="02020603050405020304" pitchFamily="18" charset="0"/>
              </a:rPr>
              <a:t>9.9 Truyền cấu trúc cho hàm</a:t>
            </a:r>
            <a:endParaRPr lang="en-US" sz="1800">
              <a:effectLst/>
              <a:latin typeface="Times New Roman" panose="02020603050405020304" pitchFamily="18" charset="0"/>
              <a:ea typeface="Aptos" panose="020B0004020202020204" pitchFamily="34" charset="0"/>
              <a:cs typeface="Times New Roman" panose="02020603050405020304" pitchFamily="18" charset="0"/>
            </a:endParaRPr>
          </a:p>
          <a:p>
            <a:pPr marL="457200" marR="0" indent="0" algn="just">
              <a:lnSpc>
                <a:spcPct val="150000"/>
              </a:lnSpc>
              <a:spcBef>
                <a:spcPts val="0"/>
              </a:spcBef>
              <a:spcAft>
                <a:spcPts val="0"/>
              </a:spcAft>
              <a:buNone/>
            </a:pPr>
            <a:r>
              <a:rPr lang="de-DE" sz="1800">
                <a:effectLst/>
                <a:latin typeface="Times New Roman" panose="02020603050405020304" pitchFamily="18" charset="0"/>
                <a:ea typeface="Aptos" panose="020B0004020202020204" pitchFamily="34" charset="0"/>
                <a:cs typeface="Times New Roman" panose="02020603050405020304" pitchFamily="18" charset="0"/>
              </a:rPr>
              <a:t>9.10 Ví dụ minh họa</a:t>
            </a:r>
            <a:endParaRPr lang="en-US" sz="1800">
              <a:effectLst/>
              <a:latin typeface="Times New Roman" panose="02020603050405020304" pitchFamily="18" charset="0"/>
              <a:ea typeface="Aptos" panose="020B0004020202020204" pitchFamily="34" charset="0"/>
              <a:cs typeface="Times New Roman" panose="02020603050405020304" pitchFamily="18" charset="0"/>
            </a:endParaRPr>
          </a:p>
          <a:p>
            <a:endParaRPr lang="en-US"/>
          </a:p>
        </p:txBody>
      </p:sp>
      <p:sp>
        <p:nvSpPr>
          <p:cNvPr id="3" name="Footer Placeholder 2">
            <a:extLst>
              <a:ext uri="{FF2B5EF4-FFF2-40B4-BE49-F238E27FC236}">
                <a16:creationId xmlns:a16="http://schemas.microsoft.com/office/drawing/2014/main" id="{CEE8686F-AE45-C7BF-3CB7-85200C779D96}"/>
              </a:ext>
            </a:extLst>
          </p:cNvPr>
          <p:cNvSpPr>
            <a:spLocks noGrp="1"/>
          </p:cNvSpPr>
          <p:nvPr>
            <p:ph type="ftr" sz="quarter" idx="11"/>
          </p:nvPr>
        </p:nvSpPr>
        <p:spPr/>
        <p:txBody>
          <a:bodyPr/>
          <a:lstStyle/>
          <a:p>
            <a:r>
              <a:rPr lang="vi-VN"/>
              <a:t>Thực hiện bởi Trường Đại học Công nghệ Thông tin, ĐHQG-HCM</a:t>
            </a:r>
            <a:endParaRPr lang="vi-VN" dirty="0"/>
          </a:p>
        </p:txBody>
      </p:sp>
      <p:sp>
        <p:nvSpPr>
          <p:cNvPr id="4" name="Date Placeholder 3">
            <a:extLst>
              <a:ext uri="{FF2B5EF4-FFF2-40B4-BE49-F238E27FC236}">
                <a16:creationId xmlns:a16="http://schemas.microsoft.com/office/drawing/2014/main" id="{4BC4A530-1331-149A-DE0F-4FA934C38DB0}"/>
              </a:ext>
            </a:extLst>
          </p:cNvPr>
          <p:cNvSpPr>
            <a:spLocks noGrp="1"/>
          </p:cNvSpPr>
          <p:nvPr>
            <p:ph type="dt" sz="half" idx="13"/>
          </p:nvPr>
        </p:nvSpPr>
        <p:spPr/>
        <p:txBody>
          <a:bodyPr/>
          <a:lstStyle/>
          <a:p>
            <a:r>
              <a:rPr lang="en-US"/>
              <a:t>June 2025</a:t>
            </a:r>
            <a:endParaRPr lang="en-US" dirty="0"/>
          </a:p>
        </p:txBody>
      </p:sp>
      <p:sp>
        <p:nvSpPr>
          <p:cNvPr id="5" name="Slide Number Placeholder 4">
            <a:extLst>
              <a:ext uri="{FF2B5EF4-FFF2-40B4-BE49-F238E27FC236}">
                <a16:creationId xmlns:a16="http://schemas.microsoft.com/office/drawing/2014/main" id="{1DEF210C-DE02-1091-B8CE-BF861CD7BCFA}"/>
              </a:ext>
            </a:extLst>
          </p:cNvPr>
          <p:cNvSpPr>
            <a:spLocks noGrp="1"/>
          </p:cNvSpPr>
          <p:nvPr>
            <p:ph type="sldNum" sz="quarter" idx="12"/>
          </p:nvPr>
        </p:nvSpPr>
        <p:spPr/>
        <p:txBody>
          <a:bodyPr/>
          <a:lstStyle/>
          <a:p>
            <a:fld id="{D8B0B3AC-44A8-D142-AAF6-9A453466E1A4}" type="slidenum">
              <a:rPr lang="en-VN" smtClean="0"/>
              <a:pPr/>
              <a:t>15</a:t>
            </a:fld>
            <a:endParaRPr lang="en-VN" dirty="0"/>
          </a:p>
        </p:txBody>
      </p:sp>
    </p:spTree>
    <p:extLst>
      <p:ext uri="{BB962C8B-B14F-4D97-AF65-F5344CB8AC3E}">
        <p14:creationId xmlns:p14="http://schemas.microsoft.com/office/powerpoint/2010/main" val="8535312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F126CC3-83CF-3DCF-0722-2C4133743D32}"/>
              </a:ext>
            </a:extLst>
          </p:cNvPr>
          <p:cNvSpPr>
            <a:spLocks noGrp="1"/>
          </p:cNvSpPr>
          <p:nvPr>
            <p:ph type="title"/>
          </p:nvPr>
        </p:nvSpPr>
        <p:spPr/>
        <p:txBody>
          <a:bodyPr>
            <a:normAutofit fontScale="90000"/>
          </a:bodyPr>
          <a:lstStyle/>
          <a:p>
            <a:r>
              <a:rPr lang="en-US"/>
              <a:t>7. Nội dung Thực hành</a:t>
            </a:r>
          </a:p>
        </p:txBody>
      </p:sp>
      <p:graphicFrame>
        <p:nvGraphicFramePr>
          <p:cNvPr id="10" name="Content Placeholder 9">
            <a:extLst>
              <a:ext uri="{FF2B5EF4-FFF2-40B4-BE49-F238E27FC236}">
                <a16:creationId xmlns:a16="http://schemas.microsoft.com/office/drawing/2014/main" id="{46C01FD6-F705-3F7E-2B90-2324B47D43EC}"/>
              </a:ext>
            </a:extLst>
          </p:cNvPr>
          <p:cNvGraphicFramePr>
            <a:graphicFrameLocks noGrp="1"/>
          </p:cNvGraphicFramePr>
          <p:nvPr>
            <p:ph idx="1"/>
            <p:extLst>
              <p:ext uri="{D42A27DB-BD31-4B8C-83A1-F6EECF244321}">
                <p14:modId xmlns:p14="http://schemas.microsoft.com/office/powerpoint/2010/main" val="2917436407"/>
              </p:ext>
            </p:extLst>
          </p:nvPr>
        </p:nvGraphicFramePr>
        <p:xfrm>
          <a:off x="556260" y="958666"/>
          <a:ext cx="11445239" cy="5562600"/>
        </p:xfrm>
        <a:graphic>
          <a:graphicData uri="http://schemas.openxmlformats.org/drawingml/2006/table">
            <a:tbl>
              <a:tblPr bandRow="1">
                <a:tableStyleId>{5C22544A-7EE6-4342-B048-85BDC9FD1C3A}</a:tableStyleId>
              </a:tblPr>
              <a:tblGrid>
                <a:gridCol w="1667268">
                  <a:extLst>
                    <a:ext uri="{9D8B030D-6E8A-4147-A177-3AD203B41FA5}">
                      <a16:colId xmlns:a16="http://schemas.microsoft.com/office/drawing/2014/main" val="2237565984"/>
                    </a:ext>
                  </a:extLst>
                </a:gridCol>
                <a:gridCol w="2450072">
                  <a:extLst>
                    <a:ext uri="{9D8B030D-6E8A-4147-A177-3AD203B41FA5}">
                      <a16:colId xmlns:a16="http://schemas.microsoft.com/office/drawing/2014/main" val="1784366351"/>
                    </a:ext>
                  </a:extLst>
                </a:gridCol>
                <a:gridCol w="3380154">
                  <a:extLst>
                    <a:ext uri="{9D8B030D-6E8A-4147-A177-3AD203B41FA5}">
                      <a16:colId xmlns:a16="http://schemas.microsoft.com/office/drawing/2014/main" val="487009813"/>
                    </a:ext>
                  </a:extLst>
                </a:gridCol>
                <a:gridCol w="3947745">
                  <a:extLst>
                    <a:ext uri="{9D8B030D-6E8A-4147-A177-3AD203B41FA5}">
                      <a16:colId xmlns:a16="http://schemas.microsoft.com/office/drawing/2014/main" val="2398354103"/>
                    </a:ext>
                  </a:extLst>
                </a:gridCol>
              </a:tblGrid>
              <a:tr h="273876">
                <a:tc>
                  <a:txBody>
                    <a:bodyPr/>
                    <a:lstStyle/>
                    <a:p>
                      <a:pPr marL="0" marR="0" algn="ctr">
                        <a:lnSpc>
                          <a:spcPct val="100000"/>
                        </a:lnSpc>
                        <a:spcBef>
                          <a:spcPts val="600"/>
                        </a:spcBef>
                        <a:spcAft>
                          <a:spcPts val="0"/>
                        </a:spcAft>
                      </a:pPr>
                      <a:r>
                        <a:rPr lang="en-US" sz="1600" b="1" dirty="0">
                          <a:solidFill>
                            <a:schemeClr val="tx1">
                              <a:lumMod val="50000"/>
                            </a:schemeClr>
                          </a:solidFill>
                          <a:effectLst/>
                          <a:latin typeface="Arial" panose="020B0604020202020204" pitchFamily="34" charset="0"/>
                          <a:cs typeface="Arial" panose="020B0604020202020204" pitchFamily="34" charset="0"/>
                        </a:rPr>
                        <a:t>Assignment </a:t>
                      </a:r>
                    </a:p>
                    <a:p>
                      <a:pPr marL="0" marR="0" algn="ctr">
                        <a:lnSpc>
                          <a:spcPct val="100000"/>
                        </a:lnSpc>
                        <a:spcBef>
                          <a:spcPts val="600"/>
                        </a:spcBef>
                        <a:spcAft>
                          <a:spcPts val="0"/>
                        </a:spcAft>
                      </a:pPr>
                      <a:r>
                        <a:rPr lang="en-US" sz="1600" b="1" dirty="0" err="1">
                          <a:solidFill>
                            <a:schemeClr val="tx1">
                              <a:lumMod val="50000"/>
                            </a:schemeClr>
                          </a:solidFill>
                          <a:effectLst/>
                          <a:latin typeface="Arial" panose="020B0604020202020204" pitchFamily="34" charset="0"/>
                          <a:cs typeface="Arial" panose="020B0604020202020204" pitchFamily="34" charset="0"/>
                        </a:rPr>
                        <a:t>chủ</a:t>
                      </a:r>
                      <a:r>
                        <a:rPr lang="en-US" sz="1600" b="1" dirty="0">
                          <a:solidFill>
                            <a:schemeClr val="tx1">
                              <a:lumMod val="50000"/>
                            </a:schemeClr>
                          </a:solidFill>
                          <a:effectLst/>
                          <a:latin typeface="Arial" panose="020B0604020202020204" pitchFamily="34" charset="0"/>
                          <a:cs typeface="Arial" panose="020B0604020202020204" pitchFamily="34" charset="0"/>
                        </a:rPr>
                        <a:t> </a:t>
                      </a:r>
                      <a:r>
                        <a:rPr lang="en-US" sz="1600" b="1" dirty="0" err="1">
                          <a:solidFill>
                            <a:schemeClr val="tx1">
                              <a:lumMod val="50000"/>
                            </a:schemeClr>
                          </a:solidFill>
                          <a:effectLst/>
                          <a:latin typeface="Arial" panose="020B0604020202020204" pitchFamily="34" charset="0"/>
                          <a:cs typeface="Arial" panose="020B0604020202020204" pitchFamily="34" charset="0"/>
                        </a:rPr>
                        <a:t>đề</a:t>
                      </a:r>
                      <a:endParaRPr lang="en-US" sz="1600" b="1" dirty="0">
                        <a:solidFill>
                          <a:schemeClr val="tx1">
                            <a:lumMod val="50000"/>
                          </a:schemeClr>
                        </a:solidFill>
                        <a:effectLst/>
                        <a:latin typeface="Arial" panose="020B0604020202020204" pitchFamily="34" charset="0"/>
                        <a:ea typeface="Aptos" panose="020B0004020202020204" pitchFamily="34" charset="0"/>
                        <a:cs typeface="Arial" panose="020B0604020202020204" pitchFamily="34" charset="0"/>
                      </a:endParaRPr>
                    </a:p>
                  </a:txBody>
                  <a:tcPr marL="32957" marR="329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0000"/>
                        </a:lnSpc>
                        <a:spcBef>
                          <a:spcPts val="600"/>
                        </a:spcBef>
                        <a:spcAft>
                          <a:spcPts val="0"/>
                        </a:spcAft>
                      </a:pPr>
                      <a:r>
                        <a:rPr lang="vi-VN" sz="1600" b="1" dirty="0">
                          <a:solidFill>
                            <a:schemeClr val="tx1">
                              <a:lumMod val="50000"/>
                            </a:schemeClr>
                          </a:solidFill>
                          <a:effectLst/>
                          <a:latin typeface="Arial" panose="020B0604020202020204" pitchFamily="34" charset="0"/>
                          <a:ea typeface="Aptos" panose="020B0004020202020204" pitchFamily="34" charset="0"/>
                          <a:cs typeface="Arial" panose="020B0604020202020204" pitchFamily="34" charset="0"/>
                        </a:rPr>
                        <a:t>Các Assignment</a:t>
                      </a:r>
                      <a:r>
                        <a:rPr lang="en-US" sz="1600" b="1" dirty="0">
                          <a:solidFill>
                            <a:schemeClr val="tx1">
                              <a:lumMod val="50000"/>
                            </a:schemeClr>
                          </a:solidFill>
                          <a:effectLst/>
                          <a:latin typeface="Arial" panose="020B0604020202020204" pitchFamily="34" charset="0"/>
                          <a:ea typeface="Aptos" panose="020B0004020202020204" pitchFamily="34" charset="0"/>
                          <a:cs typeface="Arial" panose="020B0604020202020204" pitchFamily="34" charset="0"/>
                        </a:rPr>
                        <a:t> </a:t>
                      </a:r>
                      <a:r>
                        <a:rPr lang="en-US" sz="1600" b="1" dirty="0" err="1">
                          <a:solidFill>
                            <a:schemeClr val="tx1">
                              <a:lumMod val="50000"/>
                            </a:schemeClr>
                          </a:solidFill>
                          <a:effectLst/>
                          <a:latin typeface="Arial" panose="020B0604020202020204" pitchFamily="34" charset="0"/>
                          <a:ea typeface="Aptos" panose="020B0004020202020204" pitchFamily="34" charset="0"/>
                          <a:cs typeface="Arial" panose="020B0604020202020204" pitchFamily="34" charset="0"/>
                        </a:rPr>
                        <a:t>nhỏ</a:t>
                      </a:r>
                      <a:r>
                        <a:rPr lang="en-US" sz="1600" b="1" dirty="0">
                          <a:solidFill>
                            <a:schemeClr val="tx1">
                              <a:lumMod val="50000"/>
                            </a:schemeClr>
                          </a:solidFill>
                          <a:effectLst/>
                          <a:latin typeface="Arial" panose="020B0604020202020204" pitchFamily="34" charset="0"/>
                          <a:ea typeface="Aptos" panose="020B0004020202020204" pitchFamily="34" charset="0"/>
                          <a:cs typeface="Arial" panose="020B0604020202020204" pitchFamily="34" charset="0"/>
                        </a:rPr>
                        <a:t> </a:t>
                      </a:r>
                      <a:r>
                        <a:rPr lang="vi-VN" sz="1600" b="1" dirty="0">
                          <a:solidFill>
                            <a:schemeClr val="tx1">
                              <a:lumMod val="50000"/>
                            </a:schemeClr>
                          </a:solidFill>
                          <a:effectLst/>
                          <a:latin typeface="Arial" panose="020B0604020202020204" pitchFamily="34" charset="0"/>
                          <a:ea typeface="Aptos" panose="020B0004020202020204" pitchFamily="34" charset="0"/>
                          <a:cs typeface="Arial" panose="020B0604020202020204" pitchFamily="34" charset="0"/>
                        </a:rPr>
                        <a:t>tương ứng</a:t>
                      </a:r>
                    </a:p>
                  </a:txBody>
                  <a:tcPr marL="32957" marR="329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0000"/>
                        </a:lnSpc>
                        <a:spcBef>
                          <a:spcPts val="600"/>
                        </a:spcBef>
                        <a:spcAft>
                          <a:spcPts val="0"/>
                        </a:spcAft>
                      </a:pPr>
                      <a:r>
                        <a:rPr lang="vi-VN" sz="1600" b="1">
                          <a:solidFill>
                            <a:schemeClr val="tx1">
                              <a:lumMod val="50000"/>
                            </a:schemeClr>
                          </a:solidFill>
                          <a:effectLst/>
                          <a:latin typeface="Arial" panose="020B0604020202020204" pitchFamily="34" charset="0"/>
                          <a:cs typeface="Arial" panose="020B0604020202020204" pitchFamily="34" charset="0"/>
                        </a:rPr>
                        <a:t>Nội dung</a:t>
                      </a:r>
                      <a:endParaRPr lang="en-US" sz="1600" b="1">
                        <a:solidFill>
                          <a:schemeClr val="tx1">
                            <a:lumMod val="50000"/>
                          </a:schemeClr>
                        </a:solidFill>
                        <a:effectLst/>
                        <a:latin typeface="Arial" panose="020B0604020202020204" pitchFamily="34" charset="0"/>
                        <a:ea typeface="Aptos" panose="020B0004020202020204" pitchFamily="34" charset="0"/>
                        <a:cs typeface="Arial" panose="020B0604020202020204" pitchFamily="34" charset="0"/>
                      </a:endParaRPr>
                    </a:p>
                  </a:txBody>
                  <a:tcPr marL="32957" marR="329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0000"/>
                        </a:lnSpc>
                        <a:spcBef>
                          <a:spcPts val="600"/>
                        </a:spcBef>
                        <a:spcAft>
                          <a:spcPts val="1000"/>
                        </a:spcAft>
                      </a:pPr>
                      <a:r>
                        <a:rPr lang="vi-VN" sz="1600" b="1">
                          <a:solidFill>
                            <a:schemeClr val="tx1">
                              <a:lumMod val="50000"/>
                            </a:schemeClr>
                          </a:solidFill>
                          <a:effectLst/>
                          <a:latin typeface="Arial" panose="020B0604020202020204" pitchFamily="34" charset="0"/>
                          <a:cs typeface="Arial" panose="020B0604020202020204" pitchFamily="34" charset="0"/>
                        </a:rPr>
                        <a:t>Danh sách bài tập mẫu (có video)</a:t>
                      </a:r>
                      <a:endParaRPr lang="en-US" sz="1600" b="1">
                        <a:solidFill>
                          <a:schemeClr val="tx1">
                            <a:lumMod val="50000"/>
                          </a:schemeClr>
                        </a:solidFill>
                        <a:effectLst/>
                        <a:latin typeface="Arial" panose="020B0604020202020204" pitchFamily="34" charset="0"/>
                        <a:ea typeface="Aptos" panose="020B0004020202020204" pitchFamily="34" charset="0"/>
                        <a:cs typeface="Arial" panose="020B0604020202020204" pitchFamily="34" charset="0"/>
                      </a:endParaRPr>
                    </a:p>
                  </a:txBody>
                  <a:tcPr marL="32957" marR="329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4415272"/>
                  </a:ext>
                </a:extLst>
              </a:tr>
              <a:tr h="868958">
                <a:tc>
                  <a:txBody>
                    <a:bodyPr/>
                    <a:lstStyle/>
                    <a:p>
                      <a:pPr marL="0" marR="0" algn="ctr">
                        <a:lnSpc>
                          <a:spcPct val="100000"/>
                        </a:lnSpc>
                        <a:spcBef>
                          <a:spcPts val="600"/>
                        </a:spcBef>
                        <a:spcAft>
                          <a:spcPts val="0"/>
                        </a:spcAft>
                      </a:pPr>
                      <a:r>
                        <a:rPr lang="en-US" sz="1600" dirty="0">
                          <a:solidFill>
                            <a:schemeClr val="tx1">
                              <a:lumMod val="50000"/>
                            </a:schemeClr>
                          </a:solidFill>
                          <a:effectLst/>
                          <a:latin typeface="Arial" panose="020B0604020202020204" pitchFamily="34" charset="0"/>
                          <a:cs typeface="Arial" panose="020B0604020202020204" pitchFamily="34" charset="0"/>
                        </a:rPr>
                        <a:t>Assignment</a:t>
                      </a:r>
                      <a:r>
                        <a:rPr lang="vi-VN" sz="1600" dirty="0">
                          <a:solidFill>
                            <a:schemeClr val="tx1">
                              <a:lumMod val="50000"/>
                            </a:schemeClr>
                          </a:solidFill>
                          <a:effectLst/>
                          <a:latin typeface="Arial" panose="020B0604020202020204" pitchFamily="34" charset="0"/>
                          <a:cs typeface="Arial" panose="020B0604020202020204" pitchFamily="34" charset="0"/>
                        </a:rPr>
                        <a:t> 1 </a:t>
                      </a:r>
                      <a:r>
                        <a:rPr lang="en-US" sz="1600" dirty="0">
                          <a:solidFill>
                            <a:schemeClr val="tx1">
                              <a:lumMod val="50000"/>
                            </a:schemeClr>
                          </a:solidFill>
                          <a:effectLst/>
                          <a:latin typeface="Arial" panose="020B0604020202020204" pitchFamily="34" charset="0"/>
                          <a:cs typeface="Arial" panose="020B0604020202020204" pitchFamily="34" charset="0"/>
                        </a:rPr>
                        <a:t> </a:t>
                      </a:r>
                      <a:endParaRPr lang="en-US" sz="1600" dirty="0">
                        <a:solidFill>
                          <a:schemeClr val="tx1">
                            <a:lumMod val="50000"/>
                          </a:schemeClr>
                        </a:solidFill>
                        <a:effectLst/>
                        <a:latin typeface="Arial" panose="020B0604020202020204" pitchFamily="34" charset="0"/>
                        <a:ea typeface="Aptos" panose="020B0004020202020204" pitchFamily="34" charset="0"/>
                        <a:cs typeface="Arial" panose="020B0604020202020204" pitchFamily="34" charset="0"/>
                      </a:endParaRPr>
                    </a:p>
                  </a:txBody>
                  <a:tcPr marL="32957" marR="329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de-DE" sz="1600" kern="1200" dirty="0">
                          <a:solidFill>
                            <a:schemeClr val="tx1">
                              <a:lumMod val="50000"/>
                            </a:schemeClr>
                          </a:solidFill>
                          <a:effectLst/>
                          <a:latin typeface="Arial" panose="020B0604020202020204" pitchFamily="34" charset="0"/>
                          <a:ea typeface="+mn-ea"/>
                          <a:cs typeface="Arial" panose="020B0604020202020204" pitchFamily="34" charset="0"/>
                        </a:rPr>
                        <a:t>Assignment 1 (pre-class)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accent1">
                              <a:lumMod val="50000"/>
                            </a:schemeClr>
                          </a:solidFill>
                          <a:effectLst/>
                          <a:latin typeface="Arial" panose="020B0604020202020204" pitchFamily="34" charset="0"/>
                          <a:cs typeface="Arial" panose="020B0604020202020204" pitchFamily="34" charset="0"/>
                        </a:rPr>
                        <a:t>(LMS – </a:t>
                      </a:r>
                      <a:r>
                        <a:rPr lang="en-US" sz="1600" b="1" dirty="0" err="1">
                          <a:solidFill>
                            <a:schemeClr val="accent1">
                              <a:lumMod val="50000"/>
                            </a:schemeClr>
                          </a:solidFill>
                          <a:effectLst/>
                          <a:latin typeface="Arial" panose="020B0604020202020204" pitchFamily="34" charset="0"/>
                          <a:cs typeface="Arial" panose="020B0604020202020204" pitchFamily="34" charset="0"/>
                        </a:rPr>
                        <a:t>Tuần</a:t>
                      </a:r>
                      <a:r>
                        <a:rPr lang="en-US" sz="1600" b="1" dirty="0">
                          <a:solidFill>
                            <a:schemeClr val="accent1">
                              <a:lumMod val="50000"/>
                            </a:schemeClr>
                          </a:solidFill>
                          <a:effectLst/>
                          <a:latin typeface="Arial" panose="020B0604020202020204" pitchFamily="34" charset="0"/>
                          <a:cs typeface="Arial" panose="020B0604020202020204" pitchFamily="34" charset="0"/>
                        </a:rPr>
                        <a:t> 4)</a:t>
                      </a:r>
                    </a:p>
                    <a:p>
                      <a:endParaRPr lang="en-US" sz="1600" kern="1200" dirty="0">
                        <a:solidFill>
                          <a:schemeClr val="tx1">
                            <a:lumMod val="50000"/>
                          </a:schemeClr>
                        </a:solidFill>
                        <a:effectLst/>
                        <a:latin typeface="Arial" panose="020B0604020202020204" pitchFamily="34" charset="0"/>
                        <a:ea typeface="+mn-ea"/>
                        <a:cs typeface="Arial" panose="020B0604020202020204" pitchFamily="34" charset="0"/>
                      </a:endParaRPr>
                    </a:p>
                    <a:p>
                      <a:r>
                        <a:rPr lang="de-DE" sz="1600" kern="1200" dirty="0">
                          <a:solidFill>
                            <a:schemeClr val="tx1">
                              <a:lumMod val="50000"/>
                            </a:schemeClr>
                          </a:solidFill>
                          <a:effectLst/>
                          <a:latin typeface="Arial" panose="020B0604020202020204" pitchFamily="34" charset="0"/>
                          <a:ea typeface="+mn-ea"/>
                          <a:cs typeface="Arial" panose="020B0604020202020204" pitchFamily="34" charset="0"/>
                        </a:rPr>
                        <a:t>Assignment 1 (in-class)</a:t>
                      </a:r>
                      <a:endParaRPr lang="en-US" sz="1600" kern="1200" dirty="0">
                        <a:solidFill>
                          <a:schemeClr val="tx1">
                            <a:lumMod val="50000"/>
                          </a:schemeClr>
                        </a:solidFill>
                        <a:effectLst/>
                        <a:latin typeface="Arial" panose="020B0604020202020204" pitchFamily="34" charset="0"/>
                        <a:ea typeface="+mn-ea"/>
                        <a:cs typeface="Arial" panose="020B0604020202020204" pitchFamily="34" charset="0"/>
                      </a:endParaRPr>
                    </a:p>
                    <a:p>
                      <a:r>
                        <a:rPr lang="de-DE" sz="1600" kern="1200" dirty="0">
                          <a:solidFill>
                            <a:schemeClr val="tx1">
                              <a:lumMod val="50000"/>
                            </a:schemeClr>
                          </a:solidFill>
                          <a:effectLst/>
                          <a:latin typeface="Arial" panose="020B0604020202020204" pitchFamily="34" charset="0"/>
                          <a:ea typeface="+mn-ea"/>
                          <a:cs typeface="Arial" panose="020B0604020202020204" pitchFamily="34" charset="0"/>
                        </a:rPr>
                        <a:t>Assignment 1 (post-class)</a:t>
                      </a:r>
                      <a:endParaRPr lang="en-US" sz="1600" kern="1200" dirty="0">
                        <a:solidFill>
                          <a:schemeClr val="tx1">
                            <a:lumMod val="50000"/>
                          </a:schemeClr>
                        </a:solidFill>
                        <a:effectLst/>
                        <a:latin typeface="Arial" panose="020B0604020202020204" pitchFamily="34" charset="0"/>
                        <a:ea typeface="+mn-ea"/>
                        <a:cs typeface="Arial" panose="020B0604020202020204" pitchFamily="34" charset="0"/>
                      </a:endParaRPr>
                    </a:p>
                  </a:txBody>
                  <a:tcPr marL="32957" marR="329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marR="0" lvl="0" indent="-342900">
                        <a:lnSpc>
                          <a:spcPct val="100000"/>
                        </a:lnSpc>
                        <a:spcBef>
                          <a:spcPts val="600"/>
                        </a:spcBef>
                        <a:spcAft>
                          <a:spcPts val="0"/>
                        </a:spcAft>
                        <a:buFont typeface="Arial" panose="020B0604020202020204" pitchFamily="34" charset="0"/>
                        <a:buChar char="●"/>
                      </a:pPr>
                      <a:r>
                        <a:rPr lang="vi-VN" sz="1600" dirty="0">
                          <a:solidFill>
                            <a:schemeClr val="tx1">
                              <a:lumMod val="50000"/>
                            </a:schemeClr>
                          </a:solidFill>
                          <a:effectLst/>
                          <a:latin typeface="Arial" panose="020B0604020202020204" pitchFamily="34" charset="0"/>
                          <a:cs typeface="Arial" panose="020B0604020202020204" pitchFamily="34" charset="0"/>
                        </a:rPr>
                        <a:t>Làm quen với công cụ lập trình Wecode.</a:t>
                      </a:r>
                      <a:endParaRPr lang="en-US" sz="1600" dirty="0">
                        <a:solidFill>
                          <a:schemeClr val="tx1">
                            <a:lumMod val="50000"/>
                          </a:schemeClr>
                        </a:solidFill>
                        <a:effectLst/>
                        <a:latin typeface="Arial" panose="020B0604020202020204" pitchFamily="34" charset="0"/>
                        <a:cs typeface="Arial" panose="020B0604020202020204" pitchFamily="34" charset="0"/>
                      </a:endParaRPr>
                    </a:p>
                    <a:p>
                      <a:pPr marL="342900" marR="0" lvl="0" indent="-342900">
                        <a:lnSpc>
                          <a:spcPct val="100000"/>
                        </a:lnSpc>
                        <a:spcBef>
                          <a:spcPts val="600"/>
                        </a:spcBef>
                        <a:spcAft>
                          <a:spcPts val="0"/>
                        </a:spcAft>
                        <a:buFont typeface="Arial" panose="020B0604020202020204" pitchFamily="34" charset="0"/>
                        <a:buChar char="●"/>
                      </a:pPr>
                      <a:r>
                        <a:rPr lang="vi-VN" sz="1600" dirty="0">
                          <a:solidFill>
                            <a:schemeClr val="tx1">
                              <a:lumMod val="50000"/>
                            </a:schemeClr>
                          </a:solidFill>
                          <a:effectLst/>
                          <a:latin typeface="Arial" panose="020B0604020202020204" pitchFamily="34" charset="0"/>
                          <a:cs typeface="Arial" panose="020B0604020202020204" pitchFamily="34" charset="0"/>
                        </a:rPr>
                        <a:t>Làm quen với hệ thống wecode</a:t>
                      </a:r>
                      <a:endParaRPr lang="en-US" sz="1600" dirty="0">
                        <a:solidFill>
                          <a:schemeClr val="tx1">
                            <a:lumMod val="50000"/>
                          </a:schemeClr>
                        </a:solidFill>
                        <a:effectLst/>
                        <a:latin typeface="Arial" panose="020B0604020202020204" pitchFamily="34" charset="0"/>
                        <a:cs typeface="Arial" panose="020B0604020202020204" pitchFamily="34" charset="0"/>
                      </a:endParaRPr>
                    </a:p>
                    <a:p>
                      <a:pPr marL="342900" marR="0" lvl="0" indent="-342900">
                        <a:lnSpc>
                          <a:spcPct val="100000"/>
                        </a:lnSpc>
                        <a:spcBef>
                          <a:spcPts val="600"/>
                        </a:spcBef>
                        <a:spcAft>
                          <a:spcPts val="0"/>
                        </a:spcAft>
                        <a:buFont typeface="Arial" panose="020B0604020202020204" pitchFamily="34" charset="0"/>
                        <a:buChar char="●"/>
                      </a:pPr>
                      <a:r>
                        <a:rPr lang="vi-VN" sz="1600" dirty="0">
                          <a:solidFill>
                            <a:schemeClr val="tx1">
                              <a:lumMod val="50000"/>
                            </a:schemeClr>
                          </a:solidFill>
                          <a:effectLst/>
                          <a:latin typeface="Arial" panose="020B0604020202020204" pitchFamily="34" charset="0"/>
                          <a:cs typeface="Arial" panose="020B0604020202020204" pitchFamily="34" charset="0"/>
                        </a:rPr>
                        <a:t>Viết và biên dịch một chương trình đơn giản.</a:t>
                      </a:r>
                      <a:endParaRPr lang="en-US" sz="1600" dirty="0">
                        <a:solidFill>
                          <a:schemeClr val="tx1">
                            <a:lumMod val="50000"/>
                          </a:schemeClr>
                        </a:solidFill>
                        <a:effectLst/>
                        <a:latin typeface="Arial" panose="020B0604020202020204" pitchFamily="34" charset="0"/>
                        <a:cs typeface="Arial" panose="020B0604020202020204" pitchFamily="34" charset="0"/>
                      </a:endParaRPr>
                    </a:p>
                    <a:p>
                      <a:pPr marL="342900" marR="0" lvl="0" indent="-342900">
                        <a:lnSpc>
                          <a:spcPct val="100000"/>
                        </a:lnSpc>
                        <a:spcBef>
                          <a:spcPts val="600"/>
                        </a:spcBef>
                        <a:spcAft>
                          <a:spcPts val="0"/>
                        </a:spcAft>
                        <a:buFont typeface="Arial" panose="020B0604020202020204" pitchFamily="34" charset="0"/>
                        <a:buChar char="●"/>
                      </a:pPr>
                      <a:r>
                        <a:rPr lang="vi-VN" sz="1600" dirty="0">
                          <a:solidFill>
                            <a:schemeClr val="tx1">
                              <a:lumMod val="50000"/>
                            </a:schemeClr>
                          </a:solidFill>
                          <a:effectLst/>
                          <a:latin typeface="Arial" panose="020B0604020202020204" pitchFamily="34" charset="0"/>
                          <a:cs typeface="Arial" panose="020B0604020202020204" pitchFamily="34" charset="0"/>
                        </a:rPr>
                        <a:t>Biên dịch và khắc phục một số lỗi thường gặp.</a:t>
                      </a:r>
                      <a:endParaRPr lang="en-US" sz="1600" dirty="0">
                        <a:solidFill>
                          <a:schemeClr val="tx1">
                            <a:lumMod val="50000"/>
                          </a:schemeClr>
                        </a:solidFill>
                        <a:effectLst/>
                        <a:latin typeface="Arial" panose="020B0604020202020204" pitchFamily="34" charset="0"/>
                        <a:ea typeface="Noto Sans Symbols"/>
                        <a:cs typeface="Arial" panose="020B0604020202020204" pitchFamily="34" charset="0"/>
                      </a:endParaRPr>
                    </a:p>
                  </a:txBody>
                  <a:tcPr marL="32957" marR="329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1" indent="0">
                        <a:lnSpc>
                          <a:spcPct val="100000"/>
                        </a:lnSpc>
                        <a:spcBef>
                          <a:spcPts val="600"/>
                        </a:spcBef>
                        <a:spcAft>
                          <a:spcPts val="0"/>
                        </a:spcAft>
                        <a:buFont typeface="+mj-lt"/>
                        <a:buNone/>
                      </a:pPr>
                      <a:r>
                        <a:rPr lang="en-US" sz="1600" dirty="0">
                          <a:solidFill>
                            <a:schemeClr val="tx1">
                              <a:lumMod val="50000"/>
                            </a:schemeClr>
                          </a:solidFill>
                          <a:effectLst/>
                          <a:latin typeface="Arial" panose="020B0604020202020204" pitchFamily="34" charset="0"/>
                          <a:cs typeface="Arial" panose="020B0604020202020204" pitchFamily="34" charset="0"/>
                        </a:rPr>
                        <a:t>1.1 </a:t>
                      </a:r>
                      <a:r>
                        <a:rPr lang="vi-VN" sz="1600" dirty="0">
                          <a:solidFill>
                            <a:schemeClr val="tx1">
                              <a:lumMod val="50000"/>
                            </a:schemeClr>
                          </a:solidFill>
                          <a:effectLst/>
                          <a:latin typeface="Arial" panose="020B0604020202020204" pitchFamily="34" charset="0"/>
                          <a:cs typeface="Arial" panose="020B0604020202020204" pitchFamily="34" charset="0"/>
                        </a:rPr>
                        <a:t>Mã ASCII của ký tự</a:t>
                      </a:r>
                      <a:endParaRPr lang="en-US" sz="1600" dirty="0">
                        <a:solidFill>
                          <a:schemeClr val="tx1">
                            <a:lumMod val="50000"/>
                          </a:schemeClr>
                        </a:solidFill>
                        <a:effectLst/>
                        <a:latin typeface="Arial" panose="020B0604020202020204" pitchFamily="34" charset="0"/>
                        <a:cs typeface="Arial" panose="020B0604020202020204" pitchFamily="34" charset="0"/>
                      </a:endParaRPr>
                    </a:p>
                    <a:p>
                      <a:pPr marL="0" marR="0" lvl="1" indent="0">
                        <a:lnSpc>
                          <a:spcPct val="100000"/>
                        </a:lnSpc>
                        <a:spcBef>
                          <a:spcPts val="600"/>
                        </a:spcBef>
                        <a:spcAft>
                          <a:spcPts val="0"/>
                        </a:spcAft>
                        <a:buFont typeface="+mj-lt"/>
                        <a:buNone/>
                      </a:pPr>
                      <a:r>
                        <a:rPr lang="en-US" sz="1600" dirty="0">
                          <a:solidFill>
                            <a:schemeClr val="tx1">
                              <a:lumMod val="50000"/>
                            </a:schemeClr>
                          </a:solidFill>
                          <a:effectLst/>
                          <a:latin typeface="Arial" panose="020B0604020202020204" pitchFamily="34" charset="0"/>
                          <a:cs typeface="Arial" panose="020B0604020202020204" pitchFamily="34" charset="0"/>
                        </a:rPr>
                        <a:t>1.2 </a:t>
                      </a:r>
                      <a:r>
                        <a:rPr lang="vi-VN" sz="1600" dirty="0">
                          <a:solidFill>
                            <a:schemeClr val="tx1">
                              <a:lumMod val="50000"/>
                            </a:schemeClr>
                          </a:solidFill>
                          <a:effectLst/>
                          <a:latin typeface="Arial" panose="020B0604020202020204" pitchFamily="34" charset="0"/>
                          <a:cs typeface="Arial" panose="020B0604020202020204" pitchFamily="34" charset="0"/>
                        </a:rPr>
                        <a:t>Tính diện tích tam giác</a:t>
                      </a:r>
                      <a:endParaRPr lang="en-US" sz="1600" dirty="0">
                        <a:solidFill>
                          <a:schemeClr val="tx1">
                            <a:lumMod val="50000"/>
                          </a:schemeClr>
                        </a:solidFill>
                        <a:effectLst/>
                        <a:latin typeface="Arial" panose="020B0604020202020204" pitchFamily="34" charset="0"/>
                        <a:cs typeface="Arial" panose="020B0604020202020204" pitchFamily="34" charset="0"/>
                      </a:endParaRPr>
                    </a:p>
                    <a:p>
                      <a:pPr marL="0" marR="0">
                        <a:lnSpc>
                          <a:spcPct val="100000"/>
                        </a:lnSpc>
                        <a:spcBef>
                          <a:spcPts val="600"/>
                        </a:spcBef>
                        <a:spcAft>
                          <a:spcPts val="0"/>
                        </a:spcAft>
                      </a:pPr>
                      <a:r>
                        <a:rPr lang="vi-VN" sz="1600" dirty="0">
                          <a:solidFill>
                            <a:schemeClr val="tx1">
                              <a:lumMod val="50000"/>
                            </a:schemeClr>
                          </a:solidFill>
                          <a:effectLst/>
                          <a:latin typeface="Arial" panose="020B0604020202020204" pitchFamily="34" charset="0"/>
                          <a:cs typeface="Arial" panose="020B0604020202020204" pitchFamily="34" charset="0"/>
                        </a:rPr>
                        <a:t>1.3 Nhập xuất thông tin của một sinh viên</a:t>
                      </a:r>
                      <a:endParaRPr lang="en-US" sz="1600" dirty="0">
                        <a:solidFill>
                          <a:schemeClr val="tx1">
                            <a:lumMod val="50000"/>
                          </a:schemeClr>
                        </a:solidFill>
                        <a:effectLst/>
                        <a:latin typeface="Arial" panose="020B0604020202020204" pitchFamily="34" charset="0"/>
                        <a:ea typeface="Aptos" panose="020B0004020202020204" pitchFamily="34" charset="0"/>
                        <a:cs typeface="Arial" panose="020B0604020202020204" pitchFamily="34" charset="0"/>
                      </a:endParaRPr>
                    </a:p>
                  </a:txBody>
                  <a:tcPr marL="32957" marR="329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5959218"/>
                  </a:ext>
                </a:extLst>
              </a:tr>
              <a:tr h="541314">
                <a:tc>
                  <a:txBody>
                    <a:bodyPr/>
                    <a:lstStyle/>
                    <a:p>
                      <a:pPr marL="0" marR="0" algn="ctr">
                        <a:lnSpc>
                          <a:spcPct val="100000"/>
                        </a:lnSpc>
                        <a:spcBef>
                          <a:spcPts val="600"/>
                        </a:spcBef>
                        <a:spcAft>
                          <a:spcPts val="0"/>
                        </a:spcAft>
                      </a:pPr>
                      <a:r>
                        <a:rPr lang="vi-VN" sz="1600" dirty="0">
                          <a:solidFill>
                            <a:schemeClr val="tx1">
                              <a:lumMod val="50000"/>
                            </a:schemeClr>
                          </a:solidFill>
                          <a:effectLst/>
                          <a:latin typeface="Arial" panose="020B0604020202020204" pitchFamily="34" charset="0"/>
                          <a:cs typeface="Arial" panose="020B0604020202020204" pitchFamily="34" charset="0"/>
                        </a:rPr>
                        <a:t>Assignment 2</a:t>
                      </a:r>
                      <a:endParaRPr lang="en-US" sz="1600" dirty="0">
                        <a:solidFill>
                          <a:schemeClr val="tx1">
                            <a:lumMod val="50000"/>
                          </a:schemeClr>
                        </a:solidFill>
                        <a:effectLst/>
                        <a:latin typeface="Arial" panose="020B0604020202020204" pitchFamily="34" charset="0"/>
                        <a:ea typeface="Aptos" panose="020B0004020202020204" pitchFamily="34" charset="0"/>
                        <a:cs typeface="Arial" panose="020B0604020202020204" pitchFamily="34" charset="0"/>
                      </a:endParaRPr>
                    </a:p>
                  </a:txBody>
                  <a:tcPr marL="32957" marR="329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de-DE" sz="1600" kern="1200" dirty="0">
                          <a:solidFill>
                            <a:schemeClr val="dk1"/>
                          </a:solidFill>
                          <a:effectLst/>
                          <a:latin typeface="Arial" panose="020B0604020202020204" pitchFamily="34" charset="0"/>
                          <a:ea typeface="+mn-ea"/>
                          <a:cs typeface="Arial" panose="020B0604020202020204" pitchFamily="34" charset="0"/>
                        </a:rPr>
                        <a:t>Assignment 2 (pre-class)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kern="1200" dirty="0">
                          <a:solidFill>
                            <a:schemeClr val="accent1">
                              <a:lumMod val="50000"/>
                            </a:schemeClr>
                          </a:solidFill>
                          <a:effectLst/>
                          <a:latin typeface="Arial" panose="020B0604020202020204" pitchFamily="34" charset="0"/>
                          <a:ea typeface="+mn-ea"/>
                          <a:cs typeface="Arial" panose="020B0604020202020204" pitchFamily="34" charset="0"/>
                        </a:rPr>
                        <a:t>(LMS – </a:t>
                      </a:r>
                      <a:r>
                        <a:rPr lang="en-US" sz="1600" b="1" kern="1200" dirty="0" err="1">
                          <a:solidFill>
                            <a:schemeClr val="accent1">
                              <a:lumMod val="50000"/>
                            </a:schemeClr>
                          </a:solidFill>
                          <a:effectLst/>
                          <a:latin typeface="Arial" panose="020B0604020202020204" pitchFamily="34" charset="0"/>
                          <a:ea typeface="+mn-ea"/>
                          <a:cs typeface="Arial" panose="020B0604020202020204" pitchFamily="34" charset="0"/>
                        </a:rPr>
                        <a:t>Tuần</a:t>
                      </a:r>
                      <a:r>
                        <a:rPr lang="en-US" sz="1600" b="1" kern="1200" dirty="0">
                          <a:solidFill>
                            <a:schemeClr val="accent1">
                              <a:lumMod val="50000"/>
                            </a:schemeClr>
                          </a:solidFill>
                          <a:effectLst/>
                          <a:latin typeface="Arial" panose="020B0604020202020204" pitchFamily="34" charset="0"/>
                          <a:ea typeface="+mn-ea"/>
                          <a:cs typeface="Arial" panose="020B0604020202020204" pitchFamily="34" charset="0"/>
                        </a:rPr>
                        <a:t> 6)</a:t>
                      </a:r>
                    </a:p>
                    <a:p>
                      <a:r>
                        <a:rPr lang="de-DE" sz="1600" kern="1200" dirty="0">
                          <a:solidFill>
                            <a:schemeClr val="dk1"/>
                          </a:solidFill>
                          <a:effectLst/>
                          <a:latin typeface="Arial" panose="020B0604020202020204" pitchFamily="34" charset="0"/>
                          <a:ea typeface="+mn-ea"/>
                          <a:cs typeface="Arial" panose="020B0604020202020204" pitchFamily="34" charset="0"/>
                        </a:rPr>
                        <a:t>Assignment 2 (in-class)</a:t>
                      </a:r>
                      <a:endParaRPr lang="en-US" sz="1600" kern="1200" dirty="0">
                        <a:solidFill>
                          <a:schemeClr val="dk1"/>
                        </a:solidFill>
                        <a:effectLst/>
                        <a:latin typeface="Arial" panose="020B0604020202020204" pitchFamily="34" charset="0"/>
                        <a:ea typeface="+mn-ea"/>
                        <a:cs typeface="Arial" panose="020B0604020202020204" pitchFamily="34" charset="0"/>
                      </a:endParaRPr>
                    </a:p>
                    <a:p>
                      <a:r>
                        <a:rPr lang="de-DE" sz="1600" kern="1200" dirty="0">
                          <a:solidFill>
                            <a:schemeClr val="dk1"/>
                          </a:solidFill>
                          <a:effectLst/>
                          <a:latin typeface="Arial" panose="020B0604020202020204" pitchFamily="34" charset="0"/>
                          <a:ea typeface="+mn-ea"/>
                          <a:cs typeface="Arial" panose="020B0604020202020204" pitchFamily="34" charset="0"/>
                        </a:rPr>
                        <a:t>Assignment 2 (post-class)</a:t>
                      </a:r>
                      <a:endParaRPr lang="en-US" sz="1600" dirty="0">
                        <a:solidFill>
                          <a:schemeClr val="tx1">
                            <a:lumMod val="50000"/>
                          </a:schemeClr>
                        </a:solidFill>
                        <a:effectLst/>
                        <a:latin typeface="Arial" panose="020B0604020202020204" pitchFamily="34" charset="0"/>
                        <a:ea typeface="Noto Sans Symbols"/>
                        <a:cs typeface="Arial" panose="020B0604020202020204" pitchFamily="34" charset="0"/>
                      </a:endParaRPr>
                    </a:p>
                  </a:txBody>
                  <a:tcPr marL="32957" marR="329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marR="0" lvl="0" indent="-342900">
                        <a:lnSpc>
                          <a:spcPct val="100000"/>
                        </a:lnSpc>
                        <a:spcBef>
                          <a:spcPts val="600"/>
                        </a:spcBef>
                        <a:spcAft>
                          <a:spcPts val="0"/>
                        </a:spcAft>
                        <a:buFont typeface="Arial" panose="020B0604020202020204" pitchFamily="34" charset="0"/>
                        <a:buChar char="●"/>
                      </a:pPr>
                      <a:r>
                        <a:rPr lang="vi-VN" sz="1600" dirty="0">
                          <a:solidFill>
                            <a:schemeClr val="tx1">
                              <a:lumMod val="50000"/>
                            </a:schemeClr>
                          </a:solidFill>
                          <a:effectLst/>
                          <a:latin typeface="Arial" panose="020B0604020202020204" pitchFamily="34" charset="0"/>
                          <a:cs typeface="Arial" panose="020B0604020202020204" pitchFamily="34" charset="0"/>
                        </a:rPr>
                        <a:t>Viết chương trình sử dụng if, if-else</a:t>
                      </a:r>
                      <a:endParaRPr lang="en-US" sz="1600" dirty="0">
                        <a:solidFill>
                          <a:schemeClr val="tx1">
                            <a:lumMod val="50000"/>
                          </a:schemeClr>
                        </a:solidFill>
                        <a:effectLst/>
                        <a:latin typeface="Arial" panose="020B0604020202020204" pitchFamily="34" charset="0"/>
                        <a:cs typeface="Arial" panose="020B0604020202020204" pitchFamily="34" charset="0"/>
                      </a:endParaRPr>
                    </a:p>
                    <a:p>
                      <a:pPr marL="342900" marR="0" lvl="0" indent="-342900">
                        <a:lnSpc>
                          <a:spcPct val="100000"/>
                        </a:lnSpc>
                        <a:spcBef>
                          <a:spcPts val="600"/>
                        </a:spcBef>
                        <a:spcAft>
                          <a:spcPts val="0"/>
                        </a:spcAft>
                        <a:buFont typeface="Arial" panose="020B0604020202020204" pitchFamily="34" charset="0"/>
                        <a:buChar char="●"/>
                      </a:pPr>
                      <a:r>
                        <a:rPr lang="vi-VN" sz="1600" dirty="0">
                          <a:solidFill>
                            <a:schemeClr val="tx1">
                              <a:lumMod val="50000"/>
                            </a:schemeClr>
                          </a:solidFill>
                          <a:effectLst/>
                          <a:latin typeface="Arial" panose="020B0604020202020204" pitchFamily="34" charset="0"/>
                          <a:cs typeface="Arial" panose="020B0604020202020204" pitchFamily="34" charset="0"/>
                        </a:rPr>
                        <a:t>Viết chương trình sử dụng cấu trúc vòng lặp for, while, do while</a:t>
                      </a:r>
                      <a:endParaRPr lang="en-US" sz="1600" dirty="0">
                        <a:solidFill>
                          <a:schemeClr val="tx1">
                            <a:lumMod val="50000"/>
                          </a:schemeClr>
                        </a:solidFill>
                        <a:effectLst/>
                        <a:latin typeface="Arial" panose="020B0604020202020204" pitchFamily="34" charset="0"/>
                        <a:ea typeface="Noto Sans Symbols"/>
                        <a:cs typeface="Arial" panose="020B0604020202020204" pitchFamily="34" charset="0"/>
                      </a:endParaRPr>
                    </a:p>
                  </a:txBody>
                  <a:tcPr marL="32957" marR="329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1" indent="0">
                        <a:lnSpc>
                          <a:spcPct val="100000"/>
                        </a:lnSpc>
                        <a:spcBef>
                          <a:spcPts val="600"/>
                        </a:spcBef>
                        <a:spcAft>
                          <a:spcPts val="0"/>
                        </a:spcAft>
                        <a:buFont typeface="+mj-lt"/>
                        <a:buNone/>
                      </a:pPr>
                      <a:r>
                        <a:rPr lang="en-US" sz="1600">
                          <a:solidFill>
                            <a:schemeClr val="tx1">
                              <a:lumMod val="50000"/>
                            </a:schemeClr>
                          </a:solidFill>
                          <a:effectLst/>
                          <a:latin typeface="Arial" panose="020B0604020202020204" pitchFamily="34" charset="0"/>
                          <a:cs typeface="Arial" panose="020B0604020202020204" pitchFamily="34" charset="0"/>
                        </a:rPr>
                        <a:t>2.1 </a:t>
                      </a:r>
                      <a:r>
                        <a:rPr lang="vi-VN" sz="1600">
                          <a:solidFill>
                            <a:schemeClr val="tx1">
                              <a:lumMod val="50000"/>
                            </a:schemeClr>
                          </a:solidFill>
                          <a:effectLst/>
                          <a:latin typeface="Arial" panose="020B0604020202020204" pitchFamily="34" charset="0"/>
                          <a:cs typeface="Arial" panose="020B0604020202020204" pitchFamily="34" charset="0"/>
                        </a:rPr>
                        <a:t>Kiểm tra tính chất dãy 3 số</a:t>
                      </a:r>
                      <a:endParaRPr lang="en-US" sz="1600">
                        <a:solidFill>
                          <a:schemeClr val="tx1">
                            <a:lumMod val="50000"/>
                          </a:schemeClr>
                        </a:solidFill>
                        <a:effectLst/>
                        <a:latin typeface="Arial" panose="020B0604020202020204" pitchFamily="34" charset="0"/>
                        <a:cs typeface="Arial" panose="020B0604020202020204" pitchFamily="34" charset="0"/>
                      </a:endParaRPr>
                    </a:p>
                    <a:p>
                      <a:pPr marL="0" marR="0" lvl="1" indent="0">
                        <a:lnSpc>
                          <a:spcPct val="100000"/>
                        </a:lnSpc>
                        <a:spcBef>
                          <a:spcPts val="600"/>
                        </a:spcBef>
                        <a:spcAft>
                          <a:spcPts val="0"/>
                        </a:spcAft>
                        <a:buFont typeface="+mj-lt"/>
                        <a:buNone/>
                      </a:pPr>
                      <a:r>
                        <a:rPr lang="en-US" sz="1600">
                          <a:solidFill>
                            <a:schemeClr val="tx1">
                              <a:lumMod val="50000"/>
                            </a:schemeClr>
                          </a:solidFill>
                          <a:effectLst/>
                          <a:latin typeface="Arial" panose="020B0604020202020204" pitchFamily="34" charset="0"/>
                          <a:cs typeface="Arial" panose="020B0604020202020204" pitchFamily="34" charset="0"/>
                        </a:rPr>
                        <a:t>2.2 </a:t>
                      </a:r>
                      <a:r>
                        <a:rPr lang="vi-VN" sz="1600">
                          <a:solidFill>
                            <a:schemeClr val="tx1">
                              <a:lumMod val="50000"/>
                            </a:schemeClr>
                          </a:solidFill>
                          <a:effectLst/>
                          <a:latin typeface="Arial" panose="020B0604020202020204" pitchFamily="34" charset="0"/>
                          <a:cs typeface="Arial" panose="020B0604020202020204" pitchFamily="34" charset="0"/>
                        </a:rPr>
                        <a:t>Kiểm tra số nguyên tố</a:t>
                      </a:r>
                      <a:endParaRPr lang="en-US" sz="1600">
                        <a:solidFill>
                          <a:schemeClr val="tx1">
                            <a:lumMod val="50000"/>
                          </a:schemeClr>
                        </a:solidFill>
                        <a:effectLst/>
                        <a:latin typeface="Arial" panose="020B0604020202020204" pitchFamily="34" charset="0"/>
                        <a:cs typeface="Arial" panose="020B0604020202020204" pitchFamily="34" charset="0"/>
                      </a:endParaRPr>
                    </a:p>
                    <a:p>
                      <a:pPr marL="0" marR="0">
                        <a:lnSpc>
                          <a:spcPct val="100000"/>
                        </a:lnSpc>
                        <a:spcBef>
                          <a:spcPts val="600"/>
                        </a:spcBef>
                        <a:spcAft>
                          <a:spcPts val="0"/>
                        </a:spcAft>
                      </a:pPr>
                      <a:r>
                        <a:rPr lang="vi-VN" sz="1600">
                          <a:solidFill>
                            <a:schemeClr val="tx1">
                              <a:lumMod val="50000"/>
                            </a:schemeClr>
                          </a:solidFill>
                          <a:effectLst/>
                          <a:latin typeface="Arial" panose="020B0604020202020204" pitchFamily="34" charset="0"/>
                          <a:cs typeface="Arial" panose="020B0604020202020204" pitchFamily="34" charset="0"/>
                        </a:rPr>
                        <a:t>2.3 Tìm chữ số nhỏ nhất trong một số nguyên</a:t>
                      </a:r>
                      <a:endParaRPr lang="en-US" sz="1600">
                        <a:solidFill>
                          <a:schemeClr val="tx1">
                            <a:lumMod val="50000"/>
                          </a:schemeClr>
                        </a:solidFill>
                        <a:effectLst/>
                        <a:latin typeface="Arial" panose="020B0604020202020204" pitchFamily="34" charset="0"/>
                        <a:ea typeface="Aptos" panose="020B0004020202020204" pitchFamily="34" charset="0"/>
                        <a:cs typeface="Arial" panose="020B0604020202020204" pitchFamily="34" charset="0"/>
                      </a:endParaRPr>
                    </a:p>
                  </a:txBody>
                  <a:tcPr marL="32957" marR="329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90374155"/>
                  </a:ext>
                </a:extLst>
              </a:tr>
              <a:tr h="1088761">
                <a:tc>
                  <a:txBody>
                    <a:bodyPr/>
                    <a:lstStyle/>
                    <a:p>
                      <a:pPr marL="0" marR="0" algn="ctr">
                        <a:lnSpc>
                          <a:spcPct val="100000"/>
                        </a:lnSpc>
                        <a:spcBef>
                          <a:spcPts val="600"/>
                        </a:spcBef>
                        <a:spcAft>
                          <a:spcPts val="0"/>
                        </a:spcAft>
                      </a:pPr>
                      <a:r>
                        <a:rPr lang="en-US" sz="1600" dirty="0">
                          <a:solidFill>
                            <a:schemeClr val="tx1">
                              <a:lumMod val="50000"/>
                            </a:schemeClr>
                          </a:solidFill>
                          <a:effectLst/>
                          <a:latin typeface="Arial" panose="020B0604020202020204" pitchFamily="34" charset="0"/>
                          <a:cs typeface="Arial" panose="020B0604020202020204" pitchFamily="34" charset="0"/>
                        </a:rPr>
                        <a:t>Assignment 3</a:t>
                      </a:r>
                      <a:endParaRPr lang="en-US" sz="1600" dirty="0">
                        <a:solidFill>
                          <a:schemeClr val="tx1">
                            <a:lumMod val="50000"/>
                          </a:schemeClr>
                        </a:solidFill>
                        <a:effectLst/>
                        <a:latin typeface="Arial" panose="020B0604020202020204" pitchFamily="34" charset="0"/>
                        <a:ea typeface="Aptos" panose="020B0004020202020204" pitchFamily="34" charset="0"/>
                        <a:cs typeface="Arial" panose="020B0604020202020204" pitchFamily="34" charset="0"/>
                      </a:endParaRPr>
                    </a:p>
                  </a:txBody>
                  <a:tcPr marL="32957" marR="329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de-DE" sz="1600" kern="1200" dirty="0">
                          <a:solidFill>
                            <a:schemeClr val="dk1"/>
                          </a:solidFill>
                          <a:effectLst/>
                          <a:latin typeface="Arial" panose="020B0604020202020204" pitchFamily="34" charset="0"/>
                          <a:ea typeface="+mn-ea"/>
                          <a:cs typeface="Arial" panose="020B0604020202020204" pitchFamily="34" charset="0"/>
                        </a:rPr>
                        <a:t>Assignment 3 (pre-class)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kern="1200" dirty="0">
                          <a:solidFill>
                            <a:schemeClr val="accent1">
                              <a:lumMod val="50000"/>
                            </a:schemeClr>
                          </a:solidFill>
                          <a:effectLst/>
                          <a:latin typeface="Arial" panose="020B0604020202020204" pitchFamily="34" charset="0"/>
                          <a:ea typeface="+mn-ea"/>
                          <a:cs typeface="Arial" panose="020B0604020202020204" pitchFamily="34" charset="0"/>
                        </a:rPr>
                        <a:t>(LMS – </a:t>
                      </a:r>
                      <a:r>
                        <a:rPr lang="en-US" sz="1600" b="1" kern="1200" dirty="0" err="1">
                          <a:solidFill>
                            <a:schemeClr val="accent1">
                              <a:lumMod val="50000"/>
                            </a:schemeClr>
                          </a:solidFill>
                          <a:effectLst/>
                          <a:latin typeface="Arial" panose="020B0604020202020204" pitchFamily="34" charset="0"/>
                          <a:ea typeface="+mn-ea"/>
                          <a:cs typeface="Arial" panose="020B0604020202020204" pitchFamily="34" charset="0"/>
                        </a:rPr>
                        <a:t>Tuần</a:t>
                      </a:r>
                      <a:r>
                        <a:rPr lang="en-US" sz="1600" b="1" kern="1200" dirty="0">
                          <a:solidFill>
                            <a:schemeClr val="accent1">
                              <a:lumMod val="50000"/>
                            </a:schemeClr>
                          </a:solidFill>
                          <a:effectLst/>
                          <a:latin typeface="Arial" panose="020B0604020202020204" pitchFamily="34" charset="0"/>
                          <a:ea typeface="+mn-ea"/>
                          <a:cs typeface="Arial" panose="020B0604020202020204" pitchFamily="34" charset="0"/>
                        </a:rPr>
                        <a:t> 8)</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b="1" kern="1200" dirty="0">
                        <a:solidFill>
                          <a:schemeClr val="accent1">
                            <a:lumMod val="50000"/>
                          </a:schemeClr>
                        </a:solidFill>
                        <a:effectLst/>
                        <a:latin typeface="Arial" panose="020B0604020202020204" pitchFamily="34" charset="0"/>
                        <a:ea typeface="+mn-ea"/>
                        <a:cs typeface="Arial" panose="020B0604020202020204" pitchFamily="34" charset="0"/>
                      </a:endParaRPr>
                    </a:p>
                    <a:p>
                      <a:r>
                        <a:rPr lang="de-DE" sz="1600" kern="1200" dirty="0">
                          <a:solidFill>
                            <a:schemeClr val="dk1"/>
                          </a:solidFill>
                          <a:effectLst/>
                          <a:latin typeface="Arial" panose="020B0604020202020204" pitchFamily="34" charset="0"/>
                          <a:ea typeface="+mn-ea"/>
                          <a:cs typeface="Arial" panose="020B0604020202020204" pitchFamily="34" charset="0"/>
                        </a:rPr>
                        <a:t>Assignment 3 (in-class)</a:t>
                      </a:r>
                      <a:endParaRPr lang="en-US" sz="1600" kern="1200" dirty="0">
                        <a:solidFill>
                          <a:schemeClr val="dk1"/>
                        </a:solidFill>
                        <a:effectLst/>
                        <a:latin typeface="Arial" panose="020B0604020202020204" pitchFamily="34" charset="0"/>
                        <a:ea typeface="+mn-ea"/>
                        <a:cs typeface="Arial" panose="020B0604020202020204" pitchFamily="34" charset="0"/>
                      </a:endParaRPr>
                    </a:p>
                    <a:p>
                      <a:r>
                        <a:rPr lang="de-DE" sz="1600" kern="1200" dirty="0">
                          <a:solidFill>
                            <a:schemeClr val="dk1"/>
                          </a:solidFill>
                          <a:effectLst/>
                          <a:latin typeface="Arial" panose="020B0604020202020204" pitchFamily="34" charset="0"/>
                          <a:ea typeface="+mn-ea"/>
                          <a:cs typeface="Arial" panose="020B0604020202020204" pitchFamily="34" charset="0"/>
                        </a:rPr>
                        <a:t>Assignment 3 (post-class)</a:t>
                      </a:r>
                      <a:endParaRPr lang="en-US" sz="1600" dirty="0">
                        <a:solidFill>
                          <a:schemeClr val="tx1">
                            <a:lumMod val="50000"/>
                          </a:schemeClr>
                        </a:solidFill>
                        <a:effectLst/>
                        <a:latin typeface="Arial" panose="020B0604020202020204" pitchFamily="34" charset="0"/>
                        <a:ea typeface="Noto Sans Symbols"/>
                        <a:cs typeface="Arial" panose="020B0604020202020204" pitchFamily="34" charset="0"/>
                      </a:endParaRPr>
                    </a:p>
                  </a:txBody>
                  <a:tcPr marL="32957" marR="329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marR="0" lvl="0" indent="-342900">
                        <a:lnSpc>
                          <a:spcPct val="100000"/>
                        </a:lnSpc>
                        <a:spcBef>
                          <a:spcPts val="600"/>
                        </a:spcBef>
                        <a:spcAft>
                          <a:spcPts val="0"/>
                        </a:spcAft>
                        <a:buFont typeface="Arial" panose="020B0604020202020204" pitchFamily="34" charset="0"/>
                        <a:buChar char="●"/>
                      </a:pPr>
                      <a:r>
                        <a:rPr lang="vi-VN" sz="1600" dirty="0">
                          <a:solidFill>
                            <a:schemeClr val="tx1">
                              <a:lumMod val="50000"/>
                            </a:schemeClr>
                          </a:solidFill>
                          <a:effectLst/>
                          <a:latin typeface="Arial" panose="020B0604020202020204" pitchFamily="34" charset="0"/>
                          <a:cs typeface="Arial" panose="020B0604020202020204" pitchFamily="34" charset="0"/>
                        </a:rPr>
                        <a:t>Viết chương trình sử dụng hàm số</a:t>
                      </a:r>
                      <a:endParaRPr lang="en-US" sz="1600" dirty="0">
                        <a:solidFill>
                          <a:schemeClr val="tx1">
                            <a:lumMod val="50000"/>
                          </a:schemeClr>
                        </a:solidFill>
                        <a:effectLst/>
                        <a:latin typeface="Arial" panose="020B0604020202020204" pitchFamily="34" charset="0"/>
                        <a:cs typeface="Arial" panose="020B0604020202020204" pitchFamily="34" charset="0"/>
                      </a:endParaRPr>
                    </a:p>
                    <a:p>
                      <a:pPr marL="342900" marR="0" lvl="0" indent="-342900">
                        <a:lnSpc>
                          <a:spcPct val="100000"/>
                        </a:lnSpc>
                        <a:spcBef>
                          <a:spcPts val="600"/>
                        </a:spcBef>
                        <a:spcAft>
                          <a:spcPts val="0"/>
                        </a:spcAft>
                        <a:buFont typeface="Arial" panose="020B0604020202020204" pitchFamily="34" charset="0"/>
                        <a:buChar char="●"/>
                      </a:pPr>
                      <a:r>
                        <a:rPr lang="vi-VN" sz="1600" dirty="0">
                          <a:solidFill>
                            <a:schemeClr val="tx1">
                              <a:lumMod val="50000"/>
                            </a:schemeClr>
                          </a:solidFill>
                          <a:effectLst/>
                          <a:latin typeface="Arial" panose="020B0604020202020204" pitchFamily="34" charset="0"/>
                          <a:cs typeface="Arial" panose="020B0604020202020204" pitchFamily="34" charset="0"/>
                        </a:rPr>
                        <a:t>Viết chương trình sử dụng hàm đệ quy</a:t>
                      </a:r>
                      <a:endParaRPr lang="en-US" sz="1600" dirty="0">
                        <a:solidFill>
                          <a:schemeClr val="tx1">
                            <a:lumMod val="50000"/>
                          </a:schemeClr>
                        </a:solidFill>
                        <a:effectLst/>
                        <a:latin typeface="Arial" panose="020B0604020202020204" pitchFamily="34" charset="0"/>
                        <a:cs typeface="Arial" panose="020B0604020202020204" pitchFamily="34" charset="0"/>
                      </a:endParaRPr>
                    </a:p>
                    <a:p>
                      <a:pPr marL="342900" marR="0" lvl="0" indent="-342900">
                        <a:lnSpc>
                          <a:spcPct val="100000"/>
                        </a:lnSpc>
                        <a:spcBef>
                          <a:spcPts val="600"/>
                        </a:spcBef>
                        <a:spcAft>
                          <a:spcPts val="0"/>
                        </a:spcAft>
                        <a:buFont typeface="Arial" panose="020B0604020202020204" pitchFamily="34" charset="0"/>
                        <a:buChar char="●"/>
                      </a:pPr>
                      <a:r>
                        <a:rPr lang="vi-VN" sz="1600" dirty="0">
                          <a:solidFill>
                            <a:schemeClr val="tx1">
                              <a:lumMod val="50000"/>
                            </a:schemeClr>
                          </a:solidFill>
                          <a:effectLst/>
                          <a:latin typeface="Arial" panose="020B0604020202020204" pitchFamily="34" charset="0"/>
                          <a:cs typeface="Arial" panose="020B0604020202020204" pitchFamily="34" charset="0"/>
                        </a:rPr>
                        <a:t>Viết chương trình liên quan đến mảng một chiều</a:t>
                      </a:r>
                      <a:endParaRPr lang="en-US" sz="1600" dirty="0">
                        <a:solidFill>
                          <a:schemeClr val="tx1">
                            <a:lumMod val="50000"/>
                          </a:schemeClr>
                        </a:solidFill>
                        <a:effectLst/>
                        <a:latin typeface="Arial" panose="020B0604020202020204" pitchFamily="34" charset="0"/>
                        <a:ea typeface="Noto Sans Symbols"/>
                        <a:cs typeface="Arial" panose="020B0604020202020204" pitchFamily="34" charset="0"/>
                      </a:endParaRPr>
                    </a:p>
                  </a:txBody>
                  <a:tcPr marL="32957" marR="329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00000"/>
                        </a:lnSpc>
                        <a:spcBef>
                          <a:spcPts val="600"/>
                        </a:spcBef>
                        <a:spcAft>
                          <a:spcPts val="0"/>
                        </a:spcAft>
                      </a:pPr>
                      <a:r>
                        <a:rPr lang="vi-VN" sz="1600" dirty="0">
                          <a:solidFill>
                            <a:schemeClr val="tx1">
                              <a:lumMod val="50000"/>
                            </a:schemeClr>
                          </a:solidFill>
                          <a:effectLst/>
                          <a:latin typeface="Arial" panose="020B0604020202020204" pitchFamily="34" charset="0"/>
                          <a:cs typeface="Arial" panose="020B0604020202020204" pitchFamily="34" charset="0"/>
                        </a:rPr>
                        <a:t>3.1 Viết hàm Nhập xuất các giá trị cơ bản</a:t>
                      </a:r>
                      <a:endParaRPr lang="en-US" sz="1600" dirty="0">
                        <a:solidFill>
                          <a:schemeClr val="tx1">
                            <a:lumMod val="50000"/>
                          </a:schemeClr>
                        </a:solidFill>
                        <a:effectLst/>
                        <a:latin typeface="Arial" panose="020B0604020202020204" pitchFamily="34" charset="0"/>
                        <a:cs typeface="Arial" panose="020B0604020202020204" pitchFamily="34" charset="0"/>
                      </a:endParaRPr>
                    </a:p>
                    <a:p>
                      <a:pPr marL="0" marR="0">
                        <a:lnSpc>
                          <a:spcPct val="100000"/>
                        </a:lnSpc>
                        <a:spcBef>
                          <a:spcPts val="600"/>
                        </a:spcBef>
                        <a:spcAft>
                          <a:spcPts val="0"/>
                        </a:spcAft>
                      </a:pPr>
                      <a:r>
                        <a:rPr lang="vi-VN" sz="1600" dirty="0">
                          <a:solidFill>
                            <a:schemeClr val="tx1">
                              <a:lumMod val="50000"/>
                            </a:schemeClr>
                          </a:solidFill>
                          <a:effectLst/>
                          <a:latin typeface="Arial" panose="020B0604020202020204" pitchFamily="34" charset="0"/>
                          <a:cs typeface="Arial" panose="020B0604020202020204" pitchFamily="34" charset="0"/>
                        </a:rPr>
                        <a:t>3.2 Viết hàm tính Tổng ước số nguyên tố của 2 số</a:t>
                      </a:r>
                      <a:endParaRPr lang="en-US" sz="1600" dirty="0">
                        <a:solidFill>
                          <a:schemeClr val="tx1">
                            <a:lumMod val="50000"/>
                          </a:schemeClr>
                        </a:solidFill>
                        <a:effectLst/>
                        <a:latin typeface="Arial" panose="020B0604020202020204" pitchFamily="34" charset="0"/>
                        <a:cs typeface="Arial" panose="020B0604020202020204" pitchFamily="34" charset="0"/>
                      </a:endParaRPr>
                    </a:p>
                    <a:p>
                      <a:pPr marL="0" marR="0">
                        <a:lnSpc>
                          <a:spcPct val="100000"/>
                        </a:lnSpc>
                        <a:spcBef>
                          <a:spcPts val="600"/>
                        </a:spcBef>
                        <a:spcAft>
                          <a:spcPts val="0"/>
                        </a:spcAft>
                      </a:pPr>
                      <a:r>
                        <a:rPr lang="vi-VN" sz="1600" dirty="0">
                          <a:solidFill>
                            <a:schemeClr val="tx1">
                              <a:lumMod val="50000"/>
                            </a:schemeClr>
                          </a:solidFill>
                          <a:effectLst/>
                          <a:latin typeface="Arial" panose="020B0604020202020204" pitchFamily="34" charset="0"/>
                          <a:cs typeface="Arial" panose="020B0604020202020204" pitchFamily="34" charset="0"/>
                        </a:rPr>
                        <a:t>3.3 Viết hàm đệ quy tính Tổng các chữ số chẵn (Recursion) - C1: Truyền tham chiếu</a:t>
                      </a:r>
                      <a:endParaRPr lang="en-US" sz="1600" dirty="0">
                        <a:solidFill>
                          <a:schemeClr val="tx1">
                            <a:lumMod val="50000"/>
                          </a:schemeClr>
                        </a:solidFill>
                        <a:effectLst/>
                        <a:latin typeface="Arial" panose="020B0604020202020204" pitchFamily="34" charset="0"/>
                        <a:cs typeface="Arial" panose="020B0604020202020204" pitchFamily="34" charset="0"/>
                      </a:endParaRPr>
                    </a:p>
                    <a:p>
                      <a:pPr marL="0" marR="0">
                        <a:lnSpc>
                          <a:spcPct val="100000"/>
                        </a:lnSpc>
                        <a:spcBef>
                          <a:spcPts val="600"/>
                        </a:spcBef>
                        <a:spcAft>
                          <a:spcPts val="0"/>
                        </a:spcAft>
                      </a:pPr>
                      <a:r>
                        <a:rPr lang="vi-VN" sz="1600" dirty="0">
                          <a:solidFill>
                            <a:schemeClr val="tx1">
                              <a:lumMod val="50000"/>
                            </a:schemeClr>
                          </a:solidFill>
                          <a:effectLst/>
                          <a:latin typeface="Arial" panose="020B0604020202020204" pitchFamily="34" charset="0"/>
                          <a:cs typeface="Arial" panose="020B0604020202020204" pitchFamily="34" charset="0"/>
                        </a:rPr>
                        <a:t>3.4 Viết hàm tính Tổng các chữ số chẵn (Recursion) - C2 Hàm Trả về giá trị</a:t>
                      </a:r>
                      <a:endParaRPr lang="en-US" sz="1600" dirty="0">
                        <a:solidFill>
                          <a:schemeClr val="tx1">
                            <a:lumMod val="50000"/>
                          </a:schemeClr>
                        </a:solidFill>
                        <a:effectLst/>
                        <a:latin typeface="Arial" panose="020B0604020202020204" pitchFamily="34" charset="0"/>
                        <a:ea typeface="Aptos" panose="020B0004020202020204" pitchFamily="34" charset="0"/>
                        <a:cs typeface="Arial" panose="020B0604020202020204" pitchFamily="34" charset="0"/>
                      </a:endParaRPr>
                    </a:p>
                  </a:txBody>
                  <a:tcPr marL="32957" marR="329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5427729"/>
                  </a:ext>
                </a:extLst>
              </a:tr>
            </a:tbl>
          </a:graphicData>
        </a:graphic>
      </p:graphicFrame>
      <p:sp>
        <p:nvSpPr>
          <p:cNvPr id="2" name="Footer Placeholder 1">
            <a:extLst>
              <a:ext uri="{FF2B5EF4-FFF2-40B4-BE49-F238E27FC236}">
                <a16:creationId xmlns:a16="http://schemas.microsoft.com/office/drawing/2014/main" id="{E44B5FB3-7ED9-30B4-369B-BADFAD09A2EA}"/>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Date Placeholder 4">
            <a:extLst>
              <a:ext uri="{FF2B5EF4-FFF2-40B4-BE49-F238E27FC236}">
                <a16:creationId xmlns:a16="http://schemas.microsoft.com/office/drawing/2014/main" id="{EE6EB7C7-6510-2BE1-A2CA-208A1A55844D}"/>
              </a:ext>
            </a:extLst>
          </p:cNvPr>
          <p:cNvSpPr>
            <a:spLocks noGrp="1"/>
          </p:cNvSpPr>
          <p:nvPr>
            <p:ph type="dt" sz="half" idx="13"/>
          </p:nvPr>
        </p:nvSpPr>
        <p:spPr/>
        <p:txBody>
          <a:bodyPr/>
          <a:lstStyle/>
          <a:p>
            <a:r>
              <a:rPr lang="en-US"/>
              <a:t>June 2025</a:t>
            </a:r>
            <a:endParaRPr lang="en-US" dirty="0"/>
          </a:p>
        </p:txBody>
      </p:sp>
      <p:sp>
        <p:nvSpPr>
          <p:cNvPr id="3" name="Slide Number Placeholder 2">
            <a:extLst>
              <a:ext uri="{FF2B5EF4-FFF2-40B4-BE49-F238E27FC236}">
                <a16:creationId xmlns:a16="http://schemas.microsoft.com/office/drawing/2014/main" id="{B40EAE0E-D9D0-3D10-E731-92C194AB43B2}"/>
              </a:ext>
            </a:extLst>
          </p:cNvPr>
          <p:cNvSpPr>
            <a:spLocks noGrp="1"/>
          </p:cNvSpPr>
          <p:nvPr>
            <p:ph type="sldNum" sz="quarter" idx="12"/>
          </p:nvPr>
        </p:nvSpPr>
        <p:spPr/>
        <p:txBody>
          <a:bodyPr/>
          <a:lstStyle/>
          <a:p>
            <a:fld id="{D8B0B3AC-44A8-D142-AAF6-9A453466E1A4}" type="slidenum">
              <a:rPr lang="en-VN" smtClean="0"/>
              <a:pPr/>
              <a:t>16</a:t>
            </a:fld>
            <a:endParaRPr lang="en-VN" dirty="0"/>
          </a:p>
        </p:txBody>
      </p:sp>
    </p:spTree>
    <p:extLst>
      <p:ext uri="{BB962C8B-B14F-4D97-AF65-F5344CB8AC3E}">
        <p14:creationId xmlns:p14="http://schemas.microsoft.com/office/powerpoint/2010/main" val="15247718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F126CC3-83CF-3DCF-0722-2C4133743D32}"/>
              </a:ext>
            </a:extLst>
          </p:cNvPr>
          <p:cNvSpPr>
            <a:spLocks noGrp="1"/>
          </p:cNvSpPr>
          <p:nvPr>
            <p:ph type="title"/>
          </p:nvPr>
        </p:nvSpPr>
        <p:spPr/>
        <p:txBody>
          <a:bodyPr>
            <a:normAutofit fontScale="90000"/>
          </a:bodyPr>
          <a:lstStyle/>
          <a:p>
            <a:r>
              <a:rPr lang="en-US"/>
              <a:t>7. Nội dung Thực hành (tt)</a:t>
            </a:r>
          </a:p>
        </p:txBody>
      </p:sp>
      <p:graphicFrame>
        <p:nvGraphicFramePr>
          <p:cNvPr id="10" name="Content Placeholder 9">
            <a:extLst>
              <a:ext uri="{FF2B5EF4-FFF2-40B4-BE49-F238E27FC236}">
                <a16:creationId xmlns:a16="http://schemas.microsoft.com/office/drawing/2014/main" id="{46C01FD6-F705-3F7E-2B90-2324B47D43EC}"/>
              </a:ext>
            </a:extLst>
          </p:cNvPr>
          <p:cNvGraphicFramePr>
            <a:graphicFrameLocks noGrp="1"/>
          </p:cNvGraphicFramePr>
          <p:nvPr>
            <p:ph idx="1"/>
            <p:extLst>
              <p:ext uri="{D42A27DB-BD31-4B8C-83A1-F6EECF244321}">
                <p14:modId xmlns:p14="http://schemas.microsoft.com/office/powerpoint/2010/main" val="609067985"/>
              </p:ext>
            </p:extLst>
          </p:nvPr>
        </p:nvGraphicFramePr>
        <p:xfrm>
          <a:off x="556260" y="1063441"/>
          <a:ext cx="11445239" cy="5349240"/>
        </p:xfrm>
        <a:graphic>
          <a:graphicData uri="http://schemas.openxmlformats.org/drawingml/2006/table">
            <a:tbl>
              <a:tblPr bandRow="1">
                <a:tableStyleId>{5C22544A-7EE6-4342-B048-85BDC9FD1C3A}</a:tableStyleId>
              </a:tblPr>
              <a:tblGrid>
                <a:gridCol w="1440571">
                  <a:extLst>
                    <a:ext uri="{9D8B030D-6E8A-4147-A177-3AD203B41FA5}">
                      <a16:colId xmlns:a16="http://schemas.microsoft.com/office/drawing/2014/main" val="2237565984"/>
                    </a:ext>
                  </a:extLst>
                </a:gridCol>
                <a:gridCol w="2563446">
                  <a:extLst>
                    <a:ext uri="{9D8B030D-6E8A-4147-A177-3AD203B41FA5}">
                      <a16:colId xmlns:a16="http://schemas.microsoft.com/office/drawing/2014/main" val="670839145"/>
                    </a:ext>
                  </a:extLst>
                </a:gridCol>
                <a:gridCol w="3720123">
                  <a:extLst>
                    <a:ext uri="{9D8B030D-6E8A-4147-A177-3AD203B41FA5}">
                      <a16:colId xmlns:a16="http://schemas.microsoft.com/office/drawing/2014/main" val="487009813"/>
                    </a:ext>
                  </a:extLst>
                </a:gridCol>
                <a:gridCol w="3721099">
                  <a:extLst>
                    <a:ext uri="{9D8B030D-6E8A-4147-A177-3AD203B41FA5}">
                      <a16:colId xmlns:a16="http://schemas.microsoft.com/office/drawing/2014/main" val="2398354103"/>
                    </a:ext>
                  </a:extLst>
                </a:gridCol>
              </a:tblGrid>
              <a:tr h="273876">
                <a:tc>
                  <a:txBody>
                    <a:bodyPr/>
                    <a:lstStyle/>
                    <a:p>
                      <a:pPr marL="0" marR="0" algn="ctr">
                        <a:lnSpc>
                          <a:spcPct val="100000"/>
                        </a:lnSpc>
                        <a:spcBef>
                          <a:spcPts val="600"/>
                        </a:spcBef>
                        <a:spcAft>
                          <a:spcPts val="0"/>
                        </a:spcAft>
                      </a:pPr>
                      <a:r>
                        <a:rPr lang="en-US" sz="1600" b="1" dirty="0">
                          <a:solidFill>
                            <a:schemeClr val="tx1">
                              <a:lumMod val="50000"/>
                            </a:schemeClr>
                          </a:solidFill>
                          <a:effectLst/>
                          <a:latin typeface="Arial" panose="020B0604020202020204" pitchFamily="34" charset="0"/>
                          <a:cs typeface="Arial" panose="020B0604020202020204" pitchFamily="34" charset="0"/>
                        </a:rPr>
                        <a:t>Assignment </a:t>
                      </a:r>
                    </a:p>
                    <a:p>
                      <a:pPr marL="0" marR="0" algn="ctr">
                        <a:lnSpc>
                          <a:spcPct val="100000"/>
                        </a:lnSpc>
                        <a:spcBef>
                          <a:spcPts val="600"/>
                        </a:spcBef>
                        <a:spcAft>
                          <a:spcPts val="0"/>
                        </a:spcAft>
                      </a:pPr>
                      <a:r>
                        <a:rPr lang="en-US" sz="1600" b="1" dirty="0" err="1">
                          <a:solidFill>
                            <a:schemeClr val="tx1">
                              <a:lumMod val="50000"/>
                            </a:schemeClr>
                          </a:solidFill>
                          <a:effectLst/>
                          <a:latin typeface="Arial" panose="020B0604020202020204" pitchFamily="34" charset="0"/>
                          <a:cs typeface="Arial" panose="020B0604020202020204" pitchFamily="34" charset="0"/>
                        </a:rPr>
                        <a:t>chủ</a:t>
                      </a:r>
                      <a:r>
                        <a:rPr lang="en-US" sz="1600" b="1" dirty="0">
                          <a:solidFill>
                            <a:schemeClr val="tx1">
                              <a:lumMod val="50000"/>
                            </a:schemeClr>
                          </a:solidFill>
                          <a:effectLst/>
                          <a:latin typeface="Arial" panose="020B0604020202020204" pitchFamily="34" charset="0"/>
                          <a:cs typeface="Arial" panose="020B0604020202020204" pitchFamily="34" charset="0"/>
                        </a:rPr>
                        <a:t> </a:t>
                      </a:r>
                      <a:r>
                        <a:rPr lang="en-US" sz="1600" b="1" dirty="0" err="1">
                          <a:solidFill>
                            <a:schemeClr val="tx1">
                              <a:lumMod val="50000"/>
                            </a:schemeClr>
                          </a:solidFill>
                          <a:effectLst/>
                          <a:latin typeface="Arial" panose="020B0604020202020204" pitchFamily="34" charset="0"/>
                          <a:cs typeface="Arial" panose="020B0604020202020204" pitchFamily="34" charset="0"/>
                        </a:rPr>
                        <a:t>đề</a:t>
                      </a:r>
                      <a:endParaRPr lang="en-US" sz="1600" b="1" dirty="0">
                        <a:solidFill>
                          <a:schemeClr val="tx1">
                            <a:lumMod val="50000"/>
                          </a:schemeClr>
                        </a:solidFill>
                        <a:effectLst/>
                        <a:latin typeface="Arial" panose="020B0604020202020204" pitchFamily="34" charset="0"/>
                        <a:ea typeface="Aptos" panose="020B0004020202020204" pitchFamily="34" charset="0"/>
                        <a:cs typeface="Arial" panose="020B0604020202020204" pitchFamily="34" charset="0"/>
                      </a:endParaRPr>
                    </a:p>
                  </a:txBody>
                  <a:tcPr marL="32957" marR="329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0000"/>
                        </a:lnSpc>
                        <a:spcBef>
                          <a:spcPts val="600"/>
                        </a:spcBef>
                        <a:spcAft>
                          <a:spcPts val="0"/>
                        </a:spcAft>
                      </a:pPr>
                      <a:r>
                        <a:rPr lang="vi-VN" sz="1600" b="1" dirty="0">
                          <a:solidFill>
                            <a:schemeClr val="tx1">
                              <a:lumMod val="50000"/>
                            </a:schemeClr>
                          </a:solidFill>
                          <a:effectLst/>
                          <a:latin typeface="+mn-lt"/>
                          <a:ea typeface="Aptos" panose="020B0004020202020204" pitchFamily="34" charset="0"/>
                          <a:cs typeface="Arial" panose="020B0604020202020204" pitchFamily="34" charset="0"/>
                        </a:rPr>
                        <a:t>Các Assignment</a:t>
                      </a:r>
                      <a:r>
                        <a:rPr lang="en-US" sz="1600" b="1" dirty="0">
                          <a:solidFill>
                            <a:schemeClr val="tx1">
                              <a:lumMod val="50000"/>
                            </a:schemeClr>
                          </a:solidFill>
                          <a:effectLst/>
                          <a:latin typeface="+mn-lt"/>
                          <a:ea typeface="Aptos" panose="020B0004020202020204" pitchFamily="34" charset="0"/>
                          <a:cs typeface="Arial" panose="020B0604020202020204" pitchFamily="34" charset="0"/>
                        </a:rPr>
                        <a:t> </a:t>
                      </a:r>
                      <a:r>
                        <a:rPr lang="en-US" sz="1600" b="1" dirty="0" err="1">
                          <a:solidFill>
                            <a:schemeClr val="tx1">
                              <a:lumMod val="50000"/>
                            </a:schemeClr>
                          </a:solidFill>
                          <a:effectLst/>
                          <a:latin typeface="+mn-lt"/>
                          <a:ea typeface="Aptos" panose="020B0004020202020204" pitchFamily="34" charset="0"/>
                          <a:cs typeface="Arial" panose="020B0604020202020204" pitchFamily="34" charset="0"/>
                        </a:rPr>
                        <a:t>nhỏ</a:t>
                      </a:r>
                      <a:r>
                        <a:rPr lang="en-US" sz="1600" b="1" dirty="0">
                          <a:solidFill>
                            <a:schemeClr val="tx1">
                              <a:lumMod val="50000"/>
                            </a:schemeClr>
                          </a:solidFill>
                          <a:effectLst/>
                          <a:latin typeface="+mn-lt"/>
                          <a:ea typeface="Aptos" panose="020B0004020202020204" pitchFamily="34" charset="0"/>
                          <a:cs typeface="Arial" panose="020B0604020202020204" pitchFamily="34" charset="0"/>
                        </a:rPr>
                        <a:t> </a:t>
                      </a:r>
                      <a:r>
                        <a:rPr lang="vi-VN" sz="1600" b="1" dirty="0">
                          <a:solidFill>
                            <a:schemeClr val="tx1">
                              <a:lumMod val="50000"/>
                            </a:schemeClr>
                          </a:solidFill>
                          <a:effectLst/>
                          <a:latin typeface="+mn-lt"/>
                          <a:ea typeface="Aptos" panose="020B0004020202020204" pitchFamily="34" charset="0"/>
                          <a:cs typeface="Arial" panose="020B0604020202020204" pitchFamily="34" charset="0"/>
                        </a:rPr>
                        <a:t>tương ứng</a:t>
                      </a:r>
                    </a:p>
                  </a:txBody>
                  <a:tcPr marL="32957" marR="329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0000"/>
                        </a:lnSpc>
                        <a:spcBef>
                          <a:spcPts val="600"/>
                        </a:spcBef>
                        <a:spcAft>
                          <a:spcPts val="0"/>
                        </a:spcAft>
                      </a:pPr>
                      <a:r>
                        <a:rPr lang="vi-VN" sz="1600" b="1">
                          <a:solidFill>
                            <a:schemeClr val="tx1">
                              <a:lumMod val="50000"/>
                            </a:schemeClr>
                          </a:solidFill>
                          <a:effectLst/>
                          <a:latin typeface="Arial" panose="020B0604020202020204" pitchFamily="34" charset="0"/>
                          <a:cs typeface="Arial" panose="020B0604020202020204" pitchFamily="34" charset="0"/>
                        </a:rPr>
                        <a:t>Nội dung</a:t>
                      </a:r>
                      <a:endParaRPr lang="en-US" sz="1600" b="1">
                        <a:solidFill>
                          <a:schemeClr val="tx1">
                            <a:lumMod val="50000"/>
                          </a:schemeClr>
                        </a:solidFill>
                        <a:effectLst/>
                        <a:latin typeface="Arial" panose="020B0604020202020204" pitchFamily="34" charset="0"/>
                        <a:ea typeface="Aptos" panose="020B0004020202020204" pitchFamily="34" charset="0"/>
                        <a:cs typeface="Arial" panose="020B0604020202020204" pitchFamily="34" charset="0"/>
                      </a:endParaRPr>
                    </a:p>
                  </a:txBody>
                  <a:tcPr marL="32957" marR="329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0000"/>
                        </a:lnSpc>
                        <a:spcBef>
                          <a:spcPts val="600"/>
                        </a:spcBef>
                        <a:spcAft>
                          <a:spcPts val="1000"/>
                        </a:spcAft>
                      </a:pPr>
                      <a:r>
                        <a:rPr lang="vi-VN" sz="1600" b="1">
                          <a:solidFill>
                            <a:schemeClr val="tx1">
                              <a:lumMod val="50000"/>
                            </a:schemeClr>
                          </a:solidFill>
                          <a:effectLst/>
                          <a:latin typeface="Arial" panose="020B0604020202020204" pitchFamily="34" charset="0"/>
                          <a:cs typeface="Arial" panose="020B0604020202020204" pitchFamily="34" charset="0"/>
                        </a:rPr>
                        <a:t>Danh sách bài tập mẫu (có video)</a:t>
                      </a:r>
                      <a:endParaRPr lang="en-US" sz="1600" b="1">
                        <a:solidFill>
                          <a:schemeClr val="tx1">
                            <a:lumMod val="50000"/>
                          </a:schemeClr>
                        </a:solidFill>
                        <a:effectLst/>
                        <a:latin typeface="Arial" panose="020B0604020202020204" pitchFamily="34" charset="0"/>
                        <a:ea typeface="Aptos" panose="020B0004020202020204" pitchFamily="34" charset="0"/>
                        <a:cs typeface="Arial" panose="020B0604020202020204" pitchFamily="34" charset="0"/>
                      </a:endParaRPr>
                    </a:p>
                  </a:txBody>
                  <a:tcPr marL="32957" marR="329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4415272"/>
                  </a:ext>
                </a:extLst>
              </a:tr>
              <a:tr h="1087937">
                <a:tc>
                  <a:txBody>
                    <a:bodyPr/>
                    <a:lstStyle/>
                    <a:p>
                      <a:pPr marL="0" marR="0" algn="ctr">
                        <a:lnSpc>
                          <a:spcPct val="100000"/>
                        </a:lnSpc>
                        <a:spcBef>
                          <a:spcPts val="600"/>
                        </a:spcBef>
                        <a:spcAft>
                          <a:spcPts val="0"/>
                        </a:spcAft>
                      </a:pPr>
                      <a:r>
                        <a:rPr lang="en-US" sz="1600" dirty="0">
                          <a:solidFill>
                            <a:schemeClr val="tx1">
                              <a:lumMod val="50000"/>
                            </a:schemeClr>
                          </a:solidFill>
                          <a:effectLst/>
                          <a:latin typeface="Arial" panose="020B0604020202020204" pitchFamily="34" charset="0"/>
                          <a:cs typeface="Arial" panose="020B0604020202020204" pitchFamily="34" charset="0"/>
                        </a:rPr>
                        <a:t>Assignment </a:t>
                      </a:r>
                      <a:r>
                        <a:rPr lang="vi-VN" sz="1600" dirty="0">
                          <a:solidFill>
                            <a:schemeClr val="tx1">
                              <a:lumMod val="50000"/>
                            </a:schemeClr>
                          </a:solidFill>
                          <a:effectLst/>
                          <a:latin typeface="Arial" panose="020B0604020202020204" pitchFamily="34" charset="0"/>
                          <a:cs typeface="Arial" panose="020B0604020202020204" pitchFamily="34" charset="0"/>
                        </a:rPr>
                        <a:t>4</a:t>
                      </a:r>
                      <a:endParaRPr lang="en-US" sz="1600" dirty="0">
                        <a:solidFill>
                          <a:schemeClr val="tx1">
                            <a:lumMod val="50000"/>
                          </a:schemeClr>
                        </a:solidFill>
                        <a:effectLst/>
                        <a:latin typeface="Arial" panose="020B0604020202020204" pitchFamily="34" charset="0"/>
                        <a:cs typeface="Arial" panose="020B0604020202020204" pitchFamily="34" charset="0"/>
                      </a:endParaRPr>
                    </a:p>
                  </a:txBody>
                  <a:tcPr marL="32957" marR="329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de-DE" sz="1600" kern="1200" dirty="0">
                          <a:solidFill>
                            <a:schemeClr val="dk1"/>
                          </a:solidFill>
                          <a:effectLst/>
                          <a:latin typeface="+mn-lt"/>
                          <a:ea typeface="+mn-ea"/>
                          <a:cs typeface="+mn-cs"/>
                        </a:rPr>
                        <a:t>Assignment 4 (pre-class) </a:t>
                      </a:r>
                    </a:p>
                    <a:p>
                      <a:pPr marL="0" algn="l" defTabSz="914400" rtl="0" eaLnBrk="1" latinLnBrk="0" hangingPunct="1"/>
                      <a:r>
                        <a:rPr lang="de-DE" sz="1600" kern="1200" dirty="0">
                          <a:solidFill>
                            <a:schemeClr val="accent1">
                              <a:lumMod val="50000"/>
                            </a:schemeClr>
                          </a:solidFill>
                          <a:effectLst/>
                          <a:latin typeface="+mn-lt"/>
                          <a:ea typeface="+mn-ea"/>
                          <a:cs typeface="+mn-cs"/>
                        </a:rPr>
                        <a:t>(LMS – Tuần 10)</a:t>
                      </a:r>
                    </a:p>
                    <a:p>
                      <a:endParaRPr lang="en-US" sz="1600" kern="1200" dirty="0">
                        <a:solidFill>
                          <a:schemeClr val="dk1"/>
                        </a:solidFill>
                        <a:effectLst/>
                        <a:latin typeface="+mn-lt"/>
                        <a:ea typeface="+mn-ea"/>
                        <a:cs typeface="+mn-cs"/>
                      </a:endParaRPr>
                    </a:p>
                    <a:p>
                      <a:r>
                        <a:rPr lang="de-DE" sz="1600" kern="1200" dirty="0">
                          <a:solidFill>
                            <a:schemeClr val="dk1"/>
                          </a:solidFill>
                          <a:effectLst/>
                          <a:latin typeface="+mn-lt"/>
                          <a:ea typeface="+mn-ea"/>
                          <a:cs typeface="+mn-cs"/>
                        </a:rPr>
                        <a:t>Assignment 4-5-6 (in-class)</a:t>
                      </a:r>
                      <a:endParaRPr lang="en-US" sz="1600" kern="1200" dirty="0">
                        <a:solidFill>
                          <a:schemeClr val="dk1"/>
                        </a:solidFill>
                        <a:effectLst/>
                        <a:latin typeface="+mn-lt"/>
                        <a:ea typeface="+mn-ea"/>
                        <a:cs typeface="+mn-cs"/>
                      </a:endParaRPr>
                    </a:p>
                    <a:p>
                      <a:r>
                        <a:rPr lang="de-DE" sz="1600" kern="1200" dirty="0">
                          <a:solidFill>
                            <a:schemeClr val="dk1"/>
                          </a:solidFill>
                          <a:effectLst/>
                          <a:latin typeface="+mn-lt"/>
                          <a:ea typeface="+mn-ea"/>
                          <a:cs typeface="+mn-cs"/>
                        </a:rPr>
                        <a:t>Assignment 4-5-6  (post-class)</a:t>
                      </a:r>
                      <a:endParaRPr lang="en-US" sz="1600" dirty="0">
                        <a:solidFill>
                          <a:schemeClr val="tx1">
                            <a:lumMod val="50000"/>
                          </a:schemeClr>
                        </a:solidFill>
                        <a:effectLst/>
                        <a:latin typeface="Arial" panose="020B0604020202020204" pitchFamily="34" charset="0"/>
                        <a:ea typeface="Noto Sans Symbols"/>
                        <a:cs typeface="Arial" panose="020B0604020202020204" pitchFamily="34" charset="0"/>
                      </a:endParaRPr>
                    </a:p>
                  </a:txBody>
                  <a:tcPr marL="32957" marR="329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marR="0" lvl="0" indent="-342900">
                        <a:lnSpc>
                          <a:spcPct val="100000"/>
                        </a:lnSpc>
                        <a:spcBef>
                          <a:spcPts val="600"/>
                        </a:spcBef>
                        <a:spcAft>
                          <a:spcPts val="0"/>
                        </a:spcAft>
                        <a:buFont typeface="Arial" panose="020B0604020202020204" pitchFamily="34" charset="0"/>
                        <a:buChar char="●"/>
                      </a:pPr>
                      <a:r>
                        <a:rPr lang="vi-VN" sz="1600" dirty="0">
                          <a:solidFill>
                            <a:schemeClr val="tx1">
                              <a:lumMod val="50000"/>
                            </a:schemeClr>
                          </a:solidFill>
                          <a:effectLst/>
                          <a:latin typeface="Arial" panose="020B0604020202020204" pitchFamily="34" charset="0"/>
                          <a:cs typeface="Arial" panose="020B0604020202020204" pitchFamily="34" charset="0"/>
                        </a:rPr>
                        <a:t>Viết chương trình liên quan đến mảng một chiều (</a:t>
                      </a:r>
                      <a:r>
                        <a:rPr lang="vi-VN" sz="1600" b="1" dirty="0">
                          <a:solidFill>
                            <a:schemeClr val="tx1">
                              <a:lumMod val="50000"/>
                            </a:schemeClr>
                          </a:solidFill>
                          <a:effectLst/>
                          <a:latin typeface="Arial" panose="020B0604020202020204" pitchFamily="34" charset="0"/>
                          <a:cs typeface="Arial" panose="020B0604020202020204" pitchFamily="34" charset="0"/>
                        </a:rPr>
                        <a:t>Lưu ý: Nội dung Mảng 1 chiều được chuyển qua Assignment 3 cho phù hợp với lịch học khóa hè</a:t>
                      </a:r>
                      <a:r>
                        <a:rPr lang="vi-VN" sz="1600" dirty="0">
                          <a:solidFill>
                            <a:schemeClr val="tx1">
                              <a:lumMod val="50000"/>
                            </a:schemeClr>
                          </a:solidFill>
                          <a:effectLst/>
                          <a:latin typeface="Arial" panose="020B0604020202020204" pitchFamily="34" charset="0"/>
                          <a:cs typeface="Arial" panose="020B0604020202020204" pitchFamily="34" charset="0"/>
                        </a:rPr>
                        <a:t>)</a:t>
                      </a:r>
                      <a:endParaRPr lang="en-US" sz="1600" dirty="0">
                        <a:solidFill>
                          <a:schemeClr val="tx1">
                            <a:lumMod val="50000"/>
                          </a:schemeClr>
                        </a:solidFill>
                        <a:effectLst/>
                        <a:latin typeface="Arial" panose="020B0604020202020204" pitchFamily="34" charset="0"/>
                        <a:cs typeface="Arial" panose="020B0604020202020204" pitchFamily="34" charset="0"/>
                      </a:endParaRPr>
                    </a:p>
                    <a:p>
                      <a:pPr marL="342900" marR="0" lvl="0" indent="-342900">
                        <a:lnSpc>
                          <a:spcPct val="100000"/>
                        </a:lnSpc>
                        <a:spcBef>
                          <a:spcPts val="600"/>
                        </a:spcBef>
                        <a:spcAft>
                          <a:spcPts val="0"/>
                        </a:spcAft>
                        <a:buFont typeface="Arial" panose="020B0604020202020204" pitchFamily="34" charset="0"/>
                        <a:buChar char="●"/>
                      </a:pPr>
                      <a:r>
                        <a:rPr lang="vi-VN" sz="1600" dirty="0">
                          <a:solidFill>
                            <a:schemeClr val="tx1">
                              <a:lumMod val="50000"/>
                            </a:schemeClr>
                          </a:solidFill>
                          <a:effectLst/>
                          <a:latin typeface="Arial" panose="020B0604020202020204" pitchFamily="34" charset="0"/>
                          <a:cs typeface="Arial" panose="020B0604020202020204" pitchFamily="34" charset="0"/>
                        </a:rPr>
                        <a:t>Viết chương trình liên quan đến mảng hai chiều</a:t>
                      </a:r>
                      <a:endParaRPr lang="en-US" sz="1600" dirty="0">
                        <a:solidFill>
                          <a:schemeClr val="tx1">
                            <a:lumMod val="50000"/>
                          </a:schemeClr>
                        </a:solidFill>
                        <a:effectLst/>
                        <a:latin typeface="Arial" panose="020B0604020202020204" pitchFamily="34" charset="0"/>
                        <a:cs typeface="Arial" panose="020B0604020202020204" pitchFamily="34" charset="0"/>
                      </a:endParaRPr>
                    </a:p>
                    <a:p>
                      <a:pPr marL="342900" marR="0" lvl="0" indent="-342900">
                        <a:lnSpc>
                          <a:spcPct val="100000"/>
                        </a:lnSpc>
                        <a:spcBef>
                          <a:spcPts val="600"/>
                        </a:spcBef>
                        <a:spcAft>
                          <a:spcPts val="0"/>
                        </a:spcAft>
                        <a:buFont typeface="Arial" panose="020B0604020202020204" pitchFamily="34" charset="0"/>
                        <a:buChar char="●"/>
                      </a:pPr>
                      <a:r>
                        <a:rPr lang="vi-VN" sz="1600" dirty="0">
                          <a:solidFill>
                            <a:schemeClr val="tx1">
                              <a:lumMod val="50000"/>
                            </a:schemeClr>
                          </a:solidFill>
                          <a:effectLst/>
                          <a:latin typeface="Arial" panose="020B0604020202020204" pitchFamily="34" charset="0"/>
                          <a:cs typeface="Arial" panose="020B0604020202020204" pitchFamily="34" charset="0"/>
                        </a:rPr>
                        <a:t>Viết chương trình liên quan đến chuỗi</a:t>
                      </a:r>
                      <a:endParaRPr lang="en-US" sz="1600" dirty="0">
                        <a:solidFill>
                          <a:schemeClr val="tx1">
                            <a:lumMod val="50000"/>
                          </a:schemeClr>
                        </a:solidFill>
                        <a:effectLst/>
                        <a:latin typeface="Arial" panose="020B0604020202020204" pitchFamily="34" charset="0"/>
                        <a:ea typeface="Noto Sans Symbols"/>
                        <a:cs typeface="Arial" panose="020B0604020202020204" pitchFamily="34" charset="0"/>
                      </a:endParaRPr>
                    </a:p>
                  </a:txBody>
                  <a:tcPr marL="32957" marR="329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00000"/>
                        </a:lnSpc>
                        <a:spcBef>
                          <a:spcPts val="600"/>
                        </a:spcBef>
                        <a:spcAft>
                          <a:spcPts val="0"/>
                        </a:spcAft>
                      </a:pPr>
                      <a:r>
                        <a:rPr lang="vi-VN" sz="1600">
                          <a:solidFill>
                            <a:schemeClr val="tx1">
                              <a:lumMod val="50000"/>
                            </a:schemeClr>
                          </a:solidFill>
                          <a:effectLst/>
                          <a:latin typeface="Arial" panose="020B0604020202020204" pitchFamily="34" charset="0"/>
                          <a:cs typeface="Arial" panose="020B0604020202020204" pitchFamily="34" charset="0"/>
                        </a:rPr>
                        <a:t>4.1 Nhập xuất mảng 1D</a:t>
                      </a:r>
                      <a:endParaRPr lang="en-US" sz="1600">
                        <a:solidFill>
                          <a:schemeClr val="tx1">
                            <a:lumMod val="50000"/>
                          </a:schemeClr>
                        </a:solidFill>
                        <a:effectLst/>
                        <a:latin typeface="Arial" panose="020B0604020202020204" pitchFamily="34" charset="0"/>
                        <a:cs typeface="Arial" panose="020B0604020202020204" pitchFamily="34" charset="0"/>
                      </a:endParaRPr>
                    </a:p>
                    <a:p>
                      <a:pPr marL="0" marR="0">
                        <a:lnSpc>
                          <a:spcPct val="100000"/>
                        </a:lnSpc>
                        <a:spcBef>
                          <a:spcPts val="600"/>
                        </a:spcBef>
                        <a:spcAft>
                          <a:spcPts val="0"/>
                        </a:spcAft>
                      </a:pPr>
                      <a:r>
                        <a:rPr lang="vi-VN" sz="1600">
                          <a:solidFill>
                            <a:schemeClr val="tx1">
                              <a:lumMod val="50000"/>
                            </a:schemeClr>
                          </a:solidFill>
                          <a:effectLst/>
                          <a:latin typeface="Arial" panose="020B0604020202020204" pitchFamily="34" charset="0"/>
                          <a:cs typeface="Arial" panose="020B0604020202020204" pitchFamily="34" charset="0"/>
                        </a:rPr>
                        <a:t>4.2 Sắp xếp mảng 1D tăng dần</a:t>
                      </a:r>
                      <a:endParaRPr lang="en-US" sz="1600">
                        <a:solidFill>
                          <a:schemeClr val="tx1">
                            <a:lumMod val="50000"/>
                          </a:schemeClr>
                        </a:solidFill>
                        <a:effectLst/>
                        <a:latin typeface="Arial" panose="020B0604020202020204" pitchFamily="34" charset="0"/>
                        <a:cs typeface="Arial" panose="020B0604020202020204" pitchFamily="34" charset="0"/>
                      </a:endParaRPr>
                    </a:p>
                    <a:p>
                      <a:pPr marL="0" marR="0">
                        <a:lnSpc>
                          <a:spcPct val="100000"/>
                        </a:lnSpc>
                        <a:spcBef>
                          <a:spcPts val="600"/>
                        </a:spcBef>
                        <a:spcAft>
                          <a:spcPts val="0"/>
                        </a:spcAft>
                      </a:pPr>
                      <a:r>
                        <a:rPr lang="vi-VN" sz="1600">
                          <a:solidFill>
                            <a:schemeClr val="tx1">
                              <a:lumMod val="50000"/>
                            </a:schemeClr>
                          </a:solidFill>
                          <a:effectLst/>
                          <a:latin typeface="Arial" panose="020B0604020202020204" pitchFamily="34" charset="0"/>
                          <a:cs typeface="Arial" panose="020B0604020202020204" pitchFamily="34" charset="0"/>
                        </a:rPr>
                        <a:t>4.3 Chèn sau số nguyên tố đầu tiên mảng 1D</a:t>
                      </a:r>
                      <a:endParaRPr lang="en-US" sz="1600">
                        <a:solidFill>
                          <a:schemeClr val="tx1">
                            <a:lumMod val="50000"/>
                          </a:schemeClr>
                        </a:solidFill>
                        <a:effectLst/>
                        <a:latin typeface="Arial" panose="020B0604020202020204" pitchFamily="34" charset="0"/>
                        <a:cs typeface="Arial" panose="020B0604020202020204" pitchFamily="34" charset="0"/>
                      </a:endParaRPr>
                    </a:p>
                    <a:p>
                      <a:pPr marL="0" marR="0">
                        <a:lnSpc>
                          <a:spcPct val="100000"/>
                        </a:lnSpc>
                        <a:spcBef>
                          <a:spcPts val="600"/>
                        </a:spcBef>
                        <a:spcAft>
                          <a:spcPts val="0"/>
                        </a:spcAft>
                      </a:pPr>
                      <a:r>
                        <a:rPr lang="vi-VN" sz="1600">
                          <a:solidFill>
                            <a:schemeClr val="tx1">
                              <a:lumMod val="50000"/>
                            </a:schemeClr>
                          </a:solidFill>
                          <a:effectLst/>
                          <a:latin typeface="Arial" panose="020B0604020202020204" pitchFamily="34" charset="0"/>
                          <a:cs typeface="Arial" panose="020B0604020202020204" pitchFamily="34" charset="0"/>
                        </a:rPr>
                        <a:t>4.4 Nhập xuất mảng 2D</a:t>
                      </a:r>
                      <a:endParaRPr lang="en-US" sz="1600">
                        <a:solidFill>
                          <a:schemeClr val="tx1">
                            <a:lumMod val="50000"/>
                          </a:schemeClr>
                        </a:solidFill>
                        <a:effectLst/>
                        <a:latin typeface="Arial" panose="020B0604020202020204" pitchFamily="34" charset="0"/>
                        <a:cs typeface="Arial" panose="020B0604020202020204" pitchFamily="34" charset="0"/>
                      </a:endParaRPr>
                    </a:p>
                    <a:p>
                      <a:pPr marL="0" marR="0">
                        <a:lnSpc>
                          <a:spcPct val="100000"/>
                        </a:lnSpc>
                        <a:spcBef>
                          <a:spcPts val="600"/>
                        </a:spcBef>
                        <a:spcAft>
                          <a:spcPts val="0"/>
                        </a:spcAft>
                      </a:pPr>
                      <a:r>
                        <a:rPr lang="vi-VN" sz="1600">
                          <a:solidFill>
                            <a:schemeClr val="tx1">
                              <a:lumMod val="50000"/>
                            </a:schemeClr>
                          </a:solidFill>
                          <a:effectLst/>
                          <a:latin typeface="Arial" panose="020B0604020202020204" pitchFamily="34" charset="0"/>
                          <a:cs typeface="Arial" panose="020B0604020202020204" pitchFamily="34" charset="0"/>
                        </a:rPr>
                        <a:t>4.5 Đếm chữ in hoa</a:t>
                      </a:r>
                      <a:endParaRPr lang="en-US" sz="1600">
                        <a:solidFill>
                          <a:schemeClr val="tx1">
                            <a:lumMod val="50000"/>
                          </a:schemeClr>
                        </a:solidFill>
                        <a:effectLst/>
                        <a:latin typeface="Arial" panose="020B0604020202020204" pitchFamily="34" charset="0"/>
                        <a:cs typeface="Arial" panose="020B0604020202020204" pitchFamily="34" charset="0"/>
                      </a:endParaRPr>
                    </a:p>
                    <a:p>
                      <a:pPr marL="0" marR="0">
                        <a:lnSpc>
                          <a:spcPct val="100000"/>
                        </a:lnSpc>
                        <a:spcBef>
                          <a:spcPts val="600"/>
                        </a:spcBef>
                        <a:spcAft>
                          <a:spcPts val="0"/>
                        </a:spcAft>
                      </a:pPr>
                      <a:r>
                        <a:rPr lang="vi-VN" sz="1600">
                          <a:solidFill>
                            <a:schemeClr val="tx1">
                              <a:lumMod val="50000"/>
                            </a:schemeClr>
                          </a:solidFill>
                          <a:effectLst/>
                          <a:latin typeface="Arial" panose="020B0604020202020204" pitchFamily="34" charset="0"/>
                          <a:cs typeface="Arial" panose="020B0604020202020204" pitchFamily="34" charset="0"/>
                        </a:rPr>
                        <a:t>4.6 Xóa khoảng trắng trước dấu chấm trong chuỗi</a:t>
                      </a:r>
                      <a:endParaRPr lang="en-US" sz="1600">
                        <a:solidFill>
                          <a:schemeClr val="tx1">
                            <a:lumMod val="50000"/>
                          </a:schemeClr>
                        </a:solidFill>
                        <a:effectLst/>
                        <a:latin typeface="Arial" panose="020B0604020202020204" pitchFamily="34" charset="0"/>
                        <a:ea typeface="Aptos" panose="020B0004020202020204" pitchFamily="34" charset="0"/>
                        <a:cs typeface="Arial" panose="020B0604020202020204" pitchFamily="34" charset="0"/>
                      </a:endParaRPr>
                    </a:p>
                  </a:txBody>
                  <a:tcPr marL="32957" marR="329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80544137"/>
                  </a:ext>
                </a:extLst>
              </a:tr>
              <a:tr h="431824">
                <a:tc>
                  <a:txBody>
                    <a:bodyPr/>
                    <a:lstStyle/>
                    <a:p>
                      <a:pPr marL="0" marR="0" algn="ctr">
                        <a:lnSpc>
                          <a:spcPct val="100000"/>
                        </a:lnSpc>
                        <a:spcBef>
                          <a:spcPts val="600"/>
                        </a:spcBef>
                        <a:spcAft>
                          <a:spcPts val="0"/>
                        </a:spcAft>
                      </a:pPr>
                      <a:r>
                        <a:rPr lang="en-US" sz="1600" dirty="0">
                          <a:solidFill>
                            <a:schemeClr val="tx1">
                              <a:lumMod val="50000"/>
                            </a:schemeClr>
                          </a:solidFill>
                          <a:effectLst/>
                          <a:latin typeface="Arial" panose="020B0604020202020204" pitchFamily="34" charset="0"/>
                          <a:cs typeface="Arial" panose="020B0604020202020204" pitchFamily="34" charset="0"/>
                        </a:rPr>
                        <a:t>Assignment 5</a:t>
                      </a:r>
                    </a:p>
                  </a:txBody>
                  <a:tcPr marL="32957" marR="329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de-DE" sz="1600" kern="1200" dirty="0">
                          <a:solidFill>
                            <a:schemeClr val="dk1"/>
                          </a:solidFill>
                          <a:effectLst/>
                          <a:latin typeface="+mn-lt"/>
                          <a:ea typeface="+mn-ea"/>
                          <a:cs typeface="+mn-cs"/>
                        </a:rPr>
                        <a:t>Assignment 5 (pre-class)</a:t>
                      </a:r>
                    </a:p>
                    <a:p>
                      <a:r>
                        <a:rPr lang="en-US" sz="1600" kern="1200" dirty="0">
                          <a:solidFill>
                            <a:schemeClr val="accent1">
                              <a:lumMod val="50000"/>
                            </a:schemeClr>
                          </a:solidFill>
                          <a:effectLst/>
                          <a:latin typeface="+mn-lt"/>
                          <a:ea typeface="+mn-ea"/>
                          <a:cs typeface="+mn-cs"/>
                        </a:rPr>
                        <a:t>(LMS – </a:t>
                      </a:r>
                      <a:r>
                        <a:rPr lang="en-US" sz="1600" kern="1200" dirty="0" err="1">
                          <a:solidFill>
                            <a:schemeClr val="accent1">
                              <a:lumMod val="50000"/>
                            </a:schemeClr>
                          </a:solidFill>
                          <a:effectLst/>
                          <a:latin typeface="+mn-lt"/>
                          <a:ea typeface="+mn-ea"/>
                          <a:cs typeface="+mn-cs"/>
                        </a:rPr>
                        <a:t>Tuần</a:t>
                      </a:r>
                      <a:r>
                        <a:rPr lang="en-US" sz="1600" kern="1200" dirty="0">
                          <a:solidFill>
                            <a:schemeClr val="accent1">
                              <a:lumMod val="50000"/>
                            </a:schemeClr>
                          </a:solidFill>
                          <a:effectLst/>
                          <a:latin typeface="+mn-lt"/>
                          <a:ea typeface="+mn-ea"/>
                          <a:cs typeface="+mn-cs"/>
                        </a:rPr>
                        <a:t> 12)</a:t>
                      </a:r>
                    </a:p>
                    <a:p>
                      <a:endParaRPr lang="en-US" sz="1600" kern="1200" dirty="0">
                        <a:solidFill>
                          <a:schemeClr val="dk1"/>
                        </a:solidFill>
                        <a:effectLst/>
                        <a:latin typeface="+mn-lt"/>
                        <a:ea typeface="+mn-ea"/>
                        <a:cs typeface="+mn-cs"/>
                      </a:endParaRPr>
                    </a:p>
                    <a:p>
                      <a:r>
                        <a:rPr lang="de-DE" sz="1600" kern="1200" dirty="0">
                          <a:solidFill>
                            <a:schemeClr val="dk1"/>
                          </a:solidFill>
                          <a:effectLst/>
                          <a:latin typeface="+mn-lt"/>
                          <a:ea typeface="+mn-ea"/>
                          <a:cs typeface="+mn-cs"/>
                        </a:rPr>
                        <a:t>Assignment 4-5-6 (in-class)</a:t>
                      </a:r>
                      <a:endParaRPr lang="en-US" sz="1600" kern="1200" dirty="0">
                        <a:solidFill>
                          <a:schemeClr val="dk1"/>
                        </a:solidFill>
                        <a:effectLst/>
                        <a:latin typeface="+mn-lt"/>
                        <a:ea typeface="+mn-ea"/>
                        <a:cs typeface="+mn-cs"/>
                      </a:endParaRPr>
                    </a:p>
                    <a:p>
                      <a:r>
                        <a:rPr lang="de-DE" sz="1600" kern="1200" dirty="0">
                          <a:solidFill>
                            <a:schemeClr val="dk1"/>
                          </a:solidFill>
                          <a:effectLst/>
                          <a:latin typeface="+mn-lt"/>
                          <a:ea typeface="+mn-ea"/>
                          <a:cs typeface="+mn-cs"/>
                        </a:rPr>
                        <a:t>Assignment 4-5-6  (post-class)</a:t>
                      </a:r>
                      <a:endParaRPr lang="en-US" sz="1600" dirty="0">
                        <a:solidFill>
                          <a:schemeClr val="tx1">
                            <a:lumMod val="50000"/>
                          </a:schemeClr>
                        </a:solidFill>
                        <a:effectLst/>
                        <a:latin typeface="Arial" panose="020B0604020202020204" pitchFamily="34" charset="0"/>
                        <a:ea typeface="Noto Sans Symbols"/>
                        <a:cs typeface="Arial" panose="020B0604020202020204" pitchFamily="34" charset="0"/>
                      </a:endParaRPr>
                    </a:p>
                  </a:txBody>
                  <a:tcPr marL="32957" marR="329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marR="0" lvl="0" indent="-342900">
                        <a:lnSpc>
                          <a:spcPct val="100000"/>
                        </a:lnSpc>
                        <a:spcBef>
                          <a:spcPts val="600"/>
                        </a:spcBef>
                        <a:spcAft>
                          <a:spcPts val="0"/>
                        </a:spcAft>
                        <a:buFont typeface="Arial" panose="020B0604020202020204" pitchFamily="34" charset="0"/>
                        <a:buChar char="●"/>
                      </a:pPr>
                      <a:r>
                        <a:rPr lang="vi-VN" sz="1600">
                          <a:solidFill>
                            <a:schemeClr val="tx1">
                              <a:lumMod val="50000"/>
                            </a:schemeClr>
                          </a:solidFill>
                          <a:effectLst/>
                          <a:latin typeface="Arial" panose="020B0604020202020204" pitchFamily="34" charset="0"/>
                          <a:cs typeface="Arial" panose="020B0604020202020204" pitchFamily="34" charset="0"/>
                        </a:rPr>
                        <a:t>Viết chương trình sử dụng con trỏ cơ bản</a:t>
                      </a:r>
                      <a:endParaRPr lang="en-US" sz="1600">
                        <a:solidFill>
                          <a:schemeClr val="tx1">
                            <a:lumMod val="50000"/>
                          </a:schemeClr>
                        </a:solidFill>
                        <a:effectLst/>
                        <a:latin typeface="Arial" panose="020B0604020202020204" pitchFamily="34" charset="0"/>
                        <a:cs typeface="Arial" panose="020B0604020202020204" pitchFamily="34" charset="0"/>
                      </a:endParaRPr>
                    </a:p>
                    <a:p>
                      <a:pPr marL="342900" marR="0" lvl="0" indent="-342900">
                        <a:lnSpc>
                          <a:spcPct val="100000"/>
                        </a:lnSpc>
                        <a:spcBef>
                          <a:spcPts val="600"/>
                        </a:spcBef>
                        <a:spcAft>
                          <a:spcPts val="0"/>
                        </a:spcAft>
                        <a:buFont typeface="Arial" panose="020B0604020202020204" pitchFamily="34" charset="0"/>
                        <a:buChar char="●"/>
                      </a:pPr>
                      <a:r>
                        <a:rPr lang="vi-VN" sz="1600">
                          <a:solidFill>
                            <a:schemeClr val="tx1">
                              <a:lumMod val="50000"/>
                            </a:schemeClr>
                          </a:solidFill>
                          <a:effectLst/>
                          <a:latin typeface="Arial" panose="020B0604020202020204" pitchFamily="34" charset="0"/>
                          <a:cs typeface="Arial" panose="020B0604020202020204" pitchFamily="34" charset="0"/>
                        </a:rPr>
                        <a:t>Viết chương trình sử dụng con trỏ cấp phát động</a:t>
                      </a:r>
                      <a:endParaRPr lang="en-US" sz="1600">
                        <a:solidFill>
                          <a:schemeClr val="tx1">
                            <a:lumMod val="50000"/>
                          </a:schemeClr>
                        </a:solidFill>
                        <a:effectLst/>
                        <a:latin typeface="Arial" panose="020B0604020202020204" pitchFamily="34" charset="0"/>
                        <a:ea typeface="Noto Sans Symbols"/>
                        <a:cs typeface="Arial" panose="020B0604020202020204" pitchFamily="34" charset="0"/>
                      </a:endParaRPr>
                    </a:p>
                  </a:txBody>
                  <a:tcPr marL="32957" marR="329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00000"/>
                        </a:lnSpc>
                        <a:spcBef>
                          <a:spcPts val="600"/>
                        </a:spcBef>
                        <a:spcAft>
                          <a:spcPts val="0"/>
                        </a:spcAft>
                      </a:pPr>
                      <a:r>
                        <a:rPr lang="vi-VN" sz="1600">
                          <a:solidFill>
                            <a:schemeClr val="tx1">
                              <a:lumMod val="50000"/>
                            </a:schemeClr>
                          </a:solidFill>
                          <a:effectLst/>
                          <a:latin typeface="Arial" panose="020B0604020202020204" pitchFamily="34" charset="0"/>
                          <a:cs typeface="Arial" panose="020B0604020202020204" pitchFamily="34" charset="0"/>
                        </a:rPr>
                        <a:t>5.1 Kiểm tra mảng 1D đối xứng (con tr</a:t>
                      </a:r>
                      <a:r>
                        <a:rPr lang="en-US" sz="1600">
                          <a:solidFill>
                            <a:schemeClr val="tx1">
                              <a:lumMod val="50000"/>
                            </a:schemeClr>
                          </a:solidFill>
                          <a:effectLst/>
                          <a:latin typeface="Arial" panose="020B0604020202020204" pitchFamily="34" charset="0"/>
                          <a:cs typeface="Arial" panose="020B0604020202020204" pitchFamily="34" charset="0"/>
                        </a:rPr>
                        <a:t>ỏ</a:t>
                      </a:r>
                      <a:r>
                        <a:rPr lang="vi-VN" sz="1600">
                          <a:solidFill>
                            <a:schemeClr val="tx1">
                              <a:lumMod val="50000"/>
                            </a:schemeClr>
                          </a:solidFill>
                          <a:effectLst/>
                          <a:latin typeface="Arial" panose="020B0604020202020204" pitchFamily="34" charset="0"/>
                          <a:cs typeface="Arial" panose="020B0604020202020204" pitchFamily="34" charset="0"/>
                        </a:rPr>
                        <a:t>)</a:t>
                      </a:r>
                      <a:endParaRPr lang="en-US" sz="1600">
                        <a:solidFill>
                          <a:schemeClr val="tx1">
                            <a:lumMod val="50000"/>
                          </a:schemeClr>
                        </a:solidFill>
                        <a:effectLst/>
                        <a:latin typeface="Arial" panose="020B0604020202020204" pitchFamily="34" charset="0"/>
                        <a:cs typeface="Arial" panose="020B0604020202020204" pitchFamily="34" charset="0"/>
                      </a:endParaRPr>
                    </a:p>
                    <a:p>
                      <a:pPr marL="0" marR="0">
                        <a:lnSpc>
                          <a:spcPct val="100000"/>
                        </a:lnSpc>
                        <a:spcBef>
                          <a:spcPts val="600"/>
                        </a:spcBef>
                        <a:spcAft>
                          <a:spcPts val="0"/>
                        </a:spcAft>
                      </a:pPr>
                      <a:r>
                        <a:rPr lang="vi-VN" sz="1600">
                          <a:solidFill>
                            <a:schemeClr val="tx1">
                              <a:lumMod val="50000"/>
                            </a:schemeClr>
                          </a:solidFill>
                          <a:effectLst/>
                          <a:latin typeface="Arial" panose="020B0604020202020204" pitchFamily="34" charset="0"/>
                          <a:cs typeface="Arial" panose="020B0604020202020204" pitchFamily="34" charset="0"/>
                        </a:rPr>
                        <a:t>5.2 Tổng toàn mảng 2D (con tr</a:t>
                      </a:r>
                      <a:r>
                        <a:rPr lang="en-US" sz="1600">
                          <a:solidFill>
                            <a:schemeClr val="tx1">
                              <a:lumMod val="50000"/>
                            </a:schemeClr>
                          </a:solidFill>
                          <a:effectLst/>
                          <a:latin typeface="Arial" panose="020B0604020202020204" pitchFamily="34" charset="0"/>
                          <a:cs typeface="Arial" panose="020B0604020202020204" pitchFamily="34" charset="0"/>
                        </a:rPr>
                        <a:t>ỏ</a:t>
                      </a:r>
                      <a:r>
                        <a:rPr lang="vi-VN" sz="1600">
                          <a:solidFill>
                            <a:schemeClr val="tx1">
                              <a:lumMod val="50000"/>
                            </a:schemeClr>
                          </a:solidFill>
                          <a:effectLst/>
                          <a:latin typeface="Arial" panose="020B0604020202020204" pitchFamily="34" charset="0"/>
                          <a:cs typeface="Arial" panose="020B0604020202020204" pitchFamily="34" charset="0"/>
                        </a:rPr>
                        <a:t>)</a:t>
                      </a:r>
                      <a:endParaRPr lang="en-US" sz="1600">
                        <a:solidFill>
                          <a:schemeClr val="tx1">
                            <a:lumMod val="50000"/>
                          </a:schemeClr>
                        </a:solidFill>
                        <a:effectLst/>
                        <a:latin typeface="Arial" panose="020B0604020202020204" pitchFamily="34" charset="0"/>
                        <a:cs typeface="Arial" panose="020B0604020202020204" pitchFamily="34" charset="0"/>
                      </a:endParaRPr>
                    </a:p>
                    <a:p>
                      <a:pPr marL="0" marR="0">
                        <a:lnSpc>
                          <a:spcPct val="100000"/>
                        </a:lnSpc>
                        <a:spcBef>
                          <a:spcPts val="600"/>
                        </a:spcBef>
                        <a:spcAft>
                          <a:spcPts val="0"/>
                        </a:spcAft>
                      </a:pPr>
                      <a:r>
                        <a:rPr lang="vi-VN" sz="1600">
                          <a:solidFill>
                            <a:schemeClr val="tx1">
                              <a:lumMod val="50000"/>
                            </a:schemeClr>
                          </a:solidFill>
                          <a:effectLst/>
                          <a:latin typeface="Arial" panose="020B0604020202020204" pitchFamily="34" charset="0"/>
                          <a:cs typeface="Arial" panose="020B0604020202020204" pitchFamily="34" charset="0"/>
                        </a:rPr>
                        <a:t>5.3 Viết lại hàm strcat (con trỏ)</a:t>
                      </a:r>
                      <a:endParaRPr lang="en-US" sz="1600">
                        <a:solidFill>
                          <a:schemeClr val="tx1">
                            <a:lumMod val="50000"/>
                          </a:schemeClr>
                        </a:solidFill>
                        <a:effectLst/>
                        <a:latin typeface="Arial" panose="020B0604020202020204" pitchFamily="34" charset="0"/>
                        <a:ea typeface="Aptos" panose="020B0004020202020204" pitchFamily="34" charset="0"/>
                        <a:cs typeface="Arial" panose="020B0604020202020204" pitchFamily="34" charset="0"/>
                      </a:endParaRPr>
                    </a:p>
                  </a:txBody>
                  <a:tcPr marL="32957" marR="329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72518026"/>
                  </a:ext>
                </a:extLst>
              </a:tr>
              <a:tr h="650803">
                <a:tc>
                  <a:txBody>
                    <a:bodyPr/>
                    <a:lstStyle/>
                    <a:p>
                      <a:pPr marL="0" marR="0" algn="ctr">
                        <a:lnSpc>
                          <a:spcPct val="100000"/>
                        </a:lnSpc>
                        <a:spcBef>
                          <a:spcPts val="600"/>
                        </a:spcBef>
                        <a:spcAft>
                          <a:spcPts val="0"/>
                        </a:spcAft>
                      </a:pPr>
                      <a:r>
                        <a:rPr lang="en-US" sz="1600" dirty="0">
                          <a:solidFill>
                            <a:schemeClr val="tx1">
                              <a:lumMod val="50000"/>
                            </a:schemeClr>
                          </a:solidFill>
                          <a:effectLst/>
                          <a:latin typeface="Arial" panose="020B0604020202020204" pitchFamily="34" charset="0"/>
                          <a:cs typeface="Arial" panose="020B0604020202020204" pitchFamily="34" charset="0"/>
                        </a:rPr>
                        <a:t>Assignment </a:t>
                      </a:r>
                      <a:r>
                        <a:rPr lang="vi-VN" sz="1600" dirty="0">
                          <a:solidFill>
                            <a:schemeClr val="tx1">
                              <a:lumMod val="50000"/>
                            </a:schemeClr>
                          </a:solidFill>
                          <a:effectLst/>
                          <a:latin typeface="Arial" panose="020B0604020202020204" pitchFamily="34" charset="0"/>
                          <a:cs typeface="Arial" panose="020B0604020202020204" pitchFamily="34" charset="0"/>
                        </a:rPr>
                        <a:t>6</a:t>
                      </a:r>
                      <a:endParaRPr lang="en-US" sz="1600" dirty="0">
                        <a:solidFill>
                          <a:schemeClr val="tx1">
                            <a:lumMod val="50000"/>
                          </a:schemeClr>
                        </a:solidFill>
                        <a:effectLst/>
                        <a:latin typeface="Arial" panose="020B0604020202020204" pitchFamily="34" charset="0"/>
                        <a:cs typeface="Arial" panose="020B0604020202020204" pitchFamily="34" charset="0"/>
                      </a:endParaRPr>
                    </a:p>
                  </a:txBody>
                  <a:tcPr marL="32957" marR="329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de-DE" sz="1600" kern="1200" dirty="0">
                          <a:solidFill>
                            <a:schemeClr val="dk1"/>
                          </a:solidFill>
                          <a:effectLst/>
                          <a:latin typeface="+mn-lt"/>
                          <a:ea typeface="+mn-ea"/>
                          <a:cs typeface="+mn-cs"/>
                        </a:rPr>
                        <a:t>Assignment 6 (pre-class)</a:t>
                      </a:r>
                    </a:p>
                    <a:p>
                      <a:pPr marL="0" algn="l" defTabSz="914400" rtl="0" eaLnBrk="1" latinLnBrk="0" hangingPunct="1"/>
                      <a:r>
                        <a:rPr lang="en-US" sz="1600" kern="1200" dirty="0">
                          <a:solidFill>
                            <a:schemeClr val="accent1">
                              <a:lumMod val="50000"/>
                            </a:schemeClr>
                          </a:solidFill>
                          <a:effectLst/>
                          <a:latin typeface="+mn-lt"/>
                          <a:ea typeface="+mn-ea"/>
                          <a:cs typeface="+mn-cs"/>
                        </a:rPr>
                        <a:t>(LMS – </a:t>
                      </a:r>
                      <a:r>
                        <a:rPr lang="en-US" sz="1600" kern="1200" dirty="0" err="1">
                          <a:solidFill>
                            <a:schemeClr val="accent1">
                              <a:lumMod val="50000"/>
                            </a:schemeClr>
                          </a:solidFill>
                          <a:effectLst/>
                          <a:latin typeface="+mn-lt"/>
                          <a:ea typeface="+mn-ea"/>
                          <a:cs typeface="+mn-cs"/>
                        </a:rPr>
                        <a:t>Tuần</a:t>
                      </a:r>
                      <a:r>
                        <a:rPr lang="en-US" sz="1600" kern="1200" dirty="0">
                          <a:solidFill>
                            <a:schemeClr val="accent1">
                              <a:lumMod val="50000"/>
                            </a:schemeClr>
                          </a:solidFill>
                          <a:effectLst/>
                          <a:latin typeface="+mn-lt"/>
                          <a:ea typeface="+mn-ea"/>
                          <a:cs typeface="+mn-cs"/>
                        </a:rPr>
                        <a:t> 14)</a:t>
                      </a:r>
                    </a:p>
                    <a:p>
                      <a:endParaRPr lang="en-US" sz="1600" kern="1200" dirty="0">
                        <a:solidFill>
                          <a:schemeClr val="dk1"/>
                        </a:solidFill>
                        <a:effectLst/>
                        <a:latin typeface="+mn-lt"/>
                        <a:ea typeface="+mn-ea"/>
                        <a:cs typeface="+mn-cs"/>
                      </a:endParaRPr>
                    </a:p>
                    <a:p>
                      <a:r>
                        <a:rPr lang="de-DE" sz="1600" kern="1200" dirty="0">
                          <a:solidFill>
                            <a:schemeClr val="dk1"/>
                          </a:solidFill>
                          <a:effectLst/>
                          <a:latin typeface="+mn-lt"/>
                          <a:ea typeface="+mn-ea"/>
                          <a:cs typeface="+mn-cs"/>
                        </a:rPr>
                        <a:t>Assignment 4-5-6 (in-class)</a:t>
                      </a:r>
                      <a:endParaRPr lang="en-US" sz="1600" kern="1200" dirty="0">
                        <a:solidFill>
                          <a:schemeClr val="dk1"/>
                        </a:solidFill>
                        <a:effectLst/>
                        <a:latin typeface="+mn-lt"/>
                        <a:ea typeface="+mn-ea"/>
                        <a:cs typeface="+mn-cs"/>
                      </a:endParaRPr>
                    </a:p>
                    <a:p>
                      <a:r>
                        <a:rPr lang="de-DE" sz="1600" kern="1200" dirty="0">
                          <a:solidFill>
                            <a:schemeClr val="dk1"/>
                          </a:solidFill>
                          <a:effectLst/>
                          <a:latin typeface="+mn-lt"/>
                          <a:ea typeface="+mn-ea"/>
                          <a:cs typeface="+mn-cs"/>
                        </a:rPr>
                        <a:t>Assignment 4-5-6  (post-class)</a:t>
                      </a:r>
                      <a:endParaRPr lang="en-US" sz="1600" dirty="0">
                        <a:solidFill>
                          <a:schemeClr val="tx1">
                            <a:lumMod val="50000"/>
                          </a:schemeClr>
                        </a:solidFill>
                        <a:effectLst/>
                        <a:latin typeface="Arial" panose="020B0604020202020204" pitchFamily="34" charset="0"/>
                        <a:ea typeface="Noto Sans Symbols"/>
                        <a:cs typeface="Arial" panose="020B0604020202020204" pitchFamily="34" charset="0"/>
                      </a:endParaRPr>
                    </a:p>
                  </a:txBody>
                  <a:tcPr marL="32957" marR="329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marR="0" lvl="0" indent="-342900">
                        <a:lnSpc>
                          <a:spcPct val="100000"/>
                        </a:lnSpc>
                        <a:spcBef>
                          <a:spcPts val="600"/>
                        </a:spcBef>
                        <a:spcAft>
                          <a:spcPts val="0"/>
                        </a:spcAft>
                        <a:buFont typeface="Arial" panose="020B0604020202020204" pitchFamily="34" charset="0"/>
                        <a:buChar char="●"/>
                      </a:pPr>
                      <a:r>
                        <a:rPr lang="vi-VN" sz="1600">
                          <a:solidFill>
                            <a:schemeClr val="tx1">
                              <a:lumMod val="50000"/>
                            </a:schemeClr>
                          </a:solidFill>
                          <a:effectLst/>
                          <a:latin typeface="Arial" panose="020B0604020202020204" pitchFamily="34" charset="0"/>
                          <a:cs typeface="Arial" panose="020B0604020202020204" pitchFamily="34" charset="0"/>
                        </a:rPr>
                        <a:t>Viết chương trình sử dụng cấu trúc</a:t>
                      </a:r>
                      <a:endParaRPr lang="en-US" sz="1600">
                        <a:solidFill>
                          <a:schemeClr val="tx1">
                            <a:lumMod val="50000"/>
                          </a:schemeClr>
                        </a:solidFill>
                        <a:effectLst/>
                        <a:latin typeface="Arial" panose="020B0604020202020204" pitchFamily="34" charset="0"/>
                        <a:ea typeface="Noto Sans Symbols"/>
                        <a:cs typeface="Arial" panose="020B0604020202020204" pitchFamily="34" charset="0"/>
                      </a:endParaRPr>
                    </a:p>
                  </a:txBody>
                  <a:tcPr marL="32957" marR="329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nSpc>
                          <a:spcPct val="100000"/>
                        </a:lnSpc>
                        <a:spcBef>
                          <a:spcPts val="600"/>
                        </a:spcBef>
                        <a:spcAft>
                          <a:spcPts val="0"/>
                        </a:spcAft>
                      </a:pPr>
                      <a:r>
                        <a:rPr lang="vi-VN" sz="1600" dirty="0">
                          <a:solidFill>
                            <a:schemeClr val="tx1">
                              <a:lumMod val="50000"/>
                            </a:schemeClr>
                          </a:solidFill>
                          <a:effectLst/>
                          <a:latin typeface="Arial" panose="020B0604020202020204" pitchFamily="34" charset="0"/>
                          <a:cs typeface="Arial" panose="020B0604020202020204" pitchFamily="34" charset="0"/>
                        </a:rPr>
                        <a:t>6.1 Nhập xuất danh sách điểm Point </a:t>
                      </a:r>
                      <a:endParaRPr lang="en-US" sz="1600" dirty="0">
                        <a:solidFill>
                          <a:schemeClr val="tx1">
                            <a:lumMod val="50000"/>
                          </a:schemeClr>
                        </a:solidFill>
                        <a:effectLst/>
                        <a:latin typeface="Arial" panose="020B0604020202020204" pitchFamily="34" charset="0"/>
                        <a:cs typeface="Arial" panose="020B0604020202020204" pitchFamily="34" charset="0"/>
                      </a:endParaRPr>
                    </a:p>
                    <a:p>
                      <a:pPr marL="0" marR="0">
                        <a:lnSpc>
                          <a:spcPct val="100000"/>
                        </a:lnSpc>
                        <a:spcBef>
                          <a:spcPts val="600"/>
                        </a:spcBef>
                        <a:spcAft>
                          <a:spcPts val="0"/>
                        </a:spcAft>
                      </a:pPr>
                      <a:r>
                        <a:rPr lang="vi-VN" sz="1600" dirty="0">
                          <a:solidFill>
                            <a:schemeClr val="tx1">
                              <a:lumMod val="50000"/>
                            </a:schemeClr>
                          </a:solidFill>
                          <a:effectLst/>
                          <a:latin typeface="Arial" panose="020B0604020202020204" pitchFamily="34" charset="0"/>
                          <a:cs typeface="Arial" panose="020B0604020202020204" pitchFamily="34" charset="0"/>
                        </a:rPr>
                        <a:t>6.2 Nhập xuất danh sách sinh viên</a:t>
                      </a:r>
                      <a:endParaRPr lang="en-US" sz="1600" dirty="0">
                        <a:solidFill>
                          <a:schemeClr val="tx1">
                            <a:lumMod val="50000"/>
                          </a:schemeClr>
                        </a:solidFill>
                        <a:effectLst/>
                        <a:latin typeface="Arial" panose="020B0604020202020204" pitchFamily="34" charset="0"/>
                        <a:cs typeface="Arial" panose="020B0604020202020204" pitchFamily="34" charset="0"/>
                      </a:endParaRPr>
                    </a:p>
                    <a:p>
                      <a:pPr marL="0" marR="0">
                        <a:lnSpc>
                          <a:spcPct val="100000"/>
                        </a:lnSpc>
                        <a:spcBef>
                          <a:spcPts val="600"/>
                        </a:spcBef>
                        <a:spcAft>
                          <a:spcPts val="0"/>
                        </a:spcAft>
                      </a:pPr>
                      <a:r>
                        <a:rPr lang="vi-VN" sz="1600" dirty="0">
                          <a:solidFill>
                            <a:schemeClr val="tx1">
                              <a:lumMod val="50000"/>
                            </a:schemeClr>
                          </a:solidFill>
                          <a:effectLst/>
                          <a:latin typeface="Arial" panose="020B0604020202020204" pitchFamily="34" charset="0"/>
                          <a:cs typeface="Arial" panose="020B0604020202020204" pitchFamily="34" charset="0"/>
                        </a:rPr>
                        <a:t>6.3 Chèn vẫn đảm bảo danh sách giảm dần theo MASV</a:t>
                      </a:r>
                      <a:endParaRPr lang="en-US" sz="1600" dirty="0">
                        <a:solidFill>
                          <a:schemeClr val="tx1">
                            <a:lumMod val="50000"/>
                          </a:schemeClr>
                        </a:solidFill>
                        <a:effectLst/>
                        <a:latin typeface="Arial" panose="020B0604020202020204" pitchFamily="34" charset="0"/>
                        <a:ea typeface="Aptos" panose="020B0004020202020204" pitchFamily="34" charset="0"/>
                        <a:cs typeface="Arial" panose="020B0604020202020204" pitchFamily="34" charset="0"/>
                      </a:endParaRPr>
                    </a:p>
                  </a:txBody>
                  <a:tcPr marL="32957" marR="3295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9655558"/>
                  </a:ext>
                </a:extLst>
              </a:tr>
            </a:tbl>
          </a:graphicData>
        </a:graphic>
      </p:graphicFrame>
      <p:sp>
        <p:nvSpPr>
          <p:cNvPr id="2" name="Footer Placeholder 1">
            <a:extLst>
              <a:ext uri="{FF2B5EF4-FFF2-40B4-BE49-F238E27FC236}">
                <a16:creationId xmlns:a16="http://schemas.microsoft.com/office/drawing/2014/main" id="{E44B5FB3-7ED9-30B4-369B-BADFAD09A2EA}"/>
              </a:ext>
            </a:extLst>
          </p:cNvPr>
          <p:cNvSpPr>
            <a:spLocks noGrp="1"/>
          </p:cNvSpPr>
          <p:nvPr>
            <p:ph type="ftr" sz="quarter" idx="11"/>
          </p:nvPr>
        </p:nvSpPr>
        <p:spPr/>
        <p:txBody>
          <a:bodyPr/>
          <a:lstStyle/>
          <a:p>
            <a:r>
              <a:rPr lang="vi-VN" dirty="0"/>
              <a:t>Thực hiện bởi Trường Đại học Công nghệ Thông tin, ĐHQG-HCM</a:t>
            </a:r>
            <a:endParaRPr lang="en-VN" dirty="0"/>
          </a:p>
        </p:txBody>
      </p:sp>
      <p:sp>
        <p:nvSpPr>
          <p:cNvPr id="5" name="Date Placeholder 4">
            <a:extLst>
              <a:ext uri="{FF2B5EF4-FFF2-40B4-BE49-F238E27FC236}">
                <a16:creationId xmlns:a16="http://schemas.microsoft.com/office/drawing/2014/main" id="{EE6EB7C7-6510-2BE1-A2CA-208A1A55844D}"/>
              </a:ext>
            </a:extLst>
          </p:cNvPr>
          <p:cNvSpPr>
            <a:spLocks noGrp="1"/>
          </p:cNvSpPr>
          <p:nvPr>
            <p:ph type="dt" sz="half" idx="13"/>
          </p:nvPr>
        </p:nvSpPr>
        <p:spPr/>
        <p:txBody>
          <a:bodyPr/>
          <a:lstStyle/>
          <a:p>
            <a:r>
              <a:rPr lang="en-US"/>
              <a:t>June 2025</a:t>
            </a:r>
            <a:endParaRPr lang="en-US" dirty="0"/>
          </a:p>
        </p:txBody>
      </p:sp>
      <p:sp>
        <p:nvSpPr>
          <p:cNvPr id="3" name="Slide Number Placeholder 2">
            <a:extLst>
              <a:ext uri="{FF2B5EF4-FFF2-40B4-BE49-F238E27FC236}">
                <a16:creationId xmlns:a16="http://schemas.microsoft.com/office/drawing/2014/main" id="{B40EAE0E-D9D0-3D10-E731-92C194AB43B2}"/>
              </a:ext>
            </a:extLst>
          </p:cNvPr>
          <p:cNvSpPr>
            <a:spLocks noGrp="1"/>
          </p:cNvSpPr>
          <p:nvPr>
            <p:ph type="sldNum" sz="quarter" idx="12"/>
          </p:nvPr>
        </p:nvSpPr>
        <p:spPr/>
        <p:txBody>
          <a:bodyPr/>
          <a:lstStyle/>
          <a:p>
            <a:fld id="{D8B0B3AC-44A8-D142-AAF6-9A453466E1A4}" type="slidenum">
              <a:rPr lang="en-VN" smtClean="0"/>
              <a:pPr/>
              <a:t>17</a:t>
            </a:fld>
            <a:endParaRPr lang="en-VN" dirty="0"/>
          </a:p>
        </p:txBody>
      </p:sp>
    </p:spTree>
    <p:extLst>
      <p:ext uri="{BB962C8B-B14F-4D97-AF65-F5344CB8AC3E}">
        <p14:creationId xmlns:p14="http://schemas.microsoft.com/office/powerpoint/2010/main" val="19831952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8D36A99-81EB-4FDF-7E39-F63FA08E2E26}"/>
              </a:ext>
            </a:extLst>
          </p:cNvPr>
          <p:cNvSpPr>
            <a:spLocks noGrp="1"/>
          </p:cNvSpPr>
          <p:nvPr>
            <p:ph type="title"/>
          </p:nvPr>
        </p:nvSpPr>
        <p:spPr/>
        <p:txBody>
          <a:bodyPr>
            <a:normAutofit fontScale="90000"/>
          </a:bodyPr>
          <a:lstStyle/>
          <a:p>
            <a:r>
              <a:rPr lang="en-US"/>
              <a:t>8. </a:t>
            </a:r>
            <a:r>
              <a:rPr lang="vi-VN"/>
              <a:t>Phương pháp </a:t>
            </a:r>
            <a:r>
              <a:rPr lang="en-US"/>
              <a:t>dạy và </a:t>
            </a:r>
            <a:r>
              <a:rPr lang="vi-VN"/>
              <a:t>học</a:t>
            </a:r>
            <a:endParaRPr lang="en-US"/>
          </a:p>
        </p:txBody>
      </p:sp>
      <p:sp>
        <p:nvSpPr>
          <p:cNvPr id="8" name="Content Placeholder 7">
            <a:extLst>
              <a:ext uri="{FF2B5EF4-FFF2-40B4-BE49-F238E27FC236}">
                <a16:creationId xmlns:a16="http://schemas.microsoft.com/office/drawing/2014/main" id="{880A12F6-AB17-0AB2-C6E2-AEACED44DA5C}"/>
              </a:ext>
            </a:extLst>
          </p:cNvPr>
          <p:cNvSpPr>
            <a:spLocks noGrp="1"/>
          </p:cNvSpPr>
          <p:nvPr>
            <p:ph idx="1"/>
          </p:nvPr>
        </p:nvSpPr>
        <p:spPr/>
        <p:txBody>
          <a:bodyPr>
            <a:normAutofit fontScale="92500" lnSpcReduction="10000"/>
          </a:bodyPr>
          <a:lstStyle/>
          <a:p>
            <a:r>
              <a:rPr lang="vi-VN" sz="2200" dirty="0"/>
              <a:t>Phương pháp </a:t>
            </a:r>
            <a:r>
              <a:rPr lang="en-US" sz="2200" dirty="0" err="1"/>
              <a:t>dạy</a:t>
            </a:r>
            <a:r>
              <a:rPr lang="en-US" sz="2200" dirty="0"/>
              <a:t> </a:t>
            </a:r>
            <a:r>
              <a:rPr lang="en-US" sz="2200" dirty="0" err="1"/>
              <a:t>và</a:t>
            </a:r>
            <a:r>
              <a:rPr lang="en-US" sz="2200" dirty="0"/>
              <a:t> </a:t>
            </a:r>
            <a:r>
              <a:rPr lang="vi-VN" sz="2200" dirty="0"/>
              <a:t>học tập</a:t>
            </a:r>
            <a:r>
              <a:rPr lang="en-US" sz="2200" dirty="0"/>
              <a:t>: </a:t>
            </a:r>
            <a:r>
              <a:rPr lang="vi-VN" sz="2200" dirty="0"/>
              <a:t>Lớp học đảo ngược (flipped classroom)</a:t>
            </a:r>
            <a:endParaRPr lang="en-US" sz="2200" dirty="0"/>
          </a:p>
          <a:p>
            <a:pPr>
              <a:lnSpc>
                <a:spcPct val="100000"/>
              </a:lnSpc>
            </a:pPr>
            <a:r>
              <a:rPr lang="vi-VN" sz="2200" b="1" dirty="0"/>
              <a:t>Cách thức thực hiện</a:t>
            </a:r>
            <a:r>
              <a:rPr lang="vi-VN" sz="2200" dirty="0"/>
              <a:t>:</a:t>
            </a:r>
          </a:p>
          <a:p>
            <a:pPr lvl="1">
              <a:lnSpc>
                <a:spcPct val="100000"/>
              </a:lnSpc>
            </a:pPr>
            <a:r>
              <a:rPr lang="vi-VN" sz="2200" dirty="0"/>
              <a:t>Giáo viên tạo các video bài giảng ngắn, kèm các tài nguyên học liệu</a:t>
            </a:r>
            <a:r>
              <a:rPr lang="en-US" sz="2200" dirty="0"/>
              <a:t> </a:t>
            </a:r>
            <a:r>
              <a:rPr lang="vi-VN" sz="2200" dirty="0"/>
              <a:t>khác, cung cấp trước cho người học để tự học trước ở nhà</a:t>
            </a:r>
            <a:endParaRPr lang="en-US" sz="2200" dirty="0"/>
          </a:p>
          <a:p>
            <a:pPr lvl="1">
              <a:lnSpc>
                <a:spcPct val="100000"/>
              </a:lnSpc>
            </a:pPr>
            <a:r>
              <a:rPr lang="vi-VN" sz="2200" dirty="0"/>
              <a:t>Trong thời gian tiếp xúc đồng bộ giáo viên hướng dẫn thảo luận</a:t>
            </a:r>
            <a:r>
              <a:rPr lang="en-US" sz="2200" dirty="0"/>
              <a:t>, </a:t>
            </a:r>
            <a:r>
              <a:rPr lang="vi-VN" sz="2200" dirty="0"/>
              <a:t>hỏi-đáp, làm bài tập,... </a:t>
            </a:r>
            <a:r>
              <a:rPr lang="vi-VN" sz="2200" dirty="0">
                <a:solidFill>
                  <a:srgbClr val="FF0000"/>
                </a:solidFill>
              </a:rPr>
              <a:t>mà không giảng bài</a:t>
            </a:r>
            <a:endParaRPr lang="en-US" sz="2200" dirty="0">
              <a:solidFill>
                <a:srgbClr val="FF0000"/>
              </a:solidFill>
            </a:endParaRPr>
          </a:p>
          <a:p>
            <a:pPr>
              <a:lnSpc>
                <a:spcPct val="100000"/>
              </a:lnSpc>
            </a:pPr>
            <a:r>
              <a:rPr lang="vi-VN" sz="2200" b="1" dirty="0"/>
              <a:t>Ưu điểm</a:t>
            </a:r>
            <a:r>
              <a:rPr lang="vi-VN" sz="2200" dirty="0"/>
              <a:t>:</a:t>
            </a:r>
          </a:p>
          <a:p>
            <a:pPr lvl="1">
              <a:lnSpc>
                <a:spcPct val="100000"/>
              </a:lnSpc>
            </a:pPr>
            <a:r>
              <a:rPr lang="vi-VN" sz="2200" dirty="0"/>
              <a:t>Có nhiều thời gian hướng dẫn, thảo luận khi tiếp xúc đồng bộ</a:t>
            </a:r>
          </a:p>
          <a:p>
            <a:pPr lvl="1">
              <a:lnSpc>
                <a:spcPct val="100000"/>
              </a:lnSpc>
            </a:pPr>
            <a:r>
              <a:rPr lang="vi-VN" sz="2200" dirty="0"/>
              <a:t>Cho phép người học linh hoạt điều chỉnh nhịp điệu học tập</a:t>
            </a:r>
          </a:p>
          <a:p>
            <a:pPr lvl="1">
              <a:lnSpc>
                <a:spcPct val="100000"/>
              </a:lnSpc>
            </a:pPr>
            <a:r>
              <a:rPr lang="vi-VN" sz="2200" dirty="0"/>
              <a:t>Phá vỡ rào cản không gian: người học có thể học từ bất cứ nơi đâu</a:t>
            </a:r>
          </a:p>
          <a:p>
            <a:pPr>
              <a:lnSpc>
                <a:spcPct val="100000"/>
              </a:lnSpc>
            </a:pPr>
            <a:r>
              <a:rPr lang="vi-VN" sz="2200" b="1" dirty="0"/>
              <a:t>Nhược điểm</a:t>
            </a:r>
            <a:r>
              <a:rPr lang="vi-VN" sz="2200" dirty="0"/>
              <a:t>:</a:t>
            </a:r>
          </a:p>
          <a:p>
            <a:pPr lvl="1">
              <a:lnSpc>
                <a:spcPct val="100000"/>
              </a:lnSpc>
            </a:pPr>
            <a:r>
              <a:rPr lang="vi-VN" sz="2200" dirty="0"/>
              <a:t>Yêu cầu người học có tính tự chủ và khả năng tổ chức cao độ</a:t>
            </a:r>
          </a:p>
          <a:p>
            <a:pPr lvl="1">
              <a:lnSpc>
                <a:spcPct val="100000"/>
              </a:lnSpc>
            </a:pPr>
            <a:r>
              <a:rPr lang="vi-VN" sz="2200" dirty="0"/>
              <a:t>Đòi hỏi nhiều thời gian chuẩn bị bài giảng video, bài tập cá nhân,</a:t>
            </a:r>
            <a:r>
              <a:rPr lang="en-US" sz="2200" dirty="0"/>
              <a:t> </a:t>
            </a:r>
            <a:r>
              <a:rPr lang="vi-VN" sz="2200" dirty="0"/>
              <a:t>kịch bản phối hợp các phiên làm việc đồng bộ và không đồng bộ</a:t>
            </a:r>
            <a:endParaRPr lang="en-US" sz="2200" dirty="0"/>
          </a:p>
          <a:p>
            <a:endParaRPr lang="en-US" dirty="0"/>
          </a:p>
        </p:txBody>
      </p:sp>
      <p:sp>
        <p:nvSpPr>
          <p:cNvPr id="2" name="Footer Placeholder 1">
            <a:extLst>
              <a:ext uri="{FF2B5EF4-FFF2-40B4-BE49-F238E27FC236}">
                <a16:creationId xmlns:a16="http://schemas.microsoft.com/office/drawing/2014/main" id="{8BF6D62F-C4C2-A834-B231-39984F4A7FDC}"/>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Date Placeholder 4">
            <a:extLst>
              <a:ext uri="{FF2B5EF4-FFF2-40B4-BE49-F238E27FC236}">
                <a16:creationId xmlns:a16="http://schemas.microsoft.com/office/drawing/2014/main" id="{1CF8E407-0289-D64C-3E1E-0671B1305DD8}"/>
              </a:ext>
            </a:extLst>
          </p:cNvPr>
          <p:cNvSpPr>
            <a:spLocks noGrp="1"/>
          </p:cNvSpPr>
          <p:nvPr>
            <p:ph type="dt" sz="half" idx="13"/>
          </p:nvPr>
        </p:nvSpPr>
        <p:spPr/>
        <p:txBody>
          <a:bodyPr/>
          <a:lstStyle/>
          <a:p>
            <a:r>
              <a:rPr lang="en-US"/>
              <a:t>June 2025</a:t>
            </a:r>
            <a:endParaRPr lang="en-US" dirty="0"/>
          </a:p>
        </p:txBody>
      </p:sp>
      <p:sp>
        <p:nvSpPr>
          <p:cNvPr id="3" name="Slide Number Placeholder 2">
            <a:extLst>
              <a:ext uri="{FF2B5EF4-FFF2-40B4-BE49-F238E27FC236}">
                <a16:creationId xmlns:a16="http://schemas.microsoft.com/office/drawing/2014/main" id="{043A8403-FF05-FC29-1A25-818B8B1CF7C4}"/>
              </a:ext>
            </a:extLst>
          </p:cNvPr>
          <p:cNvSpPr>
            <a:spLocks noGrp="1"/>
          </p:cNvSpPr>
          <p:nvPr>
            <p:ph type="sldNum" sz="quarter" idx="12"/>
          </p:nvPr>
        </p:nvSpPr>
        <p:spPr/>
        <p:txBody>
          <a:bodyPr/>
          <a:lstStyle/>
          <a:p>
            <a:fld id="{D8B0B3AC-44A8-D142-AAF6-9A453466E1A4}" type="slidenum">
              <a:rPr lang="en-VN" smtClean="0"/>
              <a:pPr/>
              <a:t>18</a:t>
            </a:fld>
            <a:endParaRPr lang="en-VN" dirty="0"/>
          </a:p>
        </p:txBody>
      </p:sp>
    </p:spTree>
    <p:extLst>
      <p:ext uri="{BB962C8B-B14F-4D97-AF65-F5344CB8AC3E}">
        <p14:creationId xmlns:p14="http://schemas.microsoft.com/office/powerpoint/2010/main" val="31613648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404E2E62-EFBC-4A50-791E-79112FF0A11C}"/>
              </a:ext>
            </a:extLst>
          </p:cNvPr>
          <p:cNvSpPr>
            <a:spLocks noGrp="1"/>
          </p:cNvSpPr>
          <p:nvPr>
            <p:ph idx="1"/>
          </p:nvPr>
        </p:nvSpPr>
        <p:spPr/>
        <p:txBody>
          <a:bodyPr>
            <a:normAutofit fontScale="92500" lnSpcReduction="10000"/>
          </a:bodyPr>
          <a:lstStyle/>
          <a:p>
            <a:r>
              <a:rPr lang="en-US"/>
              <a:t>GV truyền thụ kiến thức, giảng dạy</a:t>
            </a:r>
          </a:p>
          <a:p>
            <a:r>
              <a:rPr lang="en-US"/>
              <a:t>HS thụ động tiếp thu kiến thức từ giáo viên</a:t>
            </a:r>
          </a:p>
          <a:p>
            <a:r>
              <a:rPr lang="en-US"/>
              <a:t>HS nghe giảng, ghi chép, làm bài tập</a:t>
            </a:r>
          </a:p>
          <a:p>
            <a:r>
              <a:rPr lang="vi-VN"/>
              <a:t>Mức độ tương tác</a:t>
            </a:r>
            <a:r>
              <a:rPr lang="en-US"/>
              <a:t> thấp</a:t>
            </a:r>
          </a:p>
          <a:p>
            <a:r>
              <a:rPr lang="en-US"/>
              <a:t>…</a:t>
            </a:r>
          </a:p>
        </p:txBody>
      </p:sp>
      <p:sp>
        <p:nvSpPr>
          <p:cNvPr id="4" name="Footer Placeholder 3">
            <a:extLst>
              <a:ext uri="{FF2B5EF4-FFF2-40B4-BE49-F238E27FC236}">
                <a16:creationId xmlns:a16="http://schemas.microsoft.com/office/drawing/2014/main" id="{0BFAE9D0-D839-170F-5992-294F6846A0F4}"/>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Date Placeholder 4">
            <a:extLst>
              <a:ext uri="{FF2B5EF4-FFF2-40B4-BE49-F238E27FC236}">
                <a16:creationId xmlns:a16="http://schemas.microsoft.com/office/drawing/2014/main" id="{F14DE654-4653-F717-23F8-828BF29C2DA8}"/>
              </a:ext>
            </a:extLst>
          </p:cNvPr>
          <p:cNvSpPr>
            <a:spLocks noGrp="1"/>
          </p:cNvSpPr>
          <p:nvPr>
            <p:ph type="dt" sz="half" idx="13"/>
          </p:nvPr>
        </p:nvSpPr>
        <p:spPr/>
        <p:txBody>
          <a:bodyPr/>
          <a:lstStyle/>
          <a:p>
            <a:r>
              <a:rPr lang="en-US"/>
              <a:t>June 2025</a:t>
            </a:r>
            <a:endParaRPr lang="en-US" dirty="0"/>
          </a:p>
        </p:txBody>
      </p:sp>
      <p:sp>
        <p:nvSpPr>
          <p:cNvPr id="6" name="Slide Number Placeholder 5">
            <a:extLst>
              <a:ext uri="{FF2B5EF4-FFF2-40B4-BE49-F238E27FC236}">
                <a16:creationId xmlns:a16="http://schemas.microsoft.com/office/drawing/2014/main" id="{23A59749-9BB3-4E63-8D8B-FA6DBC04422C}"/>
              </a:ext>
            </a:extLst>
          </p:cNvPr>
          <p:cNvSpPr>
            <a:spLocks noGrp="1"/>
          </p:cNvSpPr>
          <p:nvPr>
            <p:ph type="sldNum" sz="quarter" idx="12"/>
          </p:nvPr>
        </p:nvSpPr>
        <p:spPr/>
        <p:txBody>
          <a:bodyPr/>
          <a:lstStyle/>
          <a:p>
            <a:fld id="{D8B0B3AC-44A8-D142-AAF6-9A453466E1A4}" type="slidenum">
              <a:rPr lang="en-VN" smtClean="0"/>
              <a:pPr/>
              <a:t>19</a:t>
            </a:fld>
            <a:endParaRPr lang="en-VN" dirty="0"/>
          </a:p>
        </p:txBody>
      </p:sp>
      <p:sp>
        <p:nvSpPr>
          <p:cNvPr id="9" name="Content Placeholder 8">
            <a:extLst>
              <a:ext uri="{FF2B5EF4-FFF2-40B4-BE49-F238E27FC236}">
                <a16:creationId xmlns:a16="http://schemas.microsoft.com/office/drawing/2014/main" id="{AF04923B-18AC-751F-3B65-E6BA47432A0B}"/>
              </a:ext>
            </a:extLst>
          </p:cNvPr>
          <p:cNvSpPr>
            <a:spLocks noGrp="1"/>
          </p:cNvSpPr>
          <p:nvPr>
            <p:ph idx="15"/>
          </p:nvPr>
        </p:nvSpPr>
        <p:spPr/>
        <p:txBody>
          <a:bodyPr>
            <a:normAutofit fontScale="92500" lnSpcReduction="10000"/>
          </a:bodyPr>
          <a:lstStyle/>
          <a:p>
            <a:r>
              <a:rPr lang="en-US"/>
              <a:t>GV h</a:t>
            </a:r>
            <a:r>
              <a:rPr lang="vi-VN"/>
              <a:t>ướng dẫn, hỗ trợ học sinh học tập</a:t>
            </a:r>
            <a:endParaRPr lang="en-US"/>
          </a:p>
          <a:p>
            <a:r>
              <a:rPr lang="en-US"/>
              <a:t>HS c</a:t>
            </a:r>
            <a:r>
              <a:rPr lang="vi-VN"/>
              <a:t>hủ động học tập, nghiên cứu trước khi đến lớp</a:t>
            </a:r>
            <a:endParaRPr lang="en-US"/>
          </a:p>
          <a:p>
            <a:r>
              <a:rPr lang="en-US"/>
              <a:t>HS thảo luận, giải quyết vấn đề, thực hành</a:t>
            </a:r>
          </a:p>
          <a:p>
            <a:r>
              <a:rPr lang="vi-VN"/>
              <a:t>Mức độ tương tác</a:t>
            </a:r>
            <a:r>
              <a:rPr lang="en-US"/>
              <a:t> cao</a:t>
            </a:r>
          </a:p>
          <a:p>
            <a:r>
              <a:rPr lang="en-US"/>
              <a:t>…</a:t>
            </a:r>
          </a:p>
        </p:txBody>
      </p:sp>
      <p:sp>
        <p:nvSpPr>
          <p:cNvPr id="10" name="Text Placeholder 9">
            <a:extLst>
              <a:ext uri="{FF2B5EF4-FFF2-40B4-BE49-F238E27FC236}">
                <a16:creationId xmlns:a16="http://schemas.microsoft.com/office/drawing/2014/main" id="{6F4F8091-0B28-6471-A580-DB09DC9E3E39}"/>
              </a:ext>
            </a:extLst>
          </p:cNvPr>
          <p:cNvSpPr>
            <a:spLocks noGrp="1"/>
          </p:cNvSpPr>
          <p:nvPr>
            <p:ph type="body" sz="quarter" idx="16"/>
          </p:nvPr>
        </p:nvSpPr>
        <p:spPr/>
        <p:txBody>
          <a:bodyPr/>
          <a:lstStyle/>
          <a:p>
            <a:r>
              <a:rPr lang="en-US"/>
              <a:t>Lớp học truyền thống</a:t>
            </a:r>
          </a:p>
        </p:txBody>
      </p:sp>
      <p:sp>
        <p:nvSpPr>
          <p:cNvPr id="11" name="Text Placeholder 10">
            <a:extLst>
              <a:ext uri="{FF2B5EF4-FFF2-40B4-BE49-F238E27FC236}">
                <a16:creationId xmlns:a16="http://schemas.microsoft.com/office/drawing/2014/main" id="{B1EE7625-F975-132F-B86A-302D87BFE952}"/>
              </a:ext>
            </a:extLst>
          </p:cNvPr>
          <p:cNvSpPr>
            <a:spLocks noGrp="1"/>
          </p:cNvSpPr>
          <p:nvPr>
            <p:ph type="body" sz="quarter" idx="17"/>
          </p:nvPr>
        </p:nvSpPr>
        <p:spPr/>
        <p:txBody>
          <a:bodyPr/>
          <a:lstStyle/>
          <a:p>
            <a:r>
              <a:rPr lang="en-US"/>
              <a:t>Lớp học đảo ngược</a:t>
            </a:r>
          </a:p>
        </p:txBody>
      </p:sp>
      <p:sp>
        <p:nvSpPr>
          <p:cNvPr id="7" name="Title 6">
            <a:extLst>
              <a:ext uri="{FF2B5EF4-FFF2-40B4-BE49-F238E27FC236}">
                <a16:creationId xmlns:a16="http://schemas.microsoft.com/office/drawing/2014/main" id="{0FA3D403-5F68-555B-87C3-E92647C8A5F6}"/>
              </a:ext>
            </a:extLst>
          </p:cNvPr>
          <p:cNvSpPr>
            <a:spLocks noGrp="1"/>
          </p:cNvSpPr>
          <p:nvPr>
            <p:ph type="title"/>
          </p:nvPr>
        </p:nvSpPr>
        <p:spPr/>
        <p:txBody>
          <a:bodyPr>
            <a:normAutofit fontScale="90000"/>
          </a:bodyPr>
          <a:lstStyle/>
          <a:p>
            <a:r>
              <a:rPr lang="vi-VN"/>
              <a:t>Lớp học đảo ngược (flipped classroom)</a:t>
            </a:r>
            <a:endParaRPr lang="en-US"/>
          </a:p>
        </p:txBody>
      </p:sp>
    </p:spTree>
    <p:extLst>
      <p:ext uri="{BB962C8B-B14F-4D97-AF65-F5344CB8AC3E}">
        <p14:creationId xmlns:p14="http://schemas.microsoft.com/office/powerpoint/2010/main" val="39205023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4E70853-1FA3-7E8B-4887-5A44D5E7F735}"/>
              </a:ext>
            </a:extLst>
          </p:cNvPr>
          <p:cNvSpPr>
            <a:spLocks noGrp="1"/>
          </p:cNvSpPr>
          <p:nvPr>
            <p:ph idx="1"/>
          </p:nvPr>
        </p:nvSpPr>
        <p:spPr>
          <a:xfrm>
            <a:off x="508041" y="2079840"/>
            <a:ext cx="3681005" cy="4214349"/>
          </a:xfrm>
          <a:ln>
            <a:solidFill>
              <a:schemeClr val="tx1">
                <a:lumMod val="50000"/>
              </a:schemeClr>
            </a:solidFill>
          </a:ln>
        </p:spPr>
        <p:txBody>
          <a:bodyPr>
            <a:noAutofit/>
          </a:bodyPr>
          <a:lstStyle/>
          <a:p>
            <a:r>
              <a:rPr lang="en-US" sz="2400" dirty="0" err="1"/>
              <a:t>Xem</a:t>
            </a:r>
            <a:r>
              <a:rPr lang="en-US" sz="2400" dirty="0"/>
              <a:t> </a:t>
            </a:r>
            <a:r>
              <a:rPr lang="en-US" sz="2400" dirty="0" err="1"/>
              <a:t>nội</a:t>
            </a:r>
            <a:r>
              <a:rPr lang="en-US" sz="2400" dirty="0"/>
              <a:t> dung </a:t>
            </a:r>
            <a:r>
              <a:rPr lang="en-US" sz="2400" dirty="0" err="1"/>
              <a:t>lý</a:t>
            </a:r>
            <a:r>
              <a:rPr lang="en-US" sz="2400" dirty="0"/>
              <a:t> </a:t>
            </a:r>
            <a:r>
              <a:rPr lang="en-US" sz="2400" dirty="0" err="1"/>
              <a:t>thuyết</a:t>
            </a:r>
            <a:r>
              <a:rPr lang="en-US" sz="2400" dirty="0"/>
              <a:t> qua Video, Slide</a:t>
            </a:r>
          </a:p>
          <a:p>
            <a:r>
              <a:rPr lang="en-US" sz="2400" dirty="0" err="1"/>
              <a:t>Làm</a:t>
            </a:r>
            <a:r>
              <a:rPr lang="en-US" sz="2400" dirty="0"/>
              <a:t> </a:t>
            </a:r>
            <a:r>
              <a:rPr lang="en-US" sz="2400" dirty="0" err="1"/>
              <a:t>bài</a:t>
            </a:r>
            <a:r>
              <a:rPr lang="en-US" sz="2400" dirty="0"/>
              <a:t> </a:t>
            </a:r>
            <a:r>
              <a:rPr lang="en-US" sz="2400" dirty="0" err="1"/>
              <a:t>tập</a:t>
            </a:r>
            <a:r>
              <a:rPr lang="en-US" sz="2400" dirty="0"/>
              <a:t> Quiz</a:t>
            </a:r>
          </a:p>
          <a:p>
            <a:r>
              <a:rPr lang="en-US" sz="2400" dirty="0" err="1"/>
              <a:t>Làm</a:t>
            </a:r>
            <a:r>
              <a:rPr lang="en-US" sz="2400" dirty="0"/>
              <a:t> </a:t>
            </a:r>
            <a:r>
              <a:rPr lang="en-US" sz="2400" dirty="0" err="1"/>
              <a:t>bài</a:t>
            </a:r>
            <a:r>
              <a:rPr lang="en-US" sz="2400" dirty="0"/>
              <a:t> </a:t>
            </a:r>
            <a:r>
              <a:rPr lang="en-US" sz="2400" dirty="0" err="1"/>
              <a:t>tập</a:t>
            </a:r>
            <a:r>
              <a:rPr lang="en-US" sz="2400" dirty="0"/>
              <a:t> </a:t>
            </a:r>
            <a:r>
              <a:rPr lang="en-US" sz="2400" dirty="0" err="1"/>
              <a:t>Wecode</a:t>
            </a:r>
            <a:endParaRPr lang="en-US" sz="2400" dirty="0"/>
          </a:p>
          <a:p>
            <a:r>
              <a:rPr lang="en-US" sz="2400" dirty="0" err="1"/>
              <a:t>Học</a:t>
            </a:r>
            <a:r>
              <a:rPr lang="en-US" sz="2400" dirty="0"/>
              <a:t> </a:t>
            </a:r>
            <a:r>
              <a:rPr lang="en-US" sz="2400" dirty="0" err="1"/>
              <a:t>sinh</a:t>
            </a:r>
            <a:r>
              <a:rPr lang="en-US" sz="2400" dirty="0"/>
              <a:t> </a:t>
            </a:r>
            <a:r>
              <a:rPr lang="en-US" sz="2400" dirty="0" err="1"/>
              <a:t>có</a:t>
            </a:r>
            <a:r>
              <a:rPr lang="en-US" sz="2400"/>
              <a:t> 1-2 </a:t>
            </a:r>
            <a:r>
              <a:rPr lang="en-US" sz="2400" dirty="0" err="1"/>
              <a:t>tuần</a:t>
            </a:r>
            <a:r>
              <a:rPr lang="en-US" sz="2400" dirty="0"/>
              <a:t> </a:t>
            </a:r>
            <a:r>
              <a:rPr lang="en-US" sz="2400" dirty="0" err="1"/>
              <a:t>để</a:t>
            </a:r>
            <a:r>
              <a:rPr lang="en-US" sz="2400" dirty="0"/>
              <a:t> </a:t>
            </a:r>
            <a:r>
              <a:rPr lang="en-US" sz="2400" dirty="0" err="1"/>
              <a:t>hoàn</a:t>
            </a:r>
            <a:r>
              <a:rPr lang="en-US" sz="2400" dirty="0"/>
              <a:t> </a:t>
            </a:r>
            <a:r>
              <a:rPr lang="en-US" sz="2400" dirty="0" err="1"/>
              <a:t>thành</a:t>
            </a:r>
            <a:r>
              <a:rPr lang="en-US" sz="2400" dirty="0"/>
              <a:t> </a:t>
            </a:r>
            <a:r>
              <a:rPr lang="en-US" sz="2400" dirty="0" err="1"/>
              <a:t>các</a:t>
            </a:r>
            <a:r>
              <a:rPr lang="en-US" sz="2400" dirty="0"/>
              <a:t> </a:t>
            </a:r>
            <a:r>
              <a:rPr lang="en-US" sz="2400" dirty="0" err="1"/>
              <a:t>chủ</a:t>
            </a:r>
            <a:r>
              <a:rPr lang="en-US" sz="2400" dirty="0"/>
              <a:t> </a:t>
            </a:r>
            <a:r>
              <a:rPr lang="en-US" sz="2400" dirty="0" err="1"/>
              <a:t>đề</a:t>
            </a:r>
            <a:r>
              <a:rPr lang="en-US" sz="2400" dirty="0"/>
              <a:t> </a:t>
            </a:r>
            <a:r>
              <a:rPr lang="en-US" sz="2400" dirty="0" err="1"/>
              <a:t>theo</a:t>
            </a:r>
            <a:r>
              <a:rPr lang="en-US" sz="2400" dirty="0"/>
              <a:t> </a:t>
            </a:r>
            <a:r>
              <a:rPr lang="en-US" sz="2400" dirty="0" err="1"/>
              <a:t>kế</a:t>
            </a:r>
            <a:r>
              <a:rPr lang="en-US" sz="2400" dirty="0"/>
              <a:t> </a:t>
            </a:r>
            <a:r>
              <a:rPr lang="en-US" sz="2400" dirty="0" err="1"/>
              <a:t>hoạch</a:t>
            </a:r>
            <a:r>
              <a:rPr lang="en-US" sz="2400" dirty="0"/>
              <a:t> </a:t>
            </a:r>
            <a:r>
              <a:rPr lang="en-US" sz="2400" dirty="0" err="1"/>
              <a:t>học</a:t>
            </a:r>
            <a:r>
              <a:rPr lang="en-US" sz="2400" dirty="0"/>
              <a:t> </a:t>
            </a:r>
            <a:r>
              <a:rPr lang="en-US" sz="2400" dirty="0" err="1"/>
              <a:t>tập</a:t>
            </a:r>
            <a:r>
              <a:rPr lang="en-US" sz="2400" dirty="0"/>
              <a:t> </a:t>
            </a:r>
            <a:r>
              <a:rPr lang="en-US" sz="2400" dirty="0" err="1"/>
              <a:t>từng</a:t>
            </a:r>
            <a:r>
              <a:rPr lang="en-US" sz="2400" dirty="0"/>
              <a:t> </a:t>
            </a:r>
            <a:r>
              <a:rPr lang="en-US" sz="2400" dirty="0" err="1"/>
              <a:t>buổi</a:t>
            </a:r>
            <a:endParaRPr lang="en-US" sz="2400" dirty="0"/>
          </a:p>
        </p:txBody>
      </p:sp>
      <p:sp>
        <p:nvSpPr>
          <p:cNvPr id="3" name="Footer Placeholder 2">
            <a:extLst>
              <a:ext uri="{FF2B5EF4-FFF2-40B4-BE49-F238E27FC236}">
                <a16:creationId xmlns:a16="http://schemas.microsoft.com/office/drawing/2014/main" id="{03AD3485-58AF-09FF-EB56-DC46DEE2FF9D}"/>
              </a:ext>
            </a:extLst>
          </p:cNvPr>
          <p:cNvSpPr>
            <a:spLocks noGrp="1"/>
          </p:cNvSpPr>
          <p:nvPr>
            <p:ph type="ftr" sz="quarter" idx="11"/>
          </p:nvPr>
        </p:nvSpPr>
        <p:spPr/>
        <p:txBody>
          <a:bodyPr/>
          <a:lstStyle/>
          <a:p>
            <a:r>
              <a:rPr lang="vi-VN"/>
              <a:t>Thực hiện bởi Trường Đại học Công nghệ Thông tin, ĐHQG-HCM</a:t>
            </a:r>
            <a:endParaRPr lang="vi-VN" dirty="0"/>
          </a:p>
        </p:txBody>
      </p:sp>
      <p:sp>
        <p:nvSpPr>
          <p:cNvPr id="4" name="Date Placeholder 3">
            <a:extLst>
              <a:ext uri="{FF2B5EF4-FFF2-40B4-BE49-F238E27FC236}">
                <a16:creationId xmlns:a16="http://schemas.microsoft.com/office/drawing/2014/main" id="{C3E3503C-D471-3E04-972F-4092FC45CD15}"/>
              </a:ext>
            </a:extLst>
          </p:cNvPr>
          <p:cNvSpPr>
            <a:spLocks noGrp="1"/>
          </p:cNvSpPr>
          <p:nvPr>
            <p:ph type="dt" sz="half" idx="13"/>
          </p:nvPr>
        </p:nvSpPr>
        <p:spPr/>
        <p:txBody>
          <a:bodyPr/>
          <a:lstStyle/>
          <a:p>
            <a:r>
              <a:rPr lang="en-US"/>
              <a:t>June 2025</a:t>
            </a:r>
            <a:endParaRPr lang="en-US" dirty="0"/>
          </a:p>
        </p:txBody>
      </p:sp>
      <p:sp>
        <p:nvSpPr>
          <p:cNvPr id="5" name="Slide Number Placeholder 4">
            <a:extLst>
              <a:ext uri="{FF2B5EF4-FFF2-40B4-BE49-F238E27FC236}">
                <a16:creationId xmlns:a16="http://schemas.microsoft.com/office/drawing/2014/main" id="{6BAB595C-C433-DCD6-095C-797AA1C8F8C0}"/>
              </a:ext>
            </a:extLst>
          </p:cNvPr>
          <p:cNvSpPr>
            <a:spLocks noGrp="1"/>
          </p:cNvSpPr>
          <p:nvPr>
            <p:ph type="sldNum" sz="quarter" idx="12"/>
          </p:nvPr>
        </p:nvSpPr>
        <p:spPr/>
        <p:txBody>
          <a:bodyPr/>
          <a:lstStyle/>
          <a:p>
            <a:fld id="{D8B0B3AC-44A8-D142-AAF6-9A453466E1A4}" type="slidenum">
              <a:rPr lang="en-VN" smtClean="0"/>
              <a:pPr/>
              <a:t>20</a:t>
            </a:fld>
            <a:endParaRPr lang="en-VN" dirty="0"/>
          </a:p>
        </p:txBody>
      </p:sp>
      <p:sp>
        <p:nvSpPr>
          <p:cNvPr id="6" name="Content Placeholder 5">
            <a:extLst>
              <a:ext uri="{FF2B5EF4-FFF2-40B4-BE49-F238E27FC236}">
                <a16:creationId xmlns:a16="http://schemas.microsoft.com/office/drawing/2014/main" id="{AB9008E2-0945-915A-6EE9-5387ACA24A8E}"/>
              </a:ext>
            </a:extLst>
          </p:cNvPr>
          <p:cNvSpPr>
            <a:spLocks noGrp="1"/>
          </p:cNvSpPr>
          <p:nvPr>
            <p:ph idx="15"/>
          </p:nvPr>
        </p:nvSpPr>
        <p:spPr>
          <a:xfrm>
            <a:off x="4440235" y="2074505"/>
            <a:ext cx="3617429" cy="4214349"/>
          </a:xfrm>
          <a:ln>
            <a:solidFill>
              <a:schemeClr val="tx1">
                <a:lumMod val="50000"/>
              </a:schemeClr>
            </a:solidFill>
          </a:ln>
        </p:spPr>
        <p:txBody>
          <a:bodyPr>
            <a:normAutofit/>
          </a:bodyPr>
          <a:lstStyle/>
          <a:p>
            <a:r>
              <a:rPr lang="en-US" sz="2400"/>
              <a:t>Trao đổi, Thảo luận</a:t>
            </a:r>
          </a:p>
          <a:p>
            <a:r>
              <a:rPr lang="en-US" sz="2400"/>
              <a:t>Làm bài tập Lý thuyết</a:t>
            </a:r>
          </a:p>
          <a:p>
            <a:r>
              <a:rPr lang="en-US" sz="2400"/>
              <a:t>Làm bài tập wecode trên lớp </a:t>
            </a:r>
          </a:p>
        </p:txBody>
      </p:sp>
      <p:sp>
        <p:nvSpPr>
          <p:cNvPr id="7" name="Text Placeholder 6">
            <a:extLst>
              <a:ext uri="{FF2B5EF4-FFF2-40B4-BE49-F238E27FC236}">
                <a16:creationId xmlns:a16="http://schemas.microsoft.com/office/drawing/2014/main" id="{0277C234-2D79-D203-51E3-E460BDEEC21F}"/>
              </a:ext>
            </a:extLst>
          </p:cNvPr>
          <p:cNvSpPr>
            <a:spLocks noGrp="1"/>
          </p:cNvSpPr>
          <p:nvPr>
            <p:ph type="body" sz="quarter" idx="16"/>
          </p:nvPr>
        </p:nvSpPr>
        <p:spPr>
          <a:xfrm>
            <a:off x="508000" y="1233825"/>
            <a:ext cx="3681567" cy="785896"/>
          </a:xfrm>
        </p:spPr>
        <p:txBody>
          <a:bodyPr>
            <a:noAutofit/>
          </a:bodyPr>
          <a:lstStyle/>
          <a:p>
            <a:r>
              <a:rPr lang="en-US" sz="2000"/>
              <a:t>Hoạt động trước giờ lên lớp</a:t>
            </a:r>
          </a:p>
          <a:p>
            <a:r>
              <a:rPr lang="en-US" sz="2000"/>
              <a:t>Pre-class</a:t>
            </a:r>
          </a:p>
        </p:txBody>
      </p:sp>
      <p:sp>
        <p:nvSpPr>
          <p:cNvPr id="8" name="Text Placeholder 7">
            <a:extLst>
              <a:ext uri="{FF2B5EF4-FFF2-40B4-BE49-F238E27FC236}">
                <a16:creationId xmlns:a16="http://schemas.microsoft.com/office/drawing/2014/main" id="{B6EFDDAE-C33D-EC5C-502F-CAFD8454BAF2}"/>
              </a:ext>
            </a:extLst>
          </p:cNvPr>
          <p:cNvSpPr>
            <a:spLocks noGrp="1"/>
          </p:cNvSpPr>
          <p:nvPr>
            <p:ph type="body" sz="quarter" idx="17"/>
          </p:nvPr>
        </p:nvSpPr>
        <p:spPr>
          <a:xfrm>
            <a:off x="4439441" y="1233825"/>
            <a:ext cx="3617981" cy="785896"/>
          </a:xfrm>
        </p:spPr>
        <p:txBody>
          <a:bodyPr>
            <a:noAutofit/>
          </a:bodyPr>
          <a:lstStyle/>
          <a:p>
            <a:r>
              <a:rPr lang="en-US" sz="2000"/>
              <a:t>Hoạt động tại lớp</a:t>
            </a:r>
          </a:p>
          <a:p>
            <a:r>
              <a:rPr lang="en-US" sz="2000"/>
              <a:t>In-class</a:t>
            </a:r>
          </a:p>
        </p:txBody>
      </p:sp>
      <p:sp>
        <p:nvSpPr>
          <p:cNvPr id="9" name="Title 8">
            <a:extLst>
              <a:ext uri="{FF2B5EF4-FFF2-40B4-BE49-F238E27FC236}">
                <a16:creationId xmlns:a16="http://schemas.microsoft.com/office/drawing/2014/main" id="{A9AB11A6-B4D9-5D0A-27E2-D568301ECD90}"/>
              </a:ext>
            </a:extLst>
          </p:cNvPr>
          <p:cNvSpPr>
            <a:spLocks noGrp="1"/>
          </p:cNvSpPr>
          <p:nvPr>
            <p:ph type="title"/>
          </p:nvPr>
        </p:nvSpPr>
        <p:spPr/>
        <p:txBody>
          <a:bodyPr>
            <a:normAutofit fontScale="90000"/>
          </a:bodyPr>
          <a:lstStyle/>
          <a:p>
            <a:r>
              <a:rPr lang="en-US"/>
              <a:t>Lớp học đảo ngược</a:t>
            </a:r>
          </a:p>
        </p:txBody>
      </p:sp>
      <p:sp>
        <p:nvSpPr>
          <p:cNvPr id="13" name="Text Placeholder 7">
            <a:extLst>
              <a:ext uri="{FF2B5EF4-FFF2-40B4-BE49-F238E27FC236}">
                <a16:creationId xmlns:a16="http://schemas.microsoft.com/office/drawing/2014/main" id="{4A0856A2-3DC2-02C1-CB40-4AA8E63C3DE8}"/>
              </a:ext>
            </a:extLst>
          </p:cNvPr>
          <p:cNvSpPr txBox="1">
            <a:spLocks/>
          </p:cNvSpPr>
          <p:nvPr/>
        </p:nvSpPr>
        <p:spPr>
          <a:xfrm>
            <a:off x="8288523" y="1231157"/>
            <a:ext cx="3617981" cy="785896"/>
          </a:xfrm>
          <a:prstGeom prst="rect">
            <a:avLst/>
          </a:prstGeom>
          <a:gradFill flip="none" rotWithShape="1">
            <a:gsLst>
              <a:gs pos="0">
                <a:srgbClr val="0072FF"/>
              </a:gs>
              <a:gs pos="99000">
                <a:srgbClr val="00C6FF"/>
              </a:gs>
            </a:gsLst>
            <a:lin ang="2700000" scaled="1"/>
            <a:tileRect/>
          </a:gradFill>
        </p:spPr>
        <p:txBody>
          <a:bodyPr vert="horz" lIns="91440" tIns="45720" rIns="91440" bIns="45720" rtlCol="0">
            <a:noAutofit/>
          </a:bodyPr>
          <a:lstStyle>
            <a:lvl1pPr marL="0" indent="0" algn="ctr" defTabSz="914400" rtl="0" eaLnBrk="1" latinLnBrk="0" hangingPunct="1">
              <a:lnSpc>
                <a:spcPct val="120000"/>
              </a:lnSpc>
              <a:spcBef>
                <a:spcPts val="200"/>
              </a:spcBef>
              <a:spcAft>
                <a:spcPts val="200"/>
              </a:spcAft>
              <a:buFont typeface="Arial" panose="020B0604020202020204" pitchFamily="34" charset="0"/>
              <a:buNone/>
              <a:defRPr sz="2400" b="1" i="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t>Hoạt động sau giờ lên lớp</a:t>
            </a:r>
          </a:p>
          <a:p>
            <a:r>
              <a:rPr lang="en-US" sz="2000"/>
              <a:t>Post-class</a:t>
            </a:r>
          </a:p>
        </p:txBody>
      </p:sp>
      <p:sp>
        <p:nvSpPr>
          <p:cNvPr id="14" name="Content Placeholder 5">
            <a:extLst>
              <a:ext uri="{FF2B5EF4-FFF2-40B4-BE49-F238E27FC236}">
                <a16:creationId xmlns:a16="http://schemas.microsoft.com/office/drawing/2014/main" id="{810672F9-F572-5F48-59AD-56F582E8D5DE}"/>
              </a:ext>
            </a:extLst>
          </p:cNvPr>
          <p:cNvSpPr txBox="1">
            <a:spLocks/>
          </p:cNvSpPr>
          <p:nvPr/>
        </p:nvSpPr>
        <p:spPr>
          <a:xfrm>
            <a:off x="8316668" y="2074504"/>
            <a:ext cx="3617429" cy="4214349"/>
          </a:xfrm>
          <a:prstGeom prst="rect">
            <a:avLst/>
          </a:prstGeom>
          <a:ln>
            <a:solidFill>
              <a:schemeClr val="tx1">
                <a:lumMod val="50000"/>
              </a:schemeClr>
            </a:solidFill>
          </a:ln>
        </p:spPr>
        <p:txBody>
          <a:bodyPr vert="horz" lIns="91440" tIns="45720" rIns="91440" bIns="45720" rtlCol="0">
            <a:normAutofit/>
          </a:bodyPr>
          <a:lstStyle>
            <a:lvl1pPr marL="228600" indent="-228600" algn="just" defTabSz="914400" rtl="0" eaLnBrk="1" latinLnBrk="0" hangingPunct="1">
              <a:lnSpc>
                <a:spcPct val="130000"/>
              </a:lnSpc>
              <a:spcBef>
                <a:spcPts val="300"/>
              </a:spcBef>
              <a:spcAft>
                <a:spcPts val="300"/>
              </a:spcAft>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just" defTabSz="914400" rtl="0" eaLnBrk="1" latinLnBrk="0" hangingPunct="1">
              <a:lnSpc>
                <a:spcPct val="130000"/>
              </a:lnSpc>
              <a:spcBef>
                <a:spcPts val="300"/>
              </a:spcBef>
              <a:spcAft>
                <a:spcPts val="300"/>
              </a:spcAft>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just" defTabSz="914400" rtl="0" eaLnBrk="1" latinLnBrk="0" hangingPunct="1">
              <a:lnSpc>
                <a:spcPct val="130000"/>
              </a:lnSpc>
              <a:spcBef>
                <a:spcPts val="300"/>
              </a:spcBef>
              <a:spcAft>
                <a:spcPts val="300"/>
              </a:spcAft>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just" defTabSz="914400" rtl="0" eaLnBrk="1" latinLnBrk="0" hangingPunct="1">
              <a:lnSpc>
                <a:spcPct val="130000"/>
              </a:lnSpc>
              <a:spcBef>
                <a:spcPts val="300"/>
              </a:spcBef>
              <a:spcAft>
                <a:spcPts val="3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just" defTabSz="914400" rtl="0" eaLnBrk="1" latinLnBrk="0" hangingPunct="1">
              <a:lnSpc>
                <a:spcPct val="130000"/>
              </a:lnSpc>
              <a:spcBef>
                <a:spcPts val="300"/>
              </a:spcBef>
              <a:spcAft>
                <a:spcPts val="3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err="1"/>
              <a:t>Làm</a:t>
            </a:r>
            <a:r>
              <a:rPr lang="en-US" sz="2400" dirty="0"/>
              <a:t> </a:t>
            </a:r>
            <a:r>
              <a:rPr lang="en-US" sz="2400" dirty="0" err="1"/>
              <a:t>bài</a:t>
            </a:r>
            <a:r>
              <a:rPr lang="en-US" sz="2400" dirty="0"/>
              <a:t> </a:t>
            </a:r>
            <a:r>
              <a:rPr lang="en-US" sz="2400" dirty="0" err="1"/>
              <a:t>tập</a:t>
            </a:r>
            <a:r>
              <a:rPr lang="en-US" sz="2400" dirty="0"/>
              <a:t> Quiz, </a:t>
            </a:r>
            <a:r>
              <a:rPr lang="en-US" sz="2400" dirty="0" err="1"/>
              <a:t>Wecode</a:t>
            </a:r>
            <a:r>
              <a:rPr lang="en-US" sz="2400" dirty="0"/>
              <a:t> </a:t>
            </a:r>
            <a:r>
              <a:rPr lang="en-US" sz="2400" dirty="0" err="1"/>
              <a:t>về</a:t>
            </a:r>
            <a:r>
              <a:rPr lang="en-US" sz="2400" dirty="0"/>
              <a:t> </a:t>
            </a:r>
            <a:r>
              <a:rPr lang="en-US" sz="2400" dirty="0" err="1"/>
              <a:t>nhà</a:t>
            </a:r>
            <a:endParaRPr lang="en-US" sz="2400" dirty="0"/>
          </a:p>
        </p:txBody>
      </p:sp>
    </p:spTree>
    <p:extLst>
      <p:ext uri="{BB962C8B-B14F-4D97-AF65-F5344CB8AC3E}">
        <p14:creationId xmlns:p14="http://schemas.microsoft.com/office/powerpoint/2010/main" val="28828607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D234C52-0BBD-B25B-BDBE-F25A24DE7404}"/>
              </a:ext>
            </a:extLst>
          </p:cNvPr>
          <p:cNvSpPr>
            <a:spLocks noGrp="1"/>
          </p:cNvSpPr>
          <p:nvPr>
            <p:ph type="title"/>
          </p:nvPr>
        </p:nvSpPr>
        <p:spPr/>
        <p:txBody>
          <a:bodyPr>
            <a:normAutofit fontScale="90000"/>
          </a:bodyPr>
          <a:lstStyle/>
          <a:p>
            <a:r>
              <a:rPr lang="en-US"/>
              <a:t>9. Kiểm tra, đánh giá</a:t>
            </a:r>
          </a:p>
        </p:txBody>
      </p:sp>
      <p:graphicFrame>
        <p:nvGraphicFramePr>
          <p:cNvPr id="9" name="Content Placeholder 8">
            <a:extLst>
              <a:ext uri="{FF2B5EF4-FFF2-40B4-BE49-F238E27FC236}">
                <a16:creationId xmlns:a16="http://schemas.microsoft.com/office/drawing/2014/main" id="{E14B9C72-3E71-617B-77E0-FBA8B5C49DA7}"/>
              </a:ext>
            </a:extLst>
          </p:cNvPr>
          <p:cNvGraphicFramePr>
            <a:graphicFrameLocks noGrp="1"/>
          </p:cNvGraphicFramePr>
          <p:nvPr>
            <p:ph idx="1"/>
            <p:extLst>
              <p:ext uri="{D42A27DB-BD31-4B8C-83A1-F6EECF244321}">
                <p14:modId xmlns:p14="http://schemas.microsoft.com/office/powerpoint/2010/main" val="1019244048"/>
              </p:ext>
            </p:extLst>
          </p:nvPr>
        </p:nvGraphicFramePr>
        <p:xfrm>
          <a:off x="524332" y="1518809"/>
          <a:ext cx="11321680" cy="5033377"/>
        </p:xfrm>
        <a:graphic>
          <a:graphicData uri="http://schemas.openxmlformats.org/drawingml/2006/table">
            <a:tbl>
              <a:tblPr bandRow="1">
                <a:tableStyleId>{5C22544A-7EE6-4342-B048-85BDC9FD1C3A}</a:tableStyleId>
              </a:tblPr>
              <a:tblGrid>
                <a:gridCol w="1006801">
                  <a:extLst>
                    <a:ext uri="{9D8B030D-6E8A-4147-A177-3AD203B41FA5}">
                      <a16:colId xmlns:a16="http://schemas.microsoft.com/office/drawing/2014/main" val="1728423483"/>
                    </a:ext>
                  </a:extLst>
                </a:gridCol>
                <a:gridCol w="1076828">
                  <a:extLst>
                    <a:ext uri="{9D8B030D-6E8A-4147-A177-3AD203B41FA5}">
                      <a16:colId xmlns:a16="http://schemas.microsoft.com/office/drawing/2014/main" val="1038665875"/>
                    </a:ext>
                  </a:extLst>
                </a:gridCol>
                <a:gridCol w="925726">
                  <a:extLst>
                    <a:ext uri="{9D8B030D-6E8A-4147-A177-3AD203B41FA5}">
                      <a16:colId xmlns:a16="http://schemas.microsoft.com/office/drawing/2014/main" val="1866297165"/>
                    </a:ext>
                  </a:extLst>
                </a:gridCol>
                <a:gridCol w="6752033">
                  <a:extLst>
                    <a:ext uri="{9D8B030D-6E8A-4147-A177-3AD203B41FA5}">
                      <a16:colId xmlns:a16="http://schemas.microsoft.com/office/drawing/2014/main" val="3539594898"/>
                    </a:ext>
                  </a:extLst>
                </a:gridCol>
                <a:gridCol w="1560292">
                  <a:extLst>
                    <a:ext uri="{9D8B030D-6E8A-4147-A177-3AD203B41FA5}">
                      <a16:colId xmlns:a16="http://schemas.microsoft.com/office/drawing/2014/main" val="3485246949"/>
                    </a:ext>
                  </a:extLst>
                </a:gridCol>
              </a:tblGrid>
              <a:tr h="485599">
                <a:tc gridSpan="2">
                  <a:txBody>
                    <a:bodyPr/>
                    <a:lstStyle/>
                    <a:p>
                      <a:pPr marL="0" marR="0" indent="0" algn="ctr">
                        <a:lnSpc>
                          <a:spcPct val="100000"/>
                        </a:lnSpc>
                        <a:spcBef>
                          <a:spcPts val="0"/>
                        </a:spcBef>
                        <a:spcAft>
                          <a:spcPts val="0"/>
                        </a:spcAft>
                      </a:pPr>
                      <a:r>
                        <a:rPr lang="de-DE" sz="1600" b="1">
                          <a:effectLst/>
                          <a:latin typeface="Arial" panose="020B0604020202020204" pitchFamily="34" charset="0"/>
                          <a:cs typeface="Arial" panose="020B0604020202020204" pitchFamily="34" charset="0"/>
                        </a:rPr>
                        <a:t>Thành phần điểm</a:t>
                      </a:r>
                      <a:endParaRPr lang="en-US" sz="1600" b="1">
                        <a:effectLst/>
                        <a:latin typeface="Arial" panose="020B0604020202020204" pitchFamily="34" charset="0"/>
                        <a:ea typeface="Times New Roman" panose="02020603050405020304" pitchFamily="18" charset="0"/>
                        <a:cs typeface="Arial" panose="020B0604020202020204" pitchFamily="34" charset="0"/>
                      </a:endParaRPr>
                    </a:p>
                  </a:txBody>
                  <a:tcPr marL="26246" marR="262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a:txBody>
                    <a:bodyPr/>
                    <a:lstStyle/>
                    <a:p>
                      <a:pPr marL="0" marR="0" indent="0" algn="ctr">
                        <a:lnSpc>
                          <a:spcPct val="100000"/>
                        </a:lnSpc>
                        <a:spcBef>
                          <a:spcPts val="0"/>
                        </a:spcBef>
                        <a:spcAft>
                          <a:spcPts val="0"/>
                        </a:spcAft>
                      </a:pPr>
                      <a:r>
                        <a:rPr lang="de-DE" sz="1600" b="1">
                          <a:effectLst/>
                          <a:latin typeface="Arial" panose="020B0604020202020204" pitchFamily="34" charset="0"/>
                          <a:cs typeface="Arial" panose="020B0604020202020204" pitchFamily="34" charset="0"/>
                        </a:rPr>
                        <a:t>Trọng số</a:t>
                      </a:r>
                      <a:endParaRPr lang="en-US" sz="1600" b="1">
                        <a:effectLst/>
                        <a:latin typeface="Arial" panose="020B0604020202020204" pitchFamily="34" charset="0"/>
                        <a:ea typeface="Times New Roman" panose="02020603050405020304" pitchFamily="18" charset="0"/>
                        <a:cs typeface="Arial" panose="020B0604020202020204" pitchFamily="34" charset="0"/>
                      </a:endParaRPr>
                    </a:p>
                  </a:txBody>
                  <a:tcPr marL="26246" marR="262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a:lnSpc>
                          <a:spcPct val="100000"/>
                        </a:lnSpc>
                        <a:spcBef>
                          <a:spcPts val="0"/>
                        </a:spcBef>
                        <a:spcAft>
                          <a:spcPts val="0"/>
                        </a:spcAft>
                      </a:pPr>
                      <a:r>
                        <a:rPr lang="de-DE" sz="1600" b="1">
                          <a:effectLst/>
                          <a:latin typeface="Arial" panose="020B0604020202020204" pitchFamily="34" charset="0"/>
                          <a:cs typeface="Arial" panose="020B0604020202020204" pitchFamily="34" charset="0"/>
                        </a:rPr>
                        <a:t>Cách đánh giá</a:t>
                      </a:r>
                      <a:endParaRPr lang="en-US" sz="1600" b="1">
                        <a:effectLst/>
                        <a:latin typeface="Arial" panose="020B0604020202020204" pitchFamily="34" charset="0"/>
                        <a:ea typeface="Times New Roman" panose="02020603050405020304" pitchFamily="18" charset="0"/>
                        <a:cs typeface="Arial" panose="020B0604020202020204" pitchFamily="34" charset="0"/>
                      </a:endParaRPr>
                    </a:p>
                  </a:txBody>
                  <a:tcPr marL="26246" marR="262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a:lnSpc>
                          <a:spcPct val="100000"/>
                        </a:lnSpc>
                        <a:spcBef>
                          <a:spcPts val="0"/>
                        </a:spcBef>
                        <a:spcAft>
                          <a:spcPts val="0"/>
                        </a:spcAft>
                      </a:pPr>
                      <a:r>
                        <a:rPr lang="de-DE" sz="1600" b="1">
                          <a:effectLst/>
                          <a:latin typeface="Arial" panose="020B0604020202020204" pitchFamily="34" charset="0"/>
                          <a:cs typeface="Arial" panose="020B0604020202020204" pitchFamily="34" charset="0"/>
                        </a:rPr>
                        <a:t>Công cụ </a:t>
                      </a:r>
                    </a:p>
                    <a:p>
                      <a:pPr marL="0" marR="0" indent="0" algn="ctr">
                        <a:lnSpc>
                          <a:spcPct val="100000"/>
                        </a:lnSpc>
                        <a:spcBef>
                          <a:spcPts val="0"/>
                        </a:spcBef>
                        <a:spcAft>
                          <a:spcPts val="0"/>
                        </a:spcAft>
                      </a:pPr>
                      <a:r>
                        <a:rPr lang="de-DE" sz="1600" b="1">
                          <a:effectLst/>
                          <a:latin typeface="Arial" panose="020B0604020202020204" pitchFamily="34" charset="0"/>
                          <a:cs typeface="Arial" panose="020B0604020202020204" pitchFamily="34" charset="0"/>
                        </a:rPr>
                        <a:t>đánh giá</a:t>
                      </a:r>
                      <a:endParaRPr lang="en-US" sz="1600" b="1">
                        <a:effectLst/>
                        <a:latin typeface="Arial" panose="020B0604020202020204" pitchFamily="34" charset="0"/>
                        <a:ea typeface="Times New Roman" panose="02020603050405020304" pitchFamily="18" charset="0"/>
                        <a:cs typeface="Arial" panose="020B0604020202020204" pitchFamily="34" charset="0"/>
                      </a:endParaRPr>
                    </a:p>
                  </a:txBody>
                  <a:tcPr marL="26246" marR="262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8174135"/>
                  </a:ext>
                </a:extLst>
              </a:tr>
              <a:tr h="1456798">
                <a:tc rowSpan="2">
                  <a:txBody>
                    <a:bodyPr/>
                    <a:lstStyle/>
                    <a:p>
                      <a:pPr marL="0" marR="0" indent="0" algn="ctr">
                        <a:lnSpc>
                          <a:spcPct val="100000"/>
                        </a:lnSpc>
                        <a:spcBef>
                          <a:spcPts val="0"/>
                        </a:spcBef>
                        <a:spcAft>
                          <a:spcPts val="0"/>
                        </a:spcAft>
                      </a:pPr>
                      <a:r>
                        <a:rPr lang="de-DE" sz="1600">
                          <a:effectLst/>
                          <a:latin typeface="Arial" panose="020B0604020202020204" pitchFamily="34" charset="0"/>
                          <a:cs typeface="Arial" panose="020B0604020202020204" pitchFamily="34" charset="0"/>
                        </a:rPr>
                        <a:t>Quá trình</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26246" marR="262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a:lnSpc>
                          <a:spcPct val="100000"/>
                        </a:lnSpc>
                        <a:spcBef>
                          <a:spcPts val="0"/>
                        </a:spcBef>
                        <a:spcAft>
                          <a:spcPts val="0"/>
                        </a:spcAft>
                      </a:pPr>
                      <a:r>
                        <a:rPr lang="de-DE" sz="1600" dirty="0">
                          <a:effectLst/>
                          <a:latin typeface="Arial" panose="020B0604020202020204" pitchFamily="34" charset="0"/>
                          <a:cs typeface="Arial" panose="020B0604020202020204" pitchFamily="34" charset="0"/>
                        </a:rPr>
                        <a:t>Quá trình: LMS</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26246" marR="262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a:lnSpc>
                          <a:spcPct val="100000"/>
                        </a:lnSpc>
                        <a:spcBef>
                          <a:spcPts val="0"/>
                        </a:spcBef>
                        <a:spcAft>
                          <a:spcPts val="0"/>
                        </a:spcAft>
                      </a:pPr>
                      <a:r>
                        <a:rPr lang="de-DE" sz="1600">
                          <a:effectLst/>
                          <a:latin typeface="Arial" panose="020B0604020202020204" pitchFamily="34" charset="0"/>
                          <a:cs typeface="Arial" panose="020B0604020202020204" pitchFamily="34" charset="0"/>
                        </a:rPr>
                        <a:t>10%</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26246" marR="262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sz="1600" dirty="0">
                          <a:effectLst/>
                          <a:latin typeface="+mn-lt"/>
                          <a:cs typeface="Arial" panose="020B0604020202020204" pitchFamily="34" charset="0"/>
                        </a:rPr>
                        <a:t>Hoàn thành bài giảng các chương</a:t>
                      </a:r>
                      <a:r>
                        <a:rPr lang="en-US" sz="1600" kern="1200" dirty="0">
                          <a:solidFill>
                            <a:schemeClr val="dk1"/>
                          </a:solidFill>
                          <a:effectLst/>
                          <a:latin typeface="+mn-lt"/>
                          <a:ea typeface="+mn-ea"/>
                          <a:cs typeface="Arial" panose="020B0604020202020204" pitchFamily="34" charset="0"/>
                        </a:rPr>
                        <a:t>/ </a:t>
                      </a:r>
                      <a:r>
                        <a:rPr lang="en-US" sz="1600" kern="1200" dirty="0" err="1">
                          <a:solidFill>
                            <a:schemeClr val="dk1"/>
                          </a:solidFill>
                          <a:effectLst/>
                          <a:latin typeface="Arial" panose="020B0604020202020204" pitchFamily="34" charset="0"/>
                          <a:ea typeface="+mn-ea"/>
                          <a:cs typeface="Arial" panose="020B0604020202020204" pitchFamily="34" charset="0"/>
                        </a:rPr>
                        <a:t>tuần</a:t>
                      </a:r>
                      <a:r>
                        <a:rPr lang="en-US" sz="1600" kern="1200" dirty="0">
                          <a:solidFill>
                            <a:schemeClr val="dk1"/>
                          </a:solidFill>
                          <a:effectLst/>
                          <a:latin typeface="+mn-lt"/>
                          <a:ea typeface="+mn-ea"/>
                          <a:cs typeface="Arial" panose="020B0604020202020204" pitchFamily="34" charset="0"/>
                        </a:rPr>
                        <a:t> </a:t>
                      </a:r>
                      <a:r>
                        <a:rPr lang="vi-VN" sz="1600" dirty="0">
                          <a:effectLst/>
                          <a:latin typeface="+mn-lt"/>
                          <a:cs typeface="Arial" panose="020B0604020202020204" pitchFamily="34" charset="0"/>
                        </a:rPr>
                        <a:t>trên </a:t>
                      </a:r>
                      <a:r>
                        <a:rPr lang="en-US" sz="1600">
                          <a:effectLst/>
                          <a:latin typeface="Arial" panose="020B0604020202020204" pitchFamily="34" charset="0"/>
                          <a:cs typeface="Arial" panose="020B0604020202020204" pitchFamily="34" charset="0"/>
                        </a:rPr>
                        <a:t>LMS Moodle </a:t>
                      </a:r>
                      <a:r>
                        <a:rPr lang="en-US" sz="1800" b="1" kern="1200">
                          <a:solidFill>
                            <a:schemeClr val="dk1"/>
                          </a:solidFill>
                          <a:effectLst/>
                          <a:latin typeface="+mn-lt"/>
                          <a:ea typeface="+mn-ea"/>
                          <a:cs typeface="+mn-cs"/>
                        </a:rPr>
                        <a:t>Checklist đủ từng tuần</a:t>
                      </a:r>
                      <a:endParaRPr lang="en-US" sz="1800" kern="1200">
                        <a:solidFill>
                          <a:schemeClr val="dk1"/>
                        </a:solidFill>
                        <a:effectLst/>
                        <a:latin typeface="+mn-lt"/>
                        <a:ea typeface="+mn-ea"/>
                        <a:cs typeface="+mn-cs"/>
                      </a:endParaRPr>
                    </a:p>
                    <a:p>
                      <a:pPr marL="342900" marR="0" lvl="0" indent="-342900" algn="l">
                        <a:lnSpc>
                          <a:spcPct val="100000"/>
                        </a:lnSpc>
                        <a:spcBef>
                          <a:spcPts val="0"/>
                        </a:spcBef>
                        <a:spcAft>
                          <a:spcPts val="0"/>
                        </a:spcAft>
                        <a:buFont typeface="Arial" panose="020B0604020202020204" pitchFamily="34" charset="0"/>
                        <a:buChar char="●"/>
                      </a:pPr>
                      <a:r>
                        <a:rPr lang="vi-VN" sz="1600">
                          <a:effectLst/>
                          <a:latin typeface="+mn-lt"/>
                          <a:cs typeface="Arial" panose="020B0604020202020204" pitchFamily="34" charset="0"/>
                        </a:rPr>
                        <a:t>Hoàn </a:t>
                      </a:r>
                      <a:r>
                        <a:rPr lang="vi-VN" sz="1600" dirty="0">
                          <a:effectLst/>
                          <a:latin typeface="+mn-lt"/>
                          <a:cs typeface="Arial" panose="020B0604020202020204" pitchFamily="34" charset="0"/>
                        </a:rPr>
                        <a:t>thành các bài kiểm tra</a:t>
                      </a:r>
                      <a:r>
                        <a:rPr lang="en-US" sz="1600" dirty="0">
                          <a:effectLst/>
                          <a:latin typeface="+mn-lt"/>
                          <a:cs typeface="Arial" panose="020B0604020202020204" pitchFamily="34" charset="0"/>
                        </a:rPr>
                        <a:t> </a:t>
                      </a:r>
                      <a:r>
                        <a:rPr lang="en-US" sz="1600" dirty="0">
                          <a:effectLst/>
                          <a:latin typeface="Arial" panose="020B0604020202020204" pitchFamily="34" charset="0"/>
                          <a:cs typeface="Arial" panose="020B0604020202020204" pitchFamily="34" charset="0"/>
                        </a:rPr>
                        <a:t>Quiz</a:t>
                      </a:r>
                      <a:r>
                        <a:rPr lang="vi-VN" sz="1600" dirty="0">
                          <a:effectLst/>
                          <a:latin typeface="+mn-lt"/>
                          <a:cs typeface="Arial" panose="020B0604020202020204" pitchFamily="34" charset="0"/>
                        </a:rPr>
                        <a:t> trong quá trình</a:t>
                      </a:r>
                    </a:p>
                    <a:p>
                      <a:pPr marL="342900" marR="0" lvl="0" indent="-342900" algn="l">
                        <a:lnSpc>
                          <a:spcPct val="100000"/>
                        </a:lnSpc>
                        <a:spcBef>
                          <a:spcPts val="0"/>
                        </a:spcBef>
                        <a:spcAft>
                          <a:spcPts val="0"/>
                        </a:spcAft>
                        <a:buFont typeface="Arial" panose="020B0604020202020204" pitchFamily="34" charset="0"/>
                        <a:buChar char="●"/>
                      </a:pPr>
                      <a:r>
                        <a:rPr lang="de-DE" sz="1600" dirty="0">
                          <a:effectLst/>
                          <a:latin typeface="Arial" panose="020B0604020202020204" pitchFamily="34" charset="0"/>
                          <a:cs typeface="Arial" panose="020B0604020202020204" pitchFamily="34" charset="0"/>
                        </a:rPr>
                        <a:t>Điểm danh các buổi học</a:t>
                      </a:r>
                    </a:p>
                    <a:p>
                      <a:pPr marL="342900" marR="0" lvl="0" indent="-342900" algn="l">
                        <a:lnSpc>
                          <a:spcPct val="100000"/>
                        </a:lnSpc>
                        <a:spcBef>
                          <a:spcPts val="0"/>
                        </a:spcBef>
                        <a:spcAft>
                          <a:spcPts val="0"/>
                        </a:spcAft>
                        <a:buFont typeface="Arial" panose="020B0604020202020204" pitchFamily="34" charset="0"/>
                        <a:buChar char="●"/>
                      </a:pPr>
                      <a:r>
                        <a:rPr lang="en-US" sz="1600" dirty="0" err="1">
                          <a:effectLst/>
                          <a:latin typeface="Arial" panose="020B0604020202020204" pitchFamily="34" charset="0"/>
                          <a:cs typeface="Arial" panose="020B0604020202020204" pitchFamily="34" charset="0"/>
                        </a:rPr>
                        <a:t>Tích</a:t>
                      </a:r>
                      <a:r>
                        <a:rPr lang="en-US" sz="1600" dirty="0">
                          <a:effectLst/>
                          <a:latin typeface="Arial" panose="020B0604020202020204" pitchFamily="34" charset="0"/>
                          <a:cs typeface="Arial" panose="020B0604020202020204" pitchFamily="34" charset="0"/>
                        </a:rPr>
                        <a:t> </a:t>
                      </a:r>
                      <a:r>
                        <a:rPr lang="en-US" sz="1600" dirty="0" err="1">
                          <a:effectLst/>
                          <a:latin typeface="Arial" panose="020B0604020202020204" pitchFamily="34" charset="0"/>
                          <a:cs typeface="Arial" panose="020B0604020202020204" pitchFamily="34" charset="0"/>
                        </a:rPr>
                        <a:t>cực</a:t>
                      </a:r>
                      <a:r>
                        <a:rPr lang="en-US" sz="1600" dirty="0">
                          <a:effectLst/>
                          <a:latin typeface="Arial" panose="020B0604020202020204" pitchFamily="34" charset="0"/>
                          <a:cs typeface="Arial" panose="020B0604020202020204" pitchFamily="34" charset="0"/>
                        </a:rPr>
                        <a:t> </a:t>
                      </a:r>
                      <a:r>
                        <a:rPr lang="en-US" sz="1600" dirty="0" err="1">
                          <a:effectLst/>
                          <a:latin typeface="Arial" panose="020B0604020202020204" pitchFamily="34" charset="0"/>
                          <a:cs typeface="Arial" panose="020B0604020202020204" pitchFamily="34" charset="0"/>
                        </a:rPr>
                        <a:t>tham</a:t>
                      </a:r>
                      <a:r>
                        <a:rPr lang="en-US" sz="1600" dirty="0">
                          <a:effectLst/>
                          <a:latin typeface="Arial" panose="020B0604020202020204" pitchFamily="34" charset="0"/>
                          <a:cs typeface="Arial" panose="020B0604020202020204" pitchFamily="34" charset="0"/>
                        </a:rPr>
                        <a:t> </a:t>
                      </a:r>
                      <a:r>
                        <a:rPr lang="en-US" sz="1600" dirty="0" err="1">
                          <a:effectLst/>
                          <a:latin typeface="Arial" panose="020B0604020202020204" pitchFamily="34" charset="0"/>
                          <a:cs typeface="Arial" panose="020B0604020202020204" pitchFamily="34" charset="0"/>
                        </a:rPr>
                        <a:t>gia</a:t>
                      </a:r>
                      <a:r>
                        <a:rPr lang="en-US" sz="1600" dirty="0">
                          <a:effectLst/>
                          <a:latin typeface="Arial" panose="020B0604020202020204" pitchFamily="34" charset="0"/>
                          <a:cs typeface="Arial" panose="020B0604020202020204" pitchFamily="34" charset="0"/>
                        </a:rPr>
                        <a:t> </a:t>
                      </a:r>
                      <a:r>
                        <a:rPr lang="en-US" sz="1600" dirty="0" err="1">
                          <a:effectLst/>
                          <a:latin typeface="Arial" panose="020B0604020202020204" pitchFamily="34" charset="0"/>
                          <a:cs typeface="Arial" panose="020B0604020202020204" pitchFamily="34" charset="0"/>
                        </a:rPr>
                        <a:t>thảo</a:t>
                      </a:r>
                      <a:r>
                        <a:rPr lang="en-US" sz="1600" dirty="0">
                          <a:effectLst/>
                          <a:latin typeface="Arial" panose="020B0604020202020204" pitchFamily="34" charset="0"/>
                          <a:cs typeface="Arial" panose="020B0604020202020204" pitchFamily="34" charset="0"/>
                        </a:rPr>
                        <a:t> </a:t>
                      </a:r>
                      <a:r>
                        <a:rPr lang="en-US" sz="1600" dirty="0" err="1">
                          <a:effectLst/>
                          <a:latin typeface="Arial" panose="020B0604020202020204" pitchFamily="34" charset="0"/>
                          <a:cs typeface="Arial" panose="020B0604020202020204" pitchFamily="34" charset="0"/>
                        </a:rPr>
                        <a:t>luận</a:t>
                      </a:r>
                      <a:r>
                        <a:rPr lang="en-US" sz="1600" dirty="0">
                          <a:effectLst/>
                          <a:latin typeface="Arial" panose="020B0604020202020204" pitchFamily="34" charset="0"/>
                          <a:cs typeface="Arial" panose="020B0604020202020204" pitchFamily="34" charset="0"/>
                        </a:rPr>
                        <a:t> </a:t>
                      </a:r>
                      <a:r>
                        <a:rPr lang="en-US" sz="1600" dirty="0" err="1">
                          <a:effectLst/>
                          <a:latin typeface="Arial" panose="020B0604020202020204" pitchFamily="34" charset="0"/>
                          <a:cs typeface="Arial" panose="020B0604020202020204" pitchFamily="34" charset="0"/>
                        </a:rPr>
                        <a:t>trên</a:t>
                      </a:r>
                      <a:r>
                        <a:rPr lang="en-US" sz="1600" dirty="0">
                          <a:effectLst/>
                          <a:latin typeface="Arial" panose="020B0604020202020204" pitchFamily="34" charset="0"/>
                          <a:cs typeface="Arial" panose="020B0604020202020204" pitchFamily="34" charset="0"/>
                        </a:rPr>
                        <a:t> </a:t>
                      </a:r>
                      <a:r>
                        <a:rPr lang="en-US" sz="1600" dirty="0" err="1">
                          <a:effectLst/>
                          <a:latin typeface="Arial" panose="020B0604020202020204" pitchFamily="34" charset="0"/>
                          <a:cs typeface="Arial" panose="020B0604020202020204" pitchFamily="34" charset="0"/>
                        </a:rPr>
                        <a:t>diễn</a:t>
                      </a:r>
                      <a:r>
                        <a:rPr lang="en-US" sz="1600" dirty="0">
                          <a:effectLst/>
                          <a:latin typeface="Arial" panose="020B0604020202020204" pitchFamily="34" charset="0"/>
                          <a:cs typeface="Arial" panose="020B0604020202020204" pitchFamily="34" charset="0"/>
                        </a:rPr>
                        <a:t> </a:t>
                      </a:r>
                      <a:r>
                        <a:rPr lang="en-US" sz="1600" dirty="0" err="1">
                          <a:effectLst/>
                          <a:latin typeface="Arial" panose="020B0604020202020204" pitchFamily="34" charset="0"/>
                          <a:cs typeface="Arial" panose="020B0604020202020204" pitchFamily="34" charset="0"/>
                        </a:rPr>
                        <a:t>đàn</a:t>
                      </a:r>
                      <a:r>
                        <a:rPr lang="en-US" sz="1600" dirty="0">
                          <a:effectLst/>
                          <a:latin typeface="Arial" panose="020B0604020202020204" pitchFamily="34" charset="0"/>
                          <a:cs typeface="Arial" panose="020B0604020202020204" pitchFamily="34" charset="0"/>
                        </a:rPr>
                        <a:t> </a:t>
                      </a:r>
                      <a:r>
                        <a:rPr lang="en-US" sz="1600" dirty="0" err="1">
                          <a:effectLst/>
                          <a:latin typeface="Arial" panose="020B0604020202020204" pitchFamily="34" charset="0"/>
                          <a:cs typeface="Arial" panose="020B0604020202020204" pitchFamily="34" charset="0"/>
                        </a:rPr>
                        <a:t>chung</a:t>
                      </a:r>
                      <a:r>
                        <a:rPr lang="en-US" sz="1600" dirty="0">
                          <a:effectLst/>
                          <a:latin typeface="Arial" panose="020B0604020202020204" pitchFamily="34" charset="0"/>
                          <a:cs typeface="Arial" panose="020B0604020202020204" pitchFamily="34" charset="0"/>
                        </a:rPr>
                        <a:t> </a:t>
                      </a:r>
                      <a:r>
                        <a:rPr lang="en-US" sz="1600" dirty="0" err="1">
                          <a:effectLst/>
                          <a:latin typeface="Arial" panose="020B0604020202020204" pitchFamily="34" charset="0"/>
                          <a:cs typeface="Arial" panose="020B0604020202020204" pitchFamily="34" charset="0"/>
                        </a:rPr>
                        <a:t>của</a:t>
                      </a:r>
                      <a:r>
                        <a:rPr lang="en-US" sz="1600" dirty="0">
                          <a:effectLst/>
                          <a:latin typeface="Arial" panose="020B0604020202020204" pitchFamily="34" charset="0"/>
                          <a:cs typeface="Arial" panose="020B0604020202020204" pitchFamily="34" charset="0"/>
                        </a:rPr>
                        <a:t> </a:t>
                      </a:r>
                      <a:r>
                        <a:rPr lang="en-US" sz="1600" dirty="0" err="1">
                          <a:effectLst/>
                          <a:latin typeface="Arial" panose="020B0604020202020204" pitchFamily="34" charset="0"/>
                          <a:cs typeface="Arial" panose="020B0604020202020204" pitchFamily="34" charset="0"/>
                        </a:rPr>
                        <a:t>toàn</a:t>
                      </a:r>
                      <a:r>
                        <a:rPr lang="en-US" sz="1600" dirty="0">
                          <a:effectLst/>
                          <a:latin typeface="Arial" panose="020B0604020202020204" pitchFamily="34" charset="0"/>
                          <a:cs typeface="Arial" panose="020B0604020202020204" pitchFamily="34" charset="0"/>
                        </a:rPr>
                        <a:t> </a:t>
                      </a:r>
                      <a:r>
                        <a:rPr lang="en-US" sz="1600" dirty="0" err="1">
                          <a:effectLst/>
                          <a:latin typeface="Arial" panose="020B0604020202020204" pitchFamily="34" charset="0"/>
                          <a:cs typeface="Arial" panose="020B0604020202020204" pitchFamily="34" charset="0"/>
                        </a:rPr>
                        <a:t>khóa</a:t>
                      </a:r>
                      <a:r>
                        <a:rPr lang="en-US" sz="1600" dirty="0">
                          <a:effectLst/>
                          <a:latin typeface="Arial" panose="020B0604020202020204" pitchFamily="34" charset="0"/>
                          <a:cs typeface="Arial" panose="020B0604020202020204" pitchFamily="34" charset="0"/>
                        </a:rPr>
                        <a:t> </a:t>
                      </a:r>
                      <a:r>
                        <a:rPr lang="en-US" sz="1600" dirty="0" err="1">
                          <a:effectLst/>
                          <a:latin typeface="Arial" panose="020B0604020202020204" pitchFamily="34" charset="0"/>
                          <a:cs typeface="Arial" panose="020B0604020202020204" pitchFamily="34" charset="0"/>
                        </a:rPr>
                        <a:t>học</a:t>
                      </a:r>
                      <a:endParaRPr lang="en-US" sz="1600" dirty="0">
                        <a:effectLst/>
                        <a:latin typeface="Arial" panose="020B0604020202020204" pitchFamily="34" charset="0"/>
                        <a:cs typeface="Arial" panose="020B0604020202020204" pitchFamily="34" charset="0"/>
                      </a:endParaRPr>
                    </a:p>
                    <a:p>
                      <a:pPr marL="342900" marR="0" lvl="0" indent="-342900" algn="l">
                        <a:lnSpc>
                          <a:spcPct val="100000"/>
                        </a:lnSpc>
                        <a:spcBef>
                          <a:spcPts val="0"/>
                        </a:spcBef>
                        <a:spcAft>
                          <a:spcPts val="0"/>
                        </a:spcAft>
                        <a:buFont typeface="Arial" panose="020B0604020202020204" pitchFamily="34" charset="0"/>
                        <a:buChar char="●"/>
                      </a:pPr>
                      <a:r>
                        <a:rPr lang="en-US" sz="1600" dirty="0" err="1">
                          <a:effectLst/>
                          <a:latin typeface="Arial" panose="020B0604020202020204" pitchFamily="34" charset="0"/>
                          <a:cs typeface="Arial" panose="020B0604020202020204" pitchFamily="34" charset="0"/>
                        </a:rPr>
                        <a:t>Điểm</a:t>
                      </a:r>
                      <a:r>
                        <a:rPr lang="en-US" sz="1600" dirty="0">
                          <a:effectLst/>
                          <a:latin typeface="Arial" panose="020B0604020202020204" pitchFamily="34" charset="0"/>
                          <a:cs typeface="Arial" panose="020B0604020202020204" pitchFamily="34" charset="0"/>
                        </a:rPr>
                        <a:t> </a:t>
                      </a:r>
                      <a:r>
                        <a:rPr lang="en-US" sz="1600" dirty="0" err="1">
                          <a:effectLst/>
                          <a:latin typeface="Arial" panose="020B0604020202020204" pitchFamily="34" charset="0"/>
                          <a:cs typeface="Arial" panose="020B0604020202020204" pitchFamily="34" charset="0"/>
                        </a:rPr>
                        <a:t>cộng</a:t>
                      </a:r>
                      <a:r>
                        <a:rPr lang="en-US" sz="1600" dirty="0">
                          <a:effectLst/>
                          <a:latin typeface="Arial" panose="020B0604020202020204" pitchFamily="34" charset="0"/>
                          <a:cs typeface="Arial" panose="020B0604020202020204" pitchFamily="34" charset="0"/>
                        </a:rPr>
                        <a:t> </a:t>
                      </a:r>
                      <a:r>
                        <a:rPr lang="en-US" sz="1600" dirty="0" err="1">
                          <a:effectLst/>
                          <a:latin typeface="Arial" panose="020B0604020202020204" pitchFamily="34" charset="0"/>
                          <a:cs typeface="Arial" panose="020B0604020202020204" pitchFamily="34" charset="0"/>
                        </a:rPr>
                        <a:t>khác</a:t>
                      </a:r>
                      <a:r>
                        <a:rPr lang="en-US" sz="1600" dirty="0">
                          <a:effectLst/>
                          <a:latin typeface="Arial" panose="020B0604020202020204" pitchFamily="34" charset="0"/>
                          <a:cs typeface="Arial" panose="020B0604020202020204" pitchFamily="34" charset="0"/>
                        </a:rPr>
                        <a:t> </a:t>
                      </a:r>
                      <a:r>
                        <a:rPr lang="en-US" sz="1600" dirty="0" err="1">
                          <a:effectLst/>
                          <a:latin typeface="Arial" panose="020B0604020202020204" pitchFamily="34" charset="0"/>
                          <a:cs typeface="Arial" panose="020B0604020202020204" pitchFamily="34" charset="0"/>
                        </a:rPr>
                        <a:t>trong</a:t>
                      </a:r>
                      <a:r>
                        <a:rPr lang="en-US" sz="1600" dirty="0">
                          <a:effectLst/>
                          <a:latin typeface="Arial" panose="020B0604020202020204" pitchFamily="34" charset="0"/>
                          <a:cs typeface="Arial" panose="020B0604020202020204" pitchFamily="34" charset="0"/>
                        </a:rPr>
                        <a:t> </a:t>
                      </a:r>
                      <a:r>
                        <a:rPr lang="en-US" sz="1600" dirty="0" err="1">
                          <a:effectLst/>
                          <a:latin typeface="Arial" panose="020B0604020202020204" pitchFamily="34" charset="0"/>
                          <a:cs typeface="Arial" panose="020B0604020202020204" pitchFamily="34" charset="0"/>
                        </a:rPr>
                        <a:t>quá</a:t>
                      </a:r>
                      <a:r>
                        <a:rPr lang="en-US" sz="1600" dirty="0">
                          <a:effectLst/>
                          <a:latin typeface="Arial" panose="020B0604020202020204" pitchFamily="34" charset="0"/>
                          <a:cs typeface="Arial" panose="020B0604020202020204" pitchFamily="34" charset="0"/>
                        </a:rPr>
                        <a:t> </a:t>
                      </a:r>
                      <a:r>
                        <a:rPr lang="en-US" sz="1600" dirty="0" err="1">
                          <a:effectLst/>
                          <a:latin typeface="Arial" panose="020B0604020202020204" pitchFamily="34" charset="0"/>
                          <a:cs typeface="Arial" panose="020B0604020202020204" pitchFamily="34" charset="0"/>
                        </a:rPr>
                        <a:t>trình</a:t>
                      </a:r>
                      <a:r>
                        <a:rPr lang="en-US" sz="1600" dirty="0">
                          <a:effectLst/>
                          <a:latin typeface="Arial" panose="020B0604020202020204" pitchFamily="34" charset="0"/>
                          <a:cs typeface="Arial" panose="020B0604020202020204" pitchFamily="34" charset="0"/>
                        </a:rPr>
                        <a:t> </a:t>
                      </a:r>
                      <a:r>
                        <a:rPr lang="en-US" sz="1600" dirty="0" err="1">
                          <a:effectLst/>
                          <a:latin typeface="Arial" panose="020B0604020202020204" pitchFamily="34" charset="0"/>
                          <a:cs typeface="Arial" panose="020B0604020202020204" pitchFamily="34" charset="0"/>
                        </a:rPr>
                        <a:t>học</a:t>
                      </a:r>
                      <a:r>
                        <a:rPr lang="en-US" sz="1600" dirty="0">
                          <a:effectLst/>
                          <a:latin typeface="Arial" panose="020B0604020202020204" pitchFamily="34" charset="0"/>
                          <a:cs typeface="Arial" panose="020B0604020202020204" pitchFamily="34" charset="0"/>
                        </a:rPr>
                        <a:t> do GV </a:t>
                      </a:r>
                      <a:r>
                        <a:rPr lang="en-US" sz="1600" dirty="0" err="1">
                          <a:effectLst/>
                          <a:latin typeface="Arial" panose="020B0604020202020204" pitchFamily="34" charset="0"/>
                          <a:cs typeface="Arial" panose="020B0604020202020204" pitchFamily="34" charset="0"/>
                        </a:rPr>
                        <a:t>quy</a:t>
                      </a:r>
                      <a:r>
                        <a:rPr lang="en-US" sz="1600" dirty="0">
                          <a:effectLst/>
                          <a:latin typeface="Arial" panose="020B0604020202020204" pitchFamily="34" charset="0"/>
                          <a:cs typeface="Arial" panose="020B0604020202020204" pitchFamily="34" charset="0"/>
                        </a:rPr>
                        <a:t> </a:t>
                      </a:r>
                      <a:r>
                        <a:rPr lang="en-US" sz="1600" dirty="0" err="1">
                          <a:effectLst/>
                          <a:latin typeface="Arial" panose="020B0604020202020204" pitchFamily="34" charset="0"/>
                          <a:cs typeface="Arial" panose="020B0604020202020204" pitchFamily="34" charset="0"/>
                        </a:rPr>
                        <a:t>định</a:t>
                      </a:r>
                      <a:endParaRPr lang="de-DE" sz="1600" dirty="0">
                        <a:effectLst/>
                        <a:latin typeface="Arial" panose="020B0604020202020204" pitchFamily="34" charset="0"/>
                        <a:cs typeface="Arial" panose="020B0604020202020204" pitchFamily="34" charset="0"/>
                      </a:endParaRPr>
                    </a:p>
                  </a:txBody>
                  <a:tcPr marL="26246" marR="2624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marR="0" lvl="0" indent="-342900" algn="l">
                        <a:lnSpc>
                          <a:spcPct val="100000"/>
                        </a:lnSpc>
                        <a:spcBef>
                          <a:spcPts val="0"/>
                        </a:spcBef>
                        <a:spcAft>
                          <a:spcPts val="0"/>
                        </a:spcAft>
                        <a:buFont typeface="Arial" panose="020B0604020202020204" pitchFamily="34" charset="0"/>
                        <a:buChar char="●"/>
                      </a:pPr>
                      <a:r>
                        <a:rPr lang="de-DE" sz="1600">
                          <a:effectLst/>
                          <a:latin typeface="Arial" panose="020B0604020202020204" pitchFamily="34" charset="0"/>
                          <a:cs typeface="Arial" panose="020B0604020202020204" pitchFamily="34" charset="0"/>
                        </a:rPr>
                        <a:t>Microsoft Teams</a:t>
                      </a:r>
                    </a:p>
                    <a:p>
                      <a:pPr marL="342900" marR="0" lvl="0" indent="-342900" algn="l">
                        <a:lnSpc>
                          <a:spcPct val="100000"/>
                        </a:lnSpc>
                        <a:spcBef>
                          <a:spcPts val="0"/>
                        </a:spcBef>
                        <a:spcAft>
                          <a:spcPts val="0"/>
                        </a:spcAft>
                        <a:buFont typeface="Arial" panose="020B0604020202020204" pitchFamily="34" charset="0"/>
                        <a:buChar char="●"/>
                      </a:pPr>
                      <a:r>
                        <a:rPr lang="de-DE" sz="1600">
                          <a:effectLst/>
                          <a:latin typeface="Arial" panose="020B0604020202020204" pitchFamily="34" charset="0"/>
                          <a:cs typeface="Arial" panose="020B0604020202020204" pitchFamily="34" charset="0"/>
                        </a:rPr>
                        <a:t>Dedication tool</a:t>
                      </a:r>
                      <a:endParaRPr lang="en-US" sz="1600">
                        <a:effectLst/>
                        <a:latin typeface="Arial" panose="020B0604020202020204" pitchFamily="34" charset="0"/>
                        <a:cs typeface="Arial" panose="020B0604020202020204" pitchFamily="34" charset="0"/>
                      </a:endParaRPr>
                    </a:p>
                    <a:p>
                      <a:pPr marL="342900" marR="0" lvl="0" indent="-342900" algn="l">
                        <a:lnSpc>
                          <a:spcPct val="100000"/>
                        </a:lnSpc>
                        <a:spcBef>
                          <a:spcPts val="0"/>
                        </a:spcBef>
                        <a:spcAft>
                          <a:spcPts val="0"/>
                        </a:spcAft>
                        <a:buFont typeface="Arial" panose="020B0604020202020204" pitchFamily="34" charset="0"/>
                        <a:buChar char="●"/>
                      </a:pPr>
                      <a:r>
                        <a:rPr lang="de-DE" sz="1600">
                          <a:effectLst/>
                          <a:latin typeface="Arial" panose="020B0604020202020204" pitchFamily="34" charset="0"/>
                          <a:cs typeface="Arial" panose="020B0604020202020204" pitchFamily="34" charset="0"/>
                        </a:rPr>
                        <a:t>Quiz</a:t>
                      </a:r>
                    </a:p>
                    <a:p>
                      <a:pPr marL="342900" marR="0" lvl="0" indent="-342900" algn="l">
                        <a:lnSpc>
                          <a:spcPct val="100000"/>
                        </a:lnSpc>
                        <a:spcBef>
                          <a:spcPts val="0"/>
                        </a:spcBef>
                        <a:spcAft>
                          <a:spcPts val="0"/>
                        </a:spcAft>
                        <a:buFont typeface="Arial" panose="020B0604020202020204" pitchFamily="34" charset="0"/>
                        <a:buChar char="●"/>
                      </a:pPr>
                      <a:r>
                        <a:rPr lang="de-DE" sz="1600">
                          <a:effectLst/>
                          <a:latin typeface="Arial" panose="020B0604020202020204" pitchFamily="34" charset="0"/>
                          <a:ea typeface="Noto Sans Symbols"/>
                          <a:cs typeface="Arial" panose="020B0604020202020204" pitchFamily="34" charset="0"/>
                        </a:rPr>
                        <a:t>Forum</a:t>
                      </a:r>
                      <a:endParaRPr lang="en-US" sz="1600">
                        <a:effectLst/>
                        <a:latin typeface="Arial" panose="020B0604020202020204" pitchFamily="34" charset="0"/>
                        <a:ea typeface="Noto Sans Symbols"/>
                        <a:cs typeface="Arial" panose="020B0604020202020204" pitchFamily="34" charset="0"/>
                      </a:endParaRPr>
                    </a:p>
                  </a:txBody>
                  <a:tcPr marL="26246" marR="2624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62355675"/>
                  </a:ext>
                </a:extLst>
              </a:tr>
              <a:tr h="485599">
                <a:tc vMerge="1">
                  <a:txBody>
                    <a:bodyPr/>
                    <a:lstStyle/>
                    <a:p>
                      <a:endParaRPr lang="en-US"/>
                    </a:p>
                  </a:txBody>
                  <a:tcPr/>
                </a:tc>
                <a:tc>
                  <a:txBody>
                    <a:bodyPr/>
                    <a:lstStyle/>
                    <a:p>
                      <a:pPr marL="0" marR="0" indent="0" algn="ctr">
                        <a:lnSpc>
                          <a:spcPct val="100000"/>
                        </a:lnSpc>
                        <a:spcBef>
                          <a:spcPts val="0"/>
                        </a:spcBef>
                        <a:spcAft>
                          <a:spcPts val="0"/>
                        </a:spcAft>
                      </a:pPr>
                      <a:r>
                        <a:rPr lang="de-DE" sz="1600">
                          <a:effectLst/>
                          <a:latin typeface="Arial" panose="020B0604020202020204" pitchFamily="34" charset="0"/>
                          <a:cs typeface="Arial" panose="020B0604020202020204" pitchFamily="34" charset="0"/>
                        </a:rPr>
                        <a:t>Thực hành</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26246" marR="262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a:lnSpc>
                          <a:spcPct val="100000"/>
                        </a:lnSpc>
                        <a:spcBef>
                          <a:spcPts val="0"/>
                        </a:spcBef>
                        <a:spcAft>
                          <a:spcPts val="0"/>
                        </a:spcAft>
                      </a:pPr>
                      <a:r>
                        <a:rPr lang="de-DE" sz="1600">
                          <a:effectLst/>
                          <a:latin typeface="Arial" panose="020B0604020202020204" pitchFamily="34" charset="0"/>
                          <a:cs typeface="Arial" panose="020B0604020202020204" pitchFamily="34" charset="0"/>
                        </a:rPr>
                        <a:t>1</a:t>
                      </a:r>
                      <a:r>
                        <a:rPr lang="de-DE" sz="1600" dirty="0">
                          <a:effectLst/>
                          <a:latin typeface="Arial" panose="020B0604020202020204" pitchFamily="34" charset="0"/>
                          <a:cs typeface="Arial" panose="020B0604020202020204" pitchFamily="34" charset="0"/>
                        </a:rPr>
                        <a:t>0</a:t>
                      </a:r>
                      <a:r>
                        <a:rPr lang="de-DE" sz="1600">
                          <a:effectLst/>
                          <a:latin typeface="Arial" panose="020B0604020202020204" pitchFamily="34" charset="0"/>
                          <a:cs typeface="Arial" panose="020B0604020202020204" pitchFamily="34" charset="0"/>
                        </a:rPr>
                        <a:t>0</a:t>
                      </a:r>
                      <a:r>
                        <a:rPr lang="de-DE" sz="1600" dirty="0">
                          <a:effectLst/>
                          <a:latin typeface="Arial" panose="020B0604020202020204" pitchFamily="34" charset="0"/>
                          <a:cs typeface="Arial" panose="020B0604020202020204" pitchFamily="34" charset="0"/>
                        </a:rPr>
                        <a:t>%</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26246" marR="262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marR="0" lvl="0" indent="-342900" algn="l">
                        <a:lnSpc>
                          <a:spcPct val="100000"/>
                        </a:lnSpc>
                        <a:spcBef>
                          <a:spcPts val="0"/>
                        </a:spcBef>
                        <a:spcAft>
                          <a:spcPts val="0"/>
                        </a:spcAft>
                        <a:buFont typeface="Arial" panose="020B0604020202020204" pitchFamily="34" charset="0"/>
                        <a:buChar char="●"/>
                      </a:pPr>
                      <a:r>
                        <a:rPr lang="de-DE" sz="1600" dirty="0">
                          <a:effectLst/>
                          <a:latin typeface="Arial" panose="020B0604020202020204" pitchFamily="34" charset="0"/>
                          <a:cs typeface="Arial" panose="020B0604020202020204" pitchFamily="34" charset="0"/>
                        </a:rPr>
                        <a:t>Hoàn thành nội dung bài Thực hành wecode (</a:t>
                      </a:r>
                      <a:r>
                        <a:rPr lang="de-DE" sz="1600" dirty="0">
                          <a:solidFill>
                            <a:srgbClr val="FF0000"/>
                          </a:solidFill>
                          <a:effectLst/>
                          <a:latin typeface="Arial" panose="020B0604020202020204" pitchFamily="34" charset="0"/>
                          <a:cs typeface="Arial" panose="020B0604020202020204" pitchFamily="34" charset="0"/>
                        </a:rPr>
                        <a:t>pre-class, in-class, post-class</a:t>
                      </a:r>
                      <a:r>
                        <a:rPr lang="de-DE" sz="1600" dirty="0">
                          <a:effectLst/>
                          <a:latin typeface="Arial" panose="020B0604020202020204" pitchFamily="34" charset="0"/>
                          <a:cs typeface="Arial" panose="020B0604020202020204" pitchFamily="34" charset="0"/>
                        </a:rPr>
                        <a:t>) trong thời gian cho phép</a:t>
                      </a:r>
                      <a:endParaRPr lang="en-US" sz="1600" dirty="0">
                        <a:effectLst/>
                        <a:latin typeface="Arial" panose="020B0604020202020204" pitchFamily="34" charset="0"/>
                        <a:ea typeface="Noto Sans Symbols"/>
                        <a:cs typeface="Arial" panose="020B0604020202020204" pitchFamily="34" charset="0"/>
                      </a:endParaRPr>
                    </a:p>
                  </a:txBody>
                  <a:tcPr marL="26246" marR="2624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marR="0" lvl="0" indent="-342900" algn="l">
                        <a:lnSpc>
                          <a:spcPct val="100000"/>
                        </a:lnSpc>
                        <a:spcBef>
                          <a:spcPts val="0"/>
                        </a:spcBef>
                        <a:spcAft>
                          <a:spcPts val="0"/>
                        </a:spcAft>
                        <a:buFont typeface="Arial" panose="020B0604020202020204" pitchFamily="34" charset="0"/>
                        <a:buChar char="●"/>
                      </a:pPr>
                      <a:r>
                        <a:rPr lang="de-DE" sz="1600">
                          <a:effectLst/>
                          <a:latin typeface="Arial" panose="020B0604020202020204" pitchFamily="34" charset="0"/>
                          <a:cs typeface="Arial" panose="020B0604020202020204" pitchFamily="34" charset="0"/>
                        </a:rPr>
                        <a:t>Wecode</a:t>
                      </a:r>
                      <a:endParaRPr lang="en-US" sz="1600">
                        <a:effectLst/>
                        <a:latin typeface="Arial" panose="020B0604020202020204" pitchFamily="34" charset="0"/>
                        <a:ea typeface="Noto Sans Symbols"/>
                        <a:cs typeface="Arial" panose="020B0604020202020204" pitchFamily="34" charset="0"/>
                      </a:endParaRPr>
                    </a:p>
                  </a:txBody>
                  <a:tcPr marL="26246" marR="2624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0432755"/>
                  </a:ext>
                </a:extLst>
              </a:tr>
              <a:tr h="1213998">
                <a:tc rowSpan="2">
                  <a:txBody>
                    <a:bodyPr/>
                    <a:lstStyle/>
                    <a:p>
                      <a:pPr marL="0" marR="0" indent="0" algn="ctr">
                        <a:lnSpc>
                          <a:spcPct val="100000"/>
                        </a:lnSpc>
                        <a:spcBef>
                          <a:spcPts val="0"/>
                        </a:spcBef>
                        <a:spcAft>
                          <a:spcPts val="0"/>
                        </a:spcAft>
                      </a:pPr>
                      <a:r>
                        <a:rPr lang="de-DE" sz="1600" dirty="0">
                          <a:effectLst/>
                          <a:latin typeface="Arial" panose="020B0604020202020204" pitchFamily="34" charset="0"/>
                          <a:cs typeface="Arial" panose="020B0604020202020204" pitchFamily="34" charset="0"/>
                        </a:rPr>
                        <a:t>Cuối kỳ</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26246" marR="262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a:lnSpc>
                          <a:spcPct val="100000"/>
                        </a:lnSpc>
                        <a:spcBef>
                          <a:spcPts val="0"/>
                        </a:spcBef>
                        <a:spcAft>
                          <a:spcPts val="0"/>
                        </a:spcAft>
                      </a:pPr>
                      <a:r>
                        <a:rPr lang="de-DE" sz="1600">
                          <a:effectLst/>
                          <a:latin typeface="Arial" panose="020B0604020202020204" pitchFamily="34" charset="0"/>
                          <a:cs typeface="Arial" panose="020B0604020202020204" pitchFamily="34" charset="0"/>
                        </a:rPr>
                        <a:t>Thi Cuối kỳ Thực hành</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26246" marR="262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a:lnSpc>
                          <a:spcPct val="100000"/>
                        </a:lnSpc>
                        <a:spcBef>
                          <a:spcPts val="0"/>
                        </a:spcBef>
                        <a:spcAft>
                          <a:spcPts val="0"/>
                        </a:spcAft>
                      </a:pPr>
                      <a:r>
                        <a:rPr lang="de-DE" sz="1600">
                          <a:effectLst/>
                          <a:latin typeface="Arial" panose="020B0604020202020204" pitchFamily="34" charset="0"/>
                          <a:cs typeface="Arial" panose="020B0604020202020204" pitchFamily="34" charset="0"/>
                        </a:rPr>
                        <a:t>40%</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26246" marR="262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marR="0" lvl="0" indent="-342900" algn="l">
                        <a:lnSpc>
                          <a:spcPct val="100000"/>
                        </a:lnSpc>
                        <a:spcBef>
                          <a:spcPts val="0"/>
                        </a:spcBef>
                        <a:spcAft>
                          <a:spcPts val="0"/>
                        </a:spcAft>
                        <a:buFont typeface="Arial" panose="020B0604020202020204" pitchFamily="34" charset="0"/>
                        <a:buChar char="●"/>
                      </a:pPr>
                      <a:r>
                        <a:rPr lang="de-DE" sz="1600" dirty="0">
                          <a:effectLst/>
                          <a:latin typeface="Arial" panose="020B0604020202020204" pitchFamily="34" charset="0"/>
                          <a:cs typeface="Arial" panose="020B0604020202020204" pitchFamily="34" charset="0"/>
                        </a:rPr>
                        <a:t>Thi Thực hành trên máy tính của phòng Lab</a:t>
                      </a:r>
                      <a:endParaRPr lang="en-US" sz="1600" dirty="0">
                        <a:effectLst/>
                        <a:latin typeface="Arial" panose="020B0604020202020204" pitchFamily="34" charset="0"/>
                        <a:cs typeface="Arial" panose="020B0604020202020204" pitchFamily="34" charset="0"/>
                      </a:endParaRPr>
                    </a:p>
                    <a:p>
                      <a:pPr marL="342900" marR="0" lvl="0" indent="-342900" algn="l">
                        <a:lnSpc>
                          <a:spcPct val="100000"/>
                        </a:lnSpc>
                        <a:spcBef>
                          <a:spcPts val="0"/>
                        </a:spcBef>
                        <a:spcAft>
                          <a:spcPts val="0"/>
                        </a:spcAft>
                        <a:buFont typeface="Arial" panose="020B0604020202020204" pitchFamily="34" charset="0"/>
                        <a:buChar char="●"/>
                      </a:pPr>
                      <a:r>
                        <a:rPr lang="de-DE" sz="1600" dirty="0">
                          <a:effectLst/>
                          <a:latin typeface="Arial" panose="020B0604020202020204" pitchFamily="34" charset="0"/>
                          <a:cs typeface="Arial" panose="020B0604020202020204" pitchFamily="34" charset="0"/>
                        </a:rPr>
                        <a:t>Làm 4-5 câu thực hành trên wecode, thời gian 60-90 phút</a:t>
                      </a:r>
                      <a:endParaRPr lang="en-US" sz="1600" dirty="0">
                        <a:effectLst/>
                        <a:latin typeface="Arial" panose="020B0604020202020204" pitchFamily="34" charset="0"/>
                        <a:cs typeface="Arial" panose="020B0604020202020204" pitchFamily="34" charset="0"/>
                      </a:endParaRPr>
                    </a:p>
                    <a:p>
                      <a:pPr marL="342900" marR="0" lvl="0" indent="-342900" algn="l">
                        <a:lnSpc>
                          <a:spcPct val="100000"/>
                        </a:lnSpc>
                        <a:spcBef>
                          <a:spcPts val="0"/>
                        </a:spcBef>
                        <a:spcAft>
                          <a:spcPts val="0"/>
                        </a:spcAft>
                        <a:buFont typeface="Arial" panose="020B0604020202020204" pitchFamily="34" charset="0"/>
                        <a:buChar char="●"/>
                      </a:pPr>
                      <a:r>
                        <a:rPr lang="de-DE" sz="1600" dirty="0">
                          <a:effectLst/>
                          <a:latin typeface="Arial" panose="020B0604020202020204" pitchFamily="34" charset="0"/>
                          <a:cs typeface="Arial" panose="020B0604020202020204" pitchFamily="34" charset="0"/>
                        </a:rPr>
                        <a:t>Không dùng tài liệu, không lên mạng (máy tính trường chỉ kết nối với trang làm bài wecode) </a:t>
                      </a:r>
                      <a:r>
                        <a:rPr lang="de-DE" sz="1600" dirty="0">
                          <a:effectLst/>
                          <a:latin typeface="Arial" panose="020B0604020202020204" pitchFamily="34" charset="0"/>
                          <a:cs typeface="Arial" panose="020B0604020202020204" pitchFamily="34" charset="0"/>
                          <a:sym typeface="Wingdings" panose="05000000000000000000" pitchFamily="2" charset="2"/>
                        </a:rPr>
                        <a:t></a:t>
                      </a:r>
                      <a:r>
                        <a:rPr lang="de-DE" sz="1600" dirty="0">
                          <a:effectLst/>
                          <a:latin typeface="Arial" panose="020B0604020202020204" pitchFamily="34" charset="0"/>
                          <a:cs typeface="Arial" panose="020B0604020202020204" pitchFamily="34" charset="0"/>
                        </a:rPr>
                        <a:t> Học sinh chỉ dùng các phần mềm có sẵn trên máy để chạy chương trình C++ (cụ thể là Codeblock)</a:t>
                      </a:r>
                      <a:endParaRPr lang="en-US" sz="1600" dirty="0">
                        <a:effectLst/>
                        <a:latin typeface="Arial" panose="020B0604020202020204" pitchFamily="34" charset="0"/>
                        <a:ea typeface="Noto Sans Symbols"/>
                        <a:cs typeface="Arial" panose="020B0604020202020204" pitchFamily="34" charset="0"/>
                      </a:endParaRPr>
                    </a:p>
                  </a:txBody>
                  <a:tcPr marL="26246" marR="2624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marR="0" lvl="0" indent="-342900" algn="l">
                        <a:lnSpc>
                          <a:spcPct val="100000"/>
                        </a:lnSpc>
                        <a:spcBef>
                          <a:spcPts val="0"/>
                        </a:spcBef>
                        <a:spcAft>
                          <a:spcPts val="0"/>
                        </a:spcAft>
                        <a:buFont typeface="Arial" panose="020B0604020202020204" pitchFamily="34" charset="0"/>
                        <a:buChar char="●"/>
                      </a:pPr>
                      <a:r>
                        <a:rPr lang="de-DE" sz="1600">
                          <a:effectLst/>
                          <a:latin typeface="Arial" panose="020B0604020202020204" pitchFamily="34" charset="0"/>
                          <a:cs typeface="Arial" panose="020B0604020202020204" pitchFamily="34" charset="0"/>
                        </a:rPr>
                        <a:t>Wecode</a:t>
                      </a:r>
                      <a:endParaRPr lang="en-US" sz="1600">
                        <a:effectLst/>
                        <a:latin typeface="Arial" panose="020B0604020202020204" pitchFamily="34" charset="0"/>
                        <a:ea typeface="Noto Sans Symbols"/>
                        <a:cs typeface="Arial" panose="020B0604020202020204" pitchFamily="34" charset="0"/>
                      </a:endParaRPr>
                    </a:p>
                  </a:txBody>
                  <a:tcPr marL="26246" marR="2624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2351395"/>
                  </a:ext>
                </a:extLst>
              </a:tr>
              <a:tr h="1314817">
                <a:tc vMerge="1">
                  <a:txBody>
                    <a:bodyPr/>
                    <a:lstStyle/>
                    <a:p>
                      <a:endParaRPr lang="en-US"/>
                    </a:p>
                  </a:txBody>
                  <a:tcPr/>
                </a:tc>
                <a:tc>
                  <a:txBody>
                    <a:bodyPr/>
                    <a:lstStyle/>
                    <a:p>
                      <a:pPr marL="0" marR="0" indent="0" algn="ctr">
                        <a:lnSpc>
                          <a:spcPct val="100000"/>
                        </a:lnSpc>
                        <a:spcBef>
                          <a:spcPts val="0"/>
                        </a:spcBef>
                        <a:spcAft>
                          <a:spcPts val="0"/>
                        </a:spcAft>
                      </a:pPr>
                      <a:r>
                        <a:rPr lang="de-DE" sz="1600">
                          <a:effectLst/>
                          <a:latin typeface="Arial" panose="020B0604020202020204" pitchFamily="34" charset="0"/>
                          <a:cs typeface="Arial" panose="020B0604020202020204" pitchFamily="34" charset="0"/>
                        </a:rPr>
                        <a:t>Thi Cuối kỳ Lý thuyết</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26246" marR="262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a:lnSpc>
                          <a:spcPct val="100000"/>
                        </a:lnSpc>
                        <a:spcBef>
                          <a:spcPts val="0"/>
                        </a:spcBef>
                        <a:spcAft>
                          <a:spcPts val="0"/>
                        </a:spcAft>
                      </a:pPr>
                      <a:r>
                        <a:rPr lang="de-DE" sz="1600" dirty="0">
                          <a:effectLst/>
                          <a:latin typeface="Arial" panose="020B0604020202020204" pitchFamily="34" charset="0"/>
                          <a:cs typeface="Arial" panose="020B0604020202020204" pitchFamily="34" charset="0"/>
                        </a:rPr>
                        <a:t>4</a:t>
                      </a:r>
                      <a:r>
                        <a:rPr lang="de-DE" sz="1600">
                          <a:effectLst/>
                          <a:latin typeface="Arial" panose="020B0604020202020204" pitchFamily="34" charset="0"/>
                          <a:cs typeface="Arial" panose="020B0604020202020204" pitchFamily="34" charset="0"/>
                        </a:rPr>
                        <a:t>0</a:t>
                      </a:r>
                      <a:r>
                        <a:rPr lang="de-DE" sz="1600" dirty="0">
                          <a:effectLst/>
                          <a:latin typeface="Arial" panose="020B0604020202020204" pitchFamily="34" charset="0"/>
                          <a:cs typeface="Arial" panose="020B0604020202020204" pitchFamily="34" charset="0"/>
                        </a:rPr>
                        <a:t>%</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26246" marR="262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marR="0" lvl="0" indent="-342900" algn="l">
                        <a:lnSpc>
                          <a:spcPct val="100000"/>
                        </a:lnSpc>
                        <a:spcBef>
                          <a:spcPts val="0"/>
                        </a:spcBef>
                        <a:spcAft>
                          <a:spcPts val="0"/>
                        </a:spcAft>
                        <a:buFont typeface="Arial" panose="020B0604020202020204" pitchFamily="34" charset="0"/>
                        <a:buChar char="●"/>
                      </a:pPr>
                      <a:r>
                        <a:rPr lang="de-DE" sz="1600" dirty="0">
                          <a:effectLst/>
                          <a:latin typeface="Arial" panose="020B0604020202020204" pitchFamily="34" charset="0"/>
                          <a:cs typeface="Arial" panose="020B0604020202020204" pitchFamily="34" charset="0"/>
                        </a:rPr>
                        <a:t>Thi Lý thuyết trên máy tính của phòng Lab</a:t>
                      </a:r>
                      <a:endParaRPr lang="en-US" sz="1600" dirty="0">
                        <a:effectLst/>
                        <a:latin typeface="Arial" panose="020B0604020202020204" pitchFamily="34" charset="0"/>
                        <a:cs typeface="Arial" panose="020B0604020202020204" pitchFamily="34" charset="0"/>
                      </a:endParaRPr>
                    </a:p>
                    <a:p>
                      <a:pPr marL="342900" marR="0" lvl="0" indent="-342900" algn="l">
                        <a:lnSpc>
                          <a:spcPct val="100000"/>
                        </a:lnSpc>
                        <a:spcBef>
                          <a:spcPts val="0"/>
                        </a:spcBef>
                        <a:spcAft>
                          <a:spcPts val="0"/>
                        </a:spcAft>
                        <a:buFont typeface="Arial" panose="020B0604020202020204" pitchFamily="34" charset="0"/>
                        <a:buChar char="●"/>
                      </a:pPr>
                      <a:r>
                        <a:rPr lang="de-DE" sz="1600" dirty="0">
                          <a:effectLst/>
                          <a:latin typeface="Arial" panose="020B0604020202020204" pitchFamily="34" charset="0"/>
                          <a:cs typeface="Arial" panose="020B0604020202020204" pitchFamily="34" charset="0"/>
                        </a:rPr>
                        <a:t>Làm 40-45 câu hỏi lý thuyết dạng bài Quiz trên hệ thống Moodle, thời gian 60 phút</a:t>
                      </a:r>
                      <a:endParaRPr lang="en-US" sz="1600" dirty="0">
                        <a:effectLst/>
                        <a:latin typeface="Arial" panose="020B0604020202020204" pitchFamily="34" charset="0"/>
                        <a:cs typeface="Arial" panose="020B0604020202020204" pitchFamily="34" charset="0"/>
                      </a:endParaRPr>
                    </a:p>
                    <a:p>
                      <a:pPr marL="342900" marR="0" lvl="0" indent="-342900" algn="l">
                        <a:lnSpc>
                          <a:spcPct val="100000"/>
                        </a:lnSpc>
                        <a:spcBef>
                          <a:spcPts val="0"/>
                        </a:spcBef>
                        <a:spcAft>
                          <a:spcPts val="0"/>
                        </a:spcAft>
                        <a:buFont typeface="Arial" panose="020B0604020202020204" pitchFamily="34" charset="0"/>
                        <a:buChar char="●"/>
                      </a:pPr>
                      <a:r>
                        <a:rPr lang="de-DE" sz="1600" dirty="0">
                          <a:effectLst/>
                          <a:latin typeface="Arial" panose="020B0604020202020204" pitchFamily="34" charset="0"/>
                          <a:cs typeface="Arial" panose="020B0604020202020204" pitchFamily="34" charset="0"/>
                        </a:rPr>
                        <a:t>Không dùng tài liệu, không lên mạng (máy tính trường chỉ kết nối với trang làm bài Quiz trên moodle)</a:t>
                      </a:r>
                      <a:endParaRPr lang="en-US" sz="1600" dirty="0">
                        <a:effectLst/>
                        <a:latin typeface="Arial" panose="020B0604020202020204" pitchFamily="34" charset="0"/>
                        <a:ea typeface="Noto Sans Symbols"/>
                        <a:cs typeface="Arial" panose="020B0604020202020204" pitchFamily="34" charset="0"/>
                      </a:endParaRPr>
                    </a:p>
                  </a:txBody>
                  <a:tcPr marL="26246" marR="2624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marR="0" lvl="0" indent="-342900" algn="l">
                        <a:lnSpc>
                          <a:spcPct val="100000"/>
                        </a:lnSpc>
                        <a:spcBef>
                          <a:spcPts val="0"/>
                        </a:spcBef>
                        <a:spcAft>
                          <a:spcPts val="0"/>
                        </a:spcAft>
                        <a:buFont typeface="Arial" panose="020B0604020202020204" pitchFamily="34" charset="0"/>
                        <a:buChar char="●"/>
                      </a:pPr>
                      <a:r>
                        <a:rPr lang="de-DE" sz="1600" dirty="0">
                          <a:effectLst/>
                          <a:latin typeface="Arial" panose="020B0604020202020204" pitchFamily="34" charset="0"/>
                          <a:cs typeface="Arial" panose="020B0604020202020204" pitchFamily="34" charset="0"/>
                        </a:rPr>
                        <a:t>Quiz</a:t>
                      </a:r>
                      <a:endParaRPr lang="en-US" sz="1600" dirty="0">
                        <a:effectLst/>
                        <a:latin typeface="Arial" panose="020B0604020202020204" pitchFamily="34" charset="0"/>
                        <a:ea typeface="Noto Sans Symbols"/>
                        <a:cs typeface="Arial" panose="020B0604020202020204" pitchFamily="34" charset="0"/>
                      </a:endParaRPr>
                    </a:p>
                  </a:txBody>
                  <a:tcPr marL="26246" marR="2624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52530378"/>
                  </a:ext>
                </a:extLst>
              </a:tr>
            </a:tbl>
          </a:graphicData>
        </a:graphic>
      </p:graphicFrame>
      <p:sp>
        <p:nvSpPr>
          <p:cNvPr id="2" name="Footer Placeholder 1">
            <a:extLst>
              <a:ext uri="{FF2B5EF4-FFF2-40B4-BE49-F238E27FC236}">
                <a16:creationId xmlns:a16="http://schemas.microsoft.com/office/drawing/2014/main" id="{9FD6BE80-2372-CDA9-4060-5BA849267C77}"/>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Date Placeholder 4">
            <a:extLst>
              <a:ext uri="{FF2B5EF4-FFF2-40B4-BE49-F238E27FC236}">
                <a16:creationId xmlns:a16="http://schemas.microsoft.com/office/drawing/2014/main" id="{1C53A932-1573-E287-F32D-675FB0C6BB5E}"/>
              </a:ext>
            </a:extLst>
          </p:cNvPr>
          <p:cNvSpPr>
            <a:spLocks noGrp="1"/>
          </p:cNvSpPr>
          <p:nvPr>
            <p:ph type="dt" sz="half" idx="13"/>
          </p:nvPr>
        </p:nvSpPr>
        <p:spPr/>
        <p:txBody>
          <a:bodyPr/>
          <a:lstStyle/>
          <a:p>
            <a:r>
              <a:rPr lang="en-US"/>
              <a:t>June 2025</a:t>
            </a:r>
            <a:endParaRPr lang="en-US" dirty="0"/>
          </a:p>
        </p:txBody>
      </p:sp>
      <p:sp>
        <p:nvSpPr>
          <p:cNvPr id="3" name="Slide Number Placeholder 2">
            <a:extLst>
              <a:ext uri="{FF2B5EF4-FFF2-40B4-BE49-F238E27FC236}">
                <a16:creationId xmlns:a16="http://schemas.microsoft.com/office/drawing/2014/main" id="{A90F86C9-BDCE-9D5B-43C9-E9CF8626A9B2}"/>
              </a:ext>
            </a:extLst>
          </p:cNvPr>
          <p:cNvSpPr>
            <a:spLocks noGrp="1"/>
          </p:cNvSpPr>
          <p:nvPr>
            <p:ph type="sldNum" sz="quarter" idx="12"/>
          </p:nvPr>
        </p:nvSpPr>
        <p:spPr/>
        <p:txBody>
          <a:bodyPr/>
          <a:lstStyle/>
          <a:p>
            <a:fld id="{D8B0B3AC-44A8-D142-AAF6-9A453466E1A4}" type="slidenum">
              <a:rPr lang="en-VN" smtClean="0"/>
              <a:pPr/>
              <a:t>21</a:t>
            </a:fld>
            <a:endParaRPr lang="en-VN" dirty="0"/>
          </a:p>
        </p:txBody>
      </p:sp>
      <p:sp>
        <p:nvSpPr>
          <p:cNvPr id="10" name="TextBox 9">
            <a:extLst>
              <a:ext uri="{FF2B5EF4-FFF2-40B4-BE49-F238E27FC236}">
                <a16:creationId xmlns:a16="http://schemas.microsoft.com/office/drawing/2014/main" id="{08D7D8EC-2730-DCB8-FAA1-0A49BE45086E}"/>
              </a:ext>
            </a:extLst>
          </p:cNvPr>
          <p:cNvSpPr txBox="1"/>
          <p:nvPr/>
        </p:nvSpPr>
        <p:spPr>
          <a:xfrm>
            <a:off x="956840" y="1032137"/>
            <a:ext cx="5490606" cy="494751"/>
          </a:xfrm>
          <a:prstGeom prst="rect">
            <a:avLst/>
          </a:prstGeom>
          <a:noFill/>
        </p:spPr>
        <p:txBody>
          <a:bodyPr wrap="none" rtlCol="0">
            <a:spAutoFit/>
          </a:bodyPr>
          <a:lstStyle/>
          <a:p>
            <a:pPr marL="285750" indent="-285750" algn="just">
              <a:lnSpc>
                <a:spcPct val="120000"/>
              </a:lnSpc>
              <a:spcBef>
                <a:spcPts val="200"/>
              </a:spcBef>
              <a:spcAft>
                <a:spcPts val="200"/>
              </a:spcAft>
              <a:buFont typeface="Arial" panose="020B0604020202020204" pitchFamily="34" charset="0"/>
              <a:buChar char="•"/>
            </a:pPr>
            <a:r>
              <a:rPr lang="en-US" sz="2400">
                <a:latin typeface="Arial" panose="020B0604020202020204" pitchFamily="34" charset="0"/>
                <a:cs typeface="Arial" panose="020B0604020202020204" pitchFamily="34" charset="0"/>
              </a:rPr>
              <a:t>Thang điểm đánh giá: thang điểm 10</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538119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651D2-D74B-81C5-5405-D57B8077139A}"/>
              </a:ext>
            </a:extLst>
          </p:cNvPr>
          <p:cNvSpPr>
            <a:spLocks noGrp="1"/>
          </p:cNvSpPr>
          <p:nvPr>
            <p:ph type="title"/>
          </p:nvPr>
        </p:nvSpPr>
        <p:spPr/>
        <p:txBody>
          <a:bodyPr>
            <a:normAutofit fontScale="90000"/>
          </a:bodyPr>
          <a:lstStyle/>
          <a:p>
            <a:r>
              <a:rPr lang="en-US"/>
              <a:t>10. Tài liệu tham khảo</a:t>
            </a:r>
          </a:p>
        </p:txBody>
      </p:sp>
      <p:sp>
        <p:nvSpPr>
          <p:cNvPr id="3" name="Content Placeholder 2">
            <a:extLst>
              <a:ext uri="{FF2B5EF4-FFF2-40B4-BE49-F238E27FC236}">
                <a16:creationId xmlns:a16="http://schemas.microsoft.com/office/drawing/2014/main" id="{C0206FEA-7CA8-CDB4-53F3-5BFE0650A1A1}"/>
              </a:ext>
            </a:extLst>
          </p:cNvPr>
          <p:cNvSpPr>
            <a:spLocks noGrp="1"/>
          </p:cNvSpPr>
          <p:nvPr>
            <p:ph idx="1"/>
          </p:nvPr>
        </p:nvSpPr>
        <p:spPr/>
        <p:txBody>
          <a:bodyPr>
            <a:normAutofit/>
          </a:bodyPr>
          <a:lstStyle/>
          <a:p>
            <a:pPr marL="0" indent="0">
              <a:lnSpc>
                <a:spcPct val="150000"/>
              </a:lnSpc>
              <a:buNone/>
            </a:pPr>
            <a:r>
              <a:rPr lang="en-US" sz="2400" dirty="0">
                <a:ea typeface="Calibri" panose="020F0502020204030204" pitchFamily="34" charset="0"/>
              </a:rPr>
              <a:t>[1] </a:t>
            </a:r>
            <a:r>
              <a:rPr lang="en-US" sz="2400" dirty="0" err="1">
                <a:effectLst/>
                <a:ea typeface="Calibri" panose="020F0502020204030204" pitchFamily="34" charset="0"/>
              </a:rPr>
              <a:t>Giáo</a:t>
            </a:r>
            <a:r>
              <a:rPr lang="en-US" sz="2400" dirty="0">
                <a:effectLst/>
                <a:ea typeface="Calibri" panose="020F0502020204030204" pitchFamily="34" charset="0"/>
              </a:rPr>
              <a:t> </a:t>
            </a:r>
            <a:r>
              <a:rPr lang="en-US" sz="2400" dirty="0" err="1">
                <a:effectLst/>
                <a:ea typeface="Calibri" panose="020F0502020204030204" pitchFamily="34" charset="0"/>
              </a:rPr>
              <a:t>trình</a:t>
            </a:r>
            <a:r>
              <a:rPr lang="en-US" sz="2400" dirty="0">
                <a:effectLst/>
                <a:ea typeface="Calibri" panose="020F0502020204030204" pitchFamily="34" charset="0"/>
              </a:rPr>
              <a:t> </a:t>
            </a:r>
            <a:r>
              <a:rPr lang="en-US" sz="2400" dirty="0" err="1">
                <a:effectLst/>
                <a:ea typeface="Calibri" panose="020F0502020204030204" pitchFamily="34" charset="0"/>
              </a:rPr>
              <a:t>Nhập</a:t>
            </a:r>
            <a:r>
              <a:rPr lang="en-US" sz="2400" dirty="0">
                <a:effectLst/>
                <a:ea typeface="Calibri" panose="020F0502020204030204" pitchFamily="34" charset="0"/>
              </a:rPr>
              <a:t> </a:t>
            </a:r>
            <a:r>
              <a:rPr lang="en-US" sz="2400" dirty="0" err="1">
                <a:effectLst/>
                <a:ea typeface="Calibri" panose="020F0502020204030204" pitchFamily="34" charset="0"/>
              </a:rPr>
              <a:t>môn</a:t>
            </a:r>
            <a:r>
              <a:rPr lang="en-US" sz="2400" dirty="0">
                <a:effectLst/>
                <a:ea typeface="Calibri" panose="020F0502020204030204" pitchFamily="34" charset="0"/>
              </a:rPr>
              <a:t> </a:t>
            </a:r>
            <a:r>
              <a:rPr lang="en-US" sz="2400" dirty="0" err="1">
                <a:effectLst/>
                <a:ea typeface="Calibri" panose="020F0502020204030204" pitchFamily="34" charset="0"/>
              </a:rPr>
              <a:t>lập</a:t>
            </a:r>
            <a:r>
              <a:rPr lang="en-US" sz="2400" dirty="0">
                <a:effectLst/>
                <a:ea typeface="Calibri" panose="020F0502020204030204" pitchFamily="34" charset="0"/>
              </a:rPr>
              <a:t> </a:t>
            </a:r>
            <a:r>
              <a:rPr lang="en-US" sz="2400" dirty="0" err="1">
                <a:effectLst/>
                <a:ea typeface="Calibri" panose="020F0502020204030204" pitchFamily="34" charset="0"/>
              </a:rPr>
              <a:t>trình</a:t>
            </a:r>
            <a:r>
              <a:rPr lang="en-US" sz="2400" dirty="0">
                <a:effectLst/>
                <a:ea typeface="Calibri" panose="020F0502020204030204" pitchFamily="34" charset="0"/>
              </a:rPr>
              <a:t> - 2022 – </a:t>
            </a:r>
            <a:r>
              <a:rPr lang="en-US" sz="2400" dirty="0" err="1">
                <a:effectLst/>
                <a:ea typeface="Calibri" panose="020F0502020204030204" pitchFamily="34" charset="0"/>
              </a:rPr>
              <a:t>Trường</a:t>
            </a:r>
            <a:r>
              <a:rPr lang="en-US" sz="2400" dirty="0">
                <a:effectLst/>
                <a:ea typeface="Calibri" panose="020F0502020204030204" pitchFamily="34" charset="0"/>
              </a:rPr>
              <a:t> ĐH CNTT</a:t>
            </a:r>
            <a:endParaRPr lang="en-US" sz="2400" dirty="0">
              <a:ea typeface="Calibri" panose="020F0502020204030204" pitchFamily="34" charset="0"/>
            </a:endParaRPr>
          </a:p>
          <a:p>
            <a:pPr marL="0" indent="0">
              <a:lnSpc>
                <a:spcPct val="150000"/>
              </a:lnSpc>
              <a:buNone/>
            </a:pPr>
            <a:r>
              <a:rPr lang="en-US" sz="2400" dirty="0">
                <a:ea typeface="Calibri" panose="020F0502020204030204" pitchFamily="34" charset="0"/>
              </a:rPr>
              <a:t>[2] </a:t>
            </a:r>
            <a:r>
              <a:rPr lang="vi-VN" sz="2400" dirty="0">
                <a:effectLst/>
                <a:ea typeface="Calibri" panose="020F0502020204030204" pitchFamily="34" charset="0"/>
              </a:rPr>
              <a:t>C++ Programming, 5th Edition, DS Malik, 2011</a:t>
            </a:r>
            <a:endParaRPr lang="en-US" sz="2400" dirty="0">
              <a:effectLst/>
              <a:ea typeface="Calibri" panose="020F0502020204030204" pitchFamily="34" charset="0"/>
            </a:endParaRPr>
          </a:p>
          <a:p>
            <a:pPr marL="0" marR="0" lvl="0" indent="0">
              <a:lnSpc>
                <a:spcPct val="150000"/>
              </a:lnSpc>
              <a:spcBef>
                <a:spcPts val="0"/>
              </a:spcBef>
              <a:spcAft>
                <a:spcPts val="0"/>
              </a:spcAft>
              <a:buNone/>
              <a:tabLst>
                <a:tab pos="914400" algn="l"/>
              </a:tabLst>
            </a:pPr>
            <a:r>
              <a:rPr lang="en-US" sz="2400" dirty="0">
                <a:ea typeface="Calibri" panose="020F0502020204030204" pitchFamily="34" charset="0"/>
              </a:rPr>
              <a:t>[3] </a:t>
            </a:r>
            <a:r>
              <a:rPr lang="vi-VN" sz="2400" dirty="0">
                <a:effectLst/>
                <a:ea typeface="Calibri" panose="020F0502020204030204" pitchFamily="34" charset="0"/>
              </a:rPr>
              <a:t>Thinking in C++, Bruce Eckel, ebook</a:t>
            </a:r>
            <a:endParaRPr lang="en-US" sz="2400" dirty="0">
              <a:effectLst/>
              <a:ea typeface="Calibri" panose="020F0502020204030204" pitchFamily="34" charset="0"/>
            </a:endParaRPr>
          </a:p>
          <a:p>
            <a:pPr marL="0" marR="0" lvl="0" indent="0">
              <a:lnSpc>
                <a:spcPct val="150000"/>
              </a:lnSpc>
              <a:spcBef>
                <a:spcPts val="0"/>
              </a:spcBef>
              <a:spcAft>
                <a:spcPts val="0"/>
              </a:spcAft>
              <a:buNone/>
              <a:tabLst>
                <a:tab pos="914400" algn="l"/>
              </a:tabLst>
            </a:pPr>
            <a:r>
              <a:rPr lang="en-US" sz="2400" dirty="0">
                <a:ea typeface="Calibri" panose="020F0502020204030204" pitchFamily="34" charset="0"/>
              </a:rPr>
              <a:t>[4] </a:t>
            </a:r>
            <a:r>
              <a:rPr lang="vi-VN" sz="2400" dirty="0">
                <a:effectLst/>
                <a:ea typeface="Calibri" panose="020F0502020204030204" pitchFamily="34" charset="0"/>
              </a:rPr>
              <a:t>Theory and Problems of Fundamentals of Computing with C++, John R.Hubbard, Schaum’s Outlines Series, McGraw-Hill, 1998</a:t>
            </a:r>
            <a:endParaRPr lang="en-US" sz="2400" dirty="0">
              <a:effectLst/>
              <a:ea typeface="Calibri" panose="020F0502020204030204" pitchFamily="34" charset="0"/>
            </a:endParaRPr>
          </a:p>
          <a:p>
            <a:pPr marL="0" marR="0" lvl="0" indent="0">
              <a:lnSpc>
                <a:spcPct val="150000"/>
              </a:lnSpc>
              <a:spcBef>
                <a:spcPts val="0"/>
              </a:spcBef>
              <a:spcAft>
                <a:spcPts val="0"/>
              </a:spcAft>
              <a:buNone/>
              <a:tabLst>
                <a:tab pos="914400" algn="l"/>
              </a:tabLst>
            </a:pPr>
            <a:r>
              <a:rPr lang="en-US" sz="2400" dirty="0">
                <a:ea typeface="Calibri" panose="020F0502020204030204" pitchFamily="34" charset="0"/>
              </a:rPr>
              <a:t>[5] </a:t>
            </a:r>
            <a:r>
              <a:rPr lang="vi-VN" sz="2400" dirty="0">
                <a:effectLst/>
                <a:ea typeface="Calibri" panose="020F0502020204030204" pitchFamily="34" charset="0"/>
                <a:hlinkClick r:id="rId2"/>
              </a:rPr>
              <a:t>http://www.cplusplus.com/doc/tutorial/</a:t>
            </a:r>
            <a:r>
              <a:rPr lang="en-US" sz="2400" dirty="0">
                <a:effectLst/>
                <a:ea typeface="Calibri" panose="020F0502020204030204" pitchFamily="34" charset="0"/>
              </a:rPr>
              <a:t> </a:t>
            </a:r>
          </a:p>
        </p:txBody>
      </p:sp>
      <p:sp>
        <p:nvSpPr>
          <p:cNvPr id="4" name="Footer Placeholder 3">
            <a:extLst>
              <a:ext uri="{FF2B5EF4-FFF2-40B4-BE49-F238E27FC236}">
                <a16:creationId xmlns:a16="http://schemas.microsoft.com/office/drawing/2014/main" id="{3D9ADA83-B719-AA8D-8FAF-1FCE543F81FE}"/>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Date Placeholder 4">
            <a:extLst>
              <a:ext uri="{FF2B5EF4-FFF2-40B4-BE49-F238E27FC236}">
                <a16:creationId xmlns:a16="http://schemas.microsoft.com/office/drawing/2014/main" id="{EBAA29B5-55F6-41DA-10EA-3BB3F847494B}"/>
              </a:ext>
            </a:extLst>
          </p:cNvPr>
          <p:cNvSpPr>
            <a:spLocks noGrp="1"/>
          </p:cNvSpPr>
          <p:nvPr>
            <p:ph type="dt" sz="half" idx="13"/>
          </p:nvPr>
        </p:nvSpPr>
        <p:spPr/>
        <p:txBody>
          <a:bodyPr/>
          <a:lstStyle/>
          <a:p>
            <a:r>
              <a:rPr lang="en-US"/>
              <a:t>June 2025</a:t>
            </a:r>
            <a:endParaRPr lang="en-US" dirty="0"/>
          </a:p>
        </p:txBody>
      </p:sp>
      <p:sp>
        <p:nvSpPr>
          <p:cNvPr id="6" name="Slide Number Placeholder 5">
            <a:extLst>
              <a:ext uri="{FF2B5EF4-FFF2-40B4-BE49-F238E27FC236}">
                <a16:creationId xmlns:a16="http://schemas.microsoft.com/office/drawing/2014/main" id="{174528EF-1098-86EA-1CEA-063DA4A8AB90}"/>
              </a:ext>
            </a:extLst>
          </p:cNvPr>
          <p:cNvSpPr>
            <a:spLocks noGrp="1"/>
          </p:cNvSpPr>
          <p:nvPr>
            <p:ph type="sldNum" sz="quarter" idx="12"/>
          </p:nvPr>
        </p:nvSpPr>
        <p:spPr/>
        <p:txBody>
          <a:bodyPr/>
          <a:lstStyle/>
          <a:p>
            <a:fld id="{D8B0B3AC-44A8-D142-AAF6-9A453466E1A4}" type="slidenum">
              <a:rPr lang="en-VN" smtClean="0"/>
              <a:pPr/>
              <a:t>22</a:t>
            </a:fld>
            <a:endParaRPr lang="en-VN" dirty="0"/>
          </a:p>
        </p:txBody>
      </p:sp>
    </p:spTree>
    <p:extLst>
      <p:ext uri="{BB962C8B-B14F-4D97-AF65-F5344CB8AC3E}">
        <p14:creationId xmlns:p14="http://schemas.microsoft.com/office/powerpoint/2010/main" val="42406467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707A7-FA5A-0E6F-9D0A-47775E163AA9}"/>
              </a:ext>
            </a:extLst>
          </p:cNvPr>
          <p:cNvSpPr>
            <a:spLocks noGrp="1"/>
          </p:cNvSpPr>
          <p:nvPr>
            <p:ph type="title"/>
          </p:nvPr>
        </p:nvSpPr>
        <p:spPr/>
        <p:txBody>
          <a:bodyPr>
            <a:normAutofit fontScale="90000"/>
          </a:bodyPr>
          <a:lstStyle/>
          <a:p>
            <a:r>
              <a:rPr lang="en-US"/>
              <a:t>11. Phần mềm, công cụ hỗ trợ thực hành</a:t>
            </a:r>
          </a:p>
        </p:txBody>
      </p:sp>
      <p:sp>
        <p:nvSpPr>
          <p:cNvPr id="3" name="Content Placeholder 2">
            <a:extLst>
              <a:ext uri="{FF2B5EF4-FFF2-40B4-BE49-F238E27FC236}">
                <a16:creationId xmlns:a16="http://schemas.microsoft.com/office/drawing/2014/main" id="{CF392673-6CEF-6A8E-A1FB-E636E99E5DE2}"/>
              </a:ext>
            </a:extLst>
          </p:cNvPr>
          <p:cNvSpPr>
            <a:spLocks noGrp="1"/>
          </p:cNvSpPr>
          <p:nvPr>
            <p:ph idx="1"/>
          </p:nvPr>
        </p:nvSpPr>
        <p:spPr/>
        <p:txBody>
          <a:bodyPr/>
          <a:lstStyle/>
          <a:p>
            <a:pPr algn="l"/>
            <a:r>
              <a:rPr lang="en-US" b="0" i="0" dirty="0" err="1">
                <a:solidFill>
                  <a:srgbClr val="081C36"/>
                </a:solidFill>
                <a:effectLst/>
                <a:highlight>
                  <a:srgbClr val="FFFFFF"/>
                </a:highlight>
                <a:latin typeface="SegoeuiPc"/>
              </a:rPr>
              <a:t>Sử</a:t>
            </a:r>
            <a:r>
              <a:rPr lang="en-US" b="0" i="0" dirty="0">
                <a:solidFill>
                  <a:srgbClr val="081C36"/>
                </a:solidFill>
                <a:effectLst/>
                <a:highlight>
                  <a:srgbClr val="FFFFFF"/>
                </a:highlight>
                <a:latin typeface="SegoeuiPc"/>
              </a:rPr>
              <a:t> </a:t>
            </a:r>
            <a:r>
              <a:rPr lang="en-US" b="0" i="0" dirty="0" err="1">
                <a:solidFill>
                  <a:srgbClr val="081C36"/>
                </a:solidFill>
                <a:effectLst/>
                <a:highlight>
                  <a:srgbClr val="FFFFFF"/>
                </a:highlight>
                <a:latin typeface="SegoeuiPc"/>
              </a:rPr>
              <a:t>dụng</a:t>
            </a:r>
            <a:r>
              <a:rPr lang="en-US" b="0" i="0" dirty="0">
                <a:solidFill>
                  <a:srgbClr val="081C36"/>
                </a:solidFill>
                <a:effectLst/>
                <a:highlight>
                  <a:srgbClr val="FFFFFF"/>
                </a:highlight>
                <a:latin typeface="SegoeuiPc"/>
              </a:rPr>
              <a:t> </a:t>
            </a:r>
            <a:r>
              <a:rPr lang="en-US" b="0" i="0" dirty="0" err="1">
                <a:solidFill>
                  <a:srgbClr val="081C36"/>
                </a:solidFill>
                <a:effectLst/>
                <a:highlight>
                  <a:srgbClr val="FFFFFF"/>
                </a:highlight>
                <a:latin typeface="SegoeuiPc"/>
              </a:rPr>
              <a:t>phần</a:t>
            </a:r>
            <a:r>
              <a:rPr lang="en-US" b="0" i="0" dirty="0">
                <a:solidFill>
                  <a:srgbClr val="081C36"/>
                </a:solidFill>
                <a:effectLst/>
                <a:highlight>
                  <a:srgbClr val="FFFFFF"/>
                </a:highlight>
                <a:latin typeface="SegoeuiPc"/>
              </a:rPr>
              <a:t> </a:t>
            </a:r>
            <a:r>
              <a:rPr lang="en-US" b="0" i="0" dirty="0" err="1">
                <a:solidFill>
                  <a:srgbClr val="081C36"/>
                </a:solidFill>
                <a:effectLst/>
                <a:highlight>
                  <a:srgbClr val="FFFFFF"/>
                </a:highlight>
                <a:latin typeface="SegoeuiPc"/>
              </a:rPr>
              <a:t>mềm</a:t>
            </a:r>
            <a:r>
              <a:rPr lang="en-US" b="0" i="0" dirty="0">
                <a:solidFill>
                  <a:srgbClr val="081C36"/>
                </a:solidFill>
                <a:effectLst/>
                <a:highlight>
                  <a:srgbClr val="FFFFFF"/>
                </a:highlight>
                <a:latin typeface="SegoeuiPc"/>
              </a:rPr>
              <a:t> Code::Blocks (http://www.codeblocks.org/) </a:t>
            </a:r>
          </a:p>
          <a:p>
            <a:pPr algn="l"/>
            <a:r>
              <a:rPr lang="en-US" b="0" i="0" dirty="0" err="1">
                <a:solidFill>
                  <a:srgbClr val="081C36"/>
                </a:solidFill>
                <a:effectLst/>
                <a:highlight>
                  <a:srgbClr val="FFFFFF"/>
                </a:highlight>
                <a:latin typeface="SegoeuiPc"/>
              </a:rPr>
              <a:t>Phần</a:t>
            </a:r>
            <a:r>
              <a:rPr lang="en-US" b="0" i="0" dirty="0">
                <a:solidFill>
                  <a:srgbClr val="081C36"/>
                </a:solidFill>
                <a:effectLst/>
                <a:highlight>
                  <a:srgbClr val="FFFFFF"/>
                </a:highlight>
                <a:latin typeface="SegoeuiPc"/>
              </a:rPr>
              <a:t> </a:t>
            </a:r>
            <a:r>
              <a:rPr lang="en-US" b="0" i="0" dirty="0" err="1">
                <a:solidFill>
                  <a:srgbClr val="081C36"/>
                </a:solidFill>
                <a:effectLst/>
                <a:highlight>
                  <a:srgbClr val="FFFFFF"/>
                </a:highlight>
                <a:latin typeface="SegoeuiPc"/>
              </a:rPr>
              <a:t>mềm</a:t>
            </a:r>
            <a:r>
              <a:rPr lang="en-US" b="0" i="0" dirty="0">
                <a:solidFill>
                  <a:srgbClr val="081C36"/>
                </a:solidFill>
                <a:effectLst/>
                <a:highlight>
                  <a:srgbClr val="FFFFFF"/>
                </a:highlight>
                <a:latin typeface="SegoeuiPc"/>
              </a:rPr>
              <a:t> Microsoft Visual Studio C++</a:t>
            </a:r>
          </a:p>
          <a:p>
            <a:pPr algn="l"/>
            <a:r>
              <a:rPr lang="en-US" b="0" i="0" dirty="0" err="1">
                <a:solidFill>
                  <a:srgbClr val="081C36"/>
                </a:solidFill>
                <a:effectLst/>
                <a:highlight>
                  <a:srgbClr val="FFFFFF"/>
                </a:highlight>
                <a:latin typeface="SegoeuiPc"/>
              </a:rPr>
              <a:t>Hệ</a:t>
            </a:r>
            <a:r>
              <a:rPr lang="en-US" b="0" i="0" dirty="0">
                <a:solidFill>
                  <a:srgbClr val="081C36"/>
                </a:solidFill>
                <a:effectLst/>
                <a:highlight>
                  <a:srgbClr val="FFFFFF"/>
                </a:highlight>
                <a:latin typeface="SegoeuiPc"/>
              </a:rPr>
              <a:t> </a:t>
            </a:r>
            <a:r>
              <a:rPr lang="en-US" b="0" i="0" dirty="0" err="1">
                <a:solidFill>
                  <a:srgbClr val="081C36"/>
                </a:solidFill>
                <a:effectLst/>
                <a:highlight>
                  <a:srgbClr val="FFFFFF"/>
                </a:highlight>
                <a:latin typeface="SegoeuiPc"/>
              </a:rPr>
              <a:t>thống</a:t>
            </a:r>
            <a:r>
              <a:rPr lang="en-US" b="0" i="0" dirty="0">
                <a:solidFill>
                  <a:srgbClr val="081C36"/>
                </a:solidFill>
                <a:effectLst/>
                <a:highlight>
                  <a:srgbClr val="FFFFFF"/>
                </a:highlight>
                <a:latin typeface="SegoeuiPc"/>
              </a:rPr>
              <a:t> </a:t>
            </a:r>
            <a:r>
              <a:rPr lang="en-US" b="0" i="0" dirty="0" err="1">
                <a:solidFill>
                  <a:srgbClr val="081C36"/>
                </a:solidFill>
                <a:effectLst/>
                <a:highlight>
                  <a:srgbClr val="FFFFFF"/>
                </a:highlight>
                <a:latin typeface="SegoeuiPc"/>
              </a:rPr>
              <a:t>nộp</a:t>
            </a:r>
            <a:r>
              <a:rPr lang="en-US" b="0" i="0" dirty="0">
                <a:solidFill>
                  <a:srgbClr val="081C36"/>
                </a:solidFill>
                <a:effectLst/>
                <a:highlight>
                  <a:srgbClr val="FFFFFF"/>
                </a:highlight>
                <a:latin typeface="SegoeuiPc"/>
              </a:rPr>
              <a:t> </a:t>
            </a:r>
            <a:r>
              <a:rPr lang="en-US" b="0" i="0" dirty="0" err="1">
                <a:solidFill>
                  <a:srgbClr val="081C36"/>
                </a:solidFill>
                <a:effectLst/>
                <a:highlight>
                  <a:srgbClr val="FFFFFF"/>
                </a:highlight>
                <a:latin typeface="SegoeuiPc"/>
              </a:rPr>
              <a:t>bài</a:t>
            </a:r>
            <a:r>
              <a:rPr lang="en-US" b="0" i="0" dirty="0">
                <a:solidFill>
                  <a:srgbClr val="081C36"/>
                </a:solidFill>
                <a:effectLst/>
                <a:highlight>
                  <a:srgbClr val="FFFFFF"/>
                </a:highlight>
                <a:latin typeface="SegoeuiPc"/>
              </a:rPr>
              <a:t> </a:t>
            </a:r>
            <a:r>
              <a:rPr lang="en-US" b="0" i="0" dirty="0" err="1">
                <a:solidFill>
                  <a:srgbClr val="081C36"/>
                </a:solidFill>
                <a:effectLst/>
                <a:highlight>
                  <a:srgbClr val="FFFFFF"/>
                </a:highlight>
                <a:latin typeface="SegoeuiPc"/>
              </a:rPr>
              <a:t>tập</a:t>
            </a:r>
            <a:r>
              <a:rPr lang="en-US" b="0" i="0" dirty="0">
                <a:solidFill>
                  <a:srgbClr val="081C36"/>
                </a:solidFill>
                <a:effectLst/>
                <a:highlight>
                  <a:srgbClr val="FFFFFF"/>
                </a:highlight>
                <a:latin typeface="SegoeuiPc"/>
              </a:rPr>
              <a:t> </a:t>
            </a:r>
            <a:r>
              <a:rPr lang="en-US" b="0" i="0" dirty="0" err="1">
                <a:solidFill>
                  <a:srgbClr val="081C36"/>
                </a:solidFill>
                <a:effectLst/>
                <a:highlight>
                  <a:srgbClr val="FFFFFF"/>
                </a:highlight>
                <a:latin typeface="SegoeuiPc"/>
              </a:rPr>
              <a:t>thực</a:t>
            </a:r>
            <a:r>
              <a:rPr lang="en-US" b="0" i="0" dirty="0">
                <a:solidFill>
                  <a:srgbClr val="081C36"/>
                </a:solidFill>
                <a:effectLst/>
                <a:highlight>
                  <a:srgbClr val="FFFFFF"/>
                </a:highlight>
                <a:latin typeface="SegoeuiPc"/>
              </a:rPr>
              <a:t> </a:t>
            </a:r>
            <a:r>
              <a:rPr lang="en-US" b="0" i="0" dirty="0" err="1">
                <a:solidFill>
                  <a:srgbClr val="081C36"/>
                </a:solidFill>
                <a:effectLst/>
                <a:highlight>
                  <a:srgbClr val="FFFFFF"/>
                </a:highlight>
                <a:latin typeface="SegoeuiPc"/>
              </a:rPr>
              <a:t>hành</a:t>
            </a:r>
            <a:r>
              <a:rPr lang="en-US" b="0" i="0" dirty="0">
                <a:solidFill>
                  <a:srgbClr val="081C36"/>
                </a:solidFill>
                <a:effectLst/>
                <a:highlight>
                  <a:srgbClr val="FFFFFF"/>
                </a:highlight>
                <a:latin typeface="SegoeuiPc"/>
              </a:rPr>
              <a:t> </a:t>
            </a:r>
            <a:r>
              <a:rPr lang="en-US" b="0" i="0" dirty="0" err="1">
                <a:solidFill>
                  <a:srgbClr val="081C36"/>
                </a:solidFill>
                <a:effectLst/>
                <a:highlight>
                  <a:srgbClr val="FFFFFF"/>
                </a:highlight>
                <a:latin typeface="SegoeuiPc"/>
              </a:rPr>
              <a:t>wecode</a:t>
            </a:r>
            <a:r>
              <a:rPr lang="en-US" b="0" i="0" dirty="0">
                <a:solidFill>
                  <a:srgbClr val="081C36"/>
                </a:solidFill>
                <a:effectLst/>
                <a:highlight>
                  <a:srgbClr val="FFFFFF"/>
                </a:highlight>
                <a:latin typeface="SegoeuiPc"/>
              </a:rPr>
              <a:t> </a:t>
            </a:r>
            <a:r>
              <a:rPr lang="en-US" b="0" i="0">
                <a:solidFill>
                  <a:srgbClr val="081C36"/>
                </a:solidFill>
                <a:effectLst/>
                <a:highlight>
                  <a:srgbClr val="FFFFFF"/>
                </a:highlight>
                <a:latin typeface="SegoeuiPc"/>
              </a:rPr>
              <a:t>online judge</a:t>
            </a:r>
            <a:endParaRPr lang="en-US" b="0" i="0" dirty="0">
              <a:solidFill>
                <a:srgbClr val="081C36"/>
              </a:solidFill>
              <a:effectLst/>
              <a:highlight>
                <a:srgbClr val="FFFFFF"/>
              </a:highlight>
              <a:latin typeface="SegoeuiPc"/>
            </a:endParaRPr>
          </a:p>
        </p:txBody>
      </p:sp>
      <p:sp>
        <p:nvSpPr>
          <p:cNvPr id="4" name="Footer Placeholder 3">
            <a:extLst>
              <a:ext uri="{FF2B5EF4-FFF2-40B4-BE49-F238E27FC236}">
                <a16:creationId xmlns:a16="http://schemas.microsoft.com/office/drawing/2014/main" id="{768F528D-8E7E-47AC-01F7-0243645C215C}"/>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5" name="Date Placeholder 4">
            <a:extLst>
              <a:ext uri="{FF2B5EF4-FFF2-40B4-BE49-F238E27FC236}">
                <a16:creationId xmlns:a16="http://schemas.microsoft.com/office/drawing/2014/main" id="{2F672463-837E-BA46-4C59-18095C091FD1}"/>
              </a:ext>
            </a:extLst>
          </p:cNvPr>
          <p:cNvSpPr>
            <a:spLocks noGrp="1"/>
          </p:cNvSpPr>
          <p:nvPr>
            <p:ph type="dt" sz="half" idx="13"/>
          </p:nvPr>
        </p:nvSpPr>
        <p:spPr/>
        <p:txBody>
          <a:bodyPr/>
          <a:lstStyle/>
          <a:p>
            <a:r>
              <a:rPr lang="en-US"/>
              <a:t>June 2025</a:t>
            </a:r>
            <a:endParaRPr lang="en-US" dirty="0"/>
          </a:p>
        </p:txBody>
      </p:sp>
      <p:sp>
        <p:nvSpPr>
          <p:cNvPr id="6" name="Slide Number Placeholder 5">
            <a:extLst>
              <a:ext uri="{FF2B5EF4-FFF2-40B4-BE49-F238E27FC236}">
                <a16:creationId xmlns:a16="http://schemas.microsoft.com/office/drawing/2014/main" id="{3EB74FF9-D8DA-3687-B81D-00A0A16634D4}"/>
              </a:ext>
            </a:extLst>
          </p:cNvPr>
          <p:cNvSpPr>
            <a:spLocks noGrp="1"/>
          </p:cNvSpPr>
          <p:nvPr>
            <p:ph type="sldNum" sz="quarter" idx="12"/>
          </p:nvPr>
        </p:nvSpPr>
        <p:spPr/>
        <p:txBody>
          <a:bodyPr/>
          <a:lstStyle/>
          <a:p>
            <a:fld id="{D8B0B3AC-44A8-D142-AAF6-9A453466E1A4}" type="slidenum">
              <a:rPr lang="en-VN" smtClean="0"/>
              <a:pPr/>
              <a:t>23</a:t>
            </a:fld>
            <a:endParaRPr lang="en-VN" dirty="0"/>
          </a:p>
        </p:txBody>
      </p:sp>
    </p:spTree>
    <p:extLst>
      <p:ext uri="{BB962C8B-B14F-4D97-AF65-F5344CB8AC3E}">
        <p14:creationId xmlns:p14="http://schemas.microsoft.com/office/powerpoint/2010/main" val="14001997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fontScale="90000"/>
          </a:bodyPr>
          <a:lstStyle/>
          <a:p>
            <a:endParaRPr lang="en-US"/>
          </a:p>
        </p:txBody>
      </p:sp>
      <p:sp>
        <p:nvSpPr>
          <p:cNvPr id="3" name="Content Placeholder 2"/>
          <p:cNvSpPr>
            <a:spLocks noGrp="1"/>
          </p:cNvSpPr>
          <p:nvPr>
            <p:ph idx="1"/>
          </p:nvPr>
        </p:nvSpPr>
        <p:spPr/>
        <p:txBody>
          <a:bodyPr>
            <a:normAutofit/>
          </a:bodyPr>
          <a:lstStyle/>
          <a:p>
            <a:pPr marL="61722" indent="0" algn="ctr">
              <a:buNone/>
            </a:pPr>
            <a:r>
              <a:rPr lang="en-US" sz="4000" b="1">
                <a:solidFill>
                  <a:srgbClr val="FF0000"/>
                </a:solidFill>
                <a:latin typeface="Times New Roman" panose="02020603050405020304" pitchFamily="18" charset="0"/>
                <a:ea typeface="Tahoma" panose="020B0604030504040204" pitchFamily="34" charset="0"/>
                <a:cs typeface="Times New Roman" panose="02020603050405020304" pitchFamily="18" charset="0"/>
              </a:rPr>
              <a:t>Chúc </a:t>
            </a:r>
            <a:r>
              <a:rPr lang="en-US" sz="4000" b="1" dirty="0" err="1">
                <a:solidFill>
                  <a:srgbClr val="FF0000"/>
                </a:solidFill>
                <a:latin typeface="Times New Roman" panose="02020603050405020304" pitchFamily="18" charset="0"/>
                <a:ea typeface="Tahoma" panose="020B0604030504040204" pitchFamily="34" charset="0"/>
                <a:cs typeface="Times New Roman" panose="02020603050405020304" pitchFamily="18" charset="0"/>
              </a:rPr>
              <a:t>các</a:t>
            </a:r>
            <a:r>
              <a:rPr lang="en-US" sz="4000"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 </a:t>
            </a:r>
            <a:r>
              <a:rPr lang="en-US" sz="4000" b="1" dirty="0" err="1">
                <a:solidFill>
                  <a:srgbClr val="FF0000"/>
                </a:solidFill>
                <a:latin typeface="Times New Roman" panose="02020603050405020304" pitchFamily="18" charset="0"/>
                <a:ea typeface="Tahoma" panose="020B0604030504040204" pitchFamily="34" charset="0"/>
                <a:cs typeface="Times New Roman" panose="02020603050405020304" pitchFamily="18" charset="0"/>
              </a:rPr>
              <a:t>em</a:t>
            </a:r>
            <a:r>
              <a:rPr lang="en-US" sz="4000"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 </a:t>
            </a:r>
            <a:r>
              <a:rPr lang="en-US" sz="4000" b="1" err="1">
                <a:solidFill>
                  <a:srgbClr val="FF0000"/>
                </a:solidFill>
                <a:latin typeface="Times New Roman" panose="02020603050405020304" pitchFamily="18" charset="0"/>
                <a:ea typeface="Tahoma" panose="020B0604030504040204" pitchFamily="34" charset="0"/>
                <a:cs typeface="Times New Roman" panose="02020603050405020304" pitchFamily="18" charset="0"/>
              </a:rPr>
              <a:t>học</a:t>
            </a:r>
            <a:r>
              <a:rPr lang="en-US" sz="4000" b="1">
                <a:solidFill>
                  <a:srgbClr val="FF0000"/>
                </a:solidFill>
                <a:latin typeface="Times New Roman" panose="02020603050405020304" pitchFamily="18" charset="0"/>
                <a:ea typeface="Tahoma" panose="020B0604030504040204" pitchFamily="34" charset="0"/>
                <a:cs typeface="Times New Roman" panose="02020603050405020304" pitchFamily="18" charset="0"/>
              </a:rPr>
              <a:t> tốt !</a:t>
            </a:r>
            <a:endParaRPr lang="en-US" sz="4000"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fld id="{CA8D9AD5-F248-4919-864A-CFD76CC027D6}" type="slidenum">
              <a:rPr kumimoji="0" lang="uk-UA" sz="7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ctr" defTabSz="914400" rtl="0" eaLnBrk="0" fontAlgn="base" latinLnBrk="0" hangingPunct="0">
                <a:lnSpc>
                  <a:spcPct val="100000"/>
                </a:lnSpc>
                <a:spcBef>
                  <a:spcPct val="0"/>
                </a:spcBef>
                <a:spcAft>
                  <a:spcPct val="0"/>
                </a:spcAft>
                <a:buClrTx/>
                <a:buSzTx/>
                <a:buFontTx/>
                <a:buNone/>
                <a:tabLst/>
                <a:defRPr/>
              </a:pPr>
              <a:t>24</a:t>
            </a:fld>
            <a:endParaRPr kumimoji="0" lang="uk-UA" sz="7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pic>
        <p:nvPicPr>
          <p:cNvPr id="1026" name="Picture 2" descr="http://www.codeblocks.org/images/blank.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3682" y="-102394"/>
            <a:ext cx="7144" cy="714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70554" y="2628900"/>
            <a:ext cx="4850892" cy="3234690"/>
          </a:xfrm>
          <a:prstGeom prst="rect">
            <a:avLst/>
          </a:prstGeom>
        </p:spPr>
      </p:pic>
      <p:sp>
        <p:nvSpPr>
          <p:cNvPr id="2" name="Date Placeholder 1">
            <a:extLst>
              <a:ext uri="{FF2B5EF4-FFF2-40B4-BE49-F238E27FC236}">
                <a16:creationId xmlns:a16="http://schemas.microsoft.com/office/drawing/2014/main" id="{D9E13A6E-FE9C-8A15-07BE-3BDBE89C2D14}"/>
              </a:ext>
            </a:extLst>
          </p:cNvPr>
          <p:cNvSpPr>
            <a:spLocks noGrp="1"/>
          </p:cNvSpPr>
          <p:nvPr>
            <p:ph type="dt" sz="half" idx="13"/>
          </p:nvPr>
        </p:nvSpPr>
        <p:spPr/>
        <p:txBody>
          <a:bodyPr/>
          <a:lstStyle/>
          <a:p>
            <a:r>
              <a:rPr lang="en-US"/>
              <a:t>June 2025</a:t>
            </a:r>
            <a:endParaRPr lang="en-US" dirty="0"/>
          </a:p>
        </p:txBody>
      </p:sp>
      <p:sp>
        <p:nvSpPr>
          <p:cNvPr id="6" name="Footer Placeholder 5">
            <a:extLst>
              <a:ext uri="{FF2B5EF4-FFF2-40B4-BE49-F238E27FC236}">
                <a16:creationId xmlns:a16="http://schemas.microsoft.com/office/drawing/2014/main" id="{81CC0ECD-AD3C-7B2E-0F94-A76232D64F8A}"/>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Tree>
    <p:extLst>
      <p:ext uri="{BB962C8B-B14F-4D97-AF65-F5344CB8AC3E}">
        <p14:creationId xmlns:p14="http://schemas.microsoft.com/office/powerpoint/2010/main" val="2655634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Office Theme">
  <a:themeElements>
    <a:clrScheme name="UIT Pallete">
      <a:dk1>
        <a:srgbClr val="2A2F4F"/>
      </a:dk1>
      <a:lt1>
        <a:srgbClr val="FFFFFF"/>
      </a:lt1>
      <a:dk2>
        <a:srgbClr val="1C305E"/>
      </a:dk2>
      <a:lt2>
        <a:srgbClr val="E7E6E6"/>
      </a:lt2>
      <a:accent1>
        <a:srgbClr val="0071FF"/>
      </a:accent1>
      <a:accent2>
        <a:srgbClr val="FAAB78"/>
      </a:accent2>
      <a:accent3>
        <a:srgbClr val="EC7171"/>
      </a:accent3>
      <a:accent4>
        <a:srgbClr val="FFCD38"/>
      </a:accent4>
      <a:accent5>
        <a:srgbClr val="4700D8"/>
      </a:accent5>
      <a:accent6>
        <a:srgbClr val="41855B"/>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a:gsLst>
            <a:gs pos="0">
              <a:srgbClr val="00C6FF"/>
            </a:gs>
            <a:gs pos="100000">
              <a:srgbClr val="0072FF"/>
            </a:gs>
          </a:gsLst>
          <a:lin ang="5400000" scaled="1"/>
        </a:gradFill>
        <a:ln>
          <a:gradFill>
            <a:gsLst>
              <a:gs pos="0">
                <a:srgbClr val="00C6FF"/>
              </a:gs>
              <a:gs pos="100000">
                <a:srgbClr val="0072FF"/>
              </a:gs>
            </a:gsLst>
            <a:lin ang="5400000" scaled="1"/>
          </a:gradFill>
        </a:ln>
      </a:spPr>
      <a:bodyPr rtlCol="0" anchor="ctr"/>
      <a:lstStyle>
        <a:defPPr algn="ctr">
          <a:defRPr dirty="0" smtClean="0">
            <a:latin typeface="Arial" panose="020B0604020202020204" pitchFamily="34"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just">
          <a:lnSpc>
            <a:spcPct val="120000"/>
          </a:lnSpc>
          <a:spcBef>
            <a:spcPts val="200"/>
          </a:spcBef>
          <a:spcAft>
            <a:spcPts val="200"/>
          </a:spcAft>
          <a:defRPr dirty="0"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4018</TotalTime>
  <Words>3802</Words>
  <Application>Microsoft Office PowerPoint</Application>
  <PresentationFormat>Widescreen</PresentationFormat>
  <Paragraphs>495</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Aptos</vt:lpstr>
      <vt:lpstr>Arial</vt:lpstr>
      <vt:lpstr>Calibri</vt:lpstr>
      <vt:lpstr>SegoeuiPc</vt:lpstr>
      <vt:lpstr>Times New Roman</vt:lpstr>
      <vt:lpstr>1_Office Theme</vt:lpstr>
      <vt:lpstr>PowerPoint Presentation</vt:lpstr>
      <vt:lpstr>PowerPoint Presentation</vt:lpstr>
      <vt:lpstr>PowerPoint Presentation</vt:lpstr>
      <vt:lpstr>1. Thông tin chung về môn học</vt:lpstr>
      <vt:lpstr>2. Mô tả tóm tắt nội dung môn học</vt:lpstr>
      <vt:lpstr>3. Chuẩn đầu ra môn học</vt:lpstr>
      <vt:lpstr>4. Quy định môn học</vt:lpstr>
      <vt:lpstr>5. Nội dung môn học</vt:lpstr>
      <vt:lpstr>5. Nội dung môn học (tt)</vt:lpstr>
      <vt:lpstr>5. Nội dung môn học (tt)</vt:lpstr>
      <vt:lpstr>5. Nội dung môn học (tt)</vt:lpstr>
      <vt:lpstr>5. Nội dung môn học (tt)</vt:lpstr>
      <vt:lpstr>5. Nội dung môn học (tt)</vt:lpstr>
      <vt:lpstr>5. Nội dung môn học (tt)</vt:lpstr>
      <vt:lpstr>5. Nội dung môn học (tt)</vt:lpstr>
      <vt:lpstr>7. Nội dung Thực hành</vt:lpstr>
      <vt:lpstr>7. Nội dung Thực hành (tt)</vt:lpstr>
      <vt:lpstr>8. Phương pháp dạy và học</vt:lpstr>
      <vt:lpstr>Lớp học đảo ngược (flipped classroom)</vt:lpstr>
      <vt:lpstr>Lớp học đảo ngược</vt:lpstr>
      <vt:lpstr>9. Kiểm tra, đánh giá</vt:lpstr>
      <vt:lpstr>10. Tài liệu tham khảo</vt:lpstr>
      <vt:lpstr>11. Phần mềm, công cụ hỗ trợ thực hành</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diemn</dc:creator>
  <cp:lastModifiedBy>Mai Tiến Dũng</cp:lastModifiedBy>
  <cp:revision>211</cp:revision>
  <dcterms:created xsi:type="dcterms:W3CDTF">2023-10-24T06:45:57Z</dcterms:created>
  <dcterms:modified xsi:type="dcterms:W3CDTF">2026-09-06T02:38:29Z</dcterms:modified>
</cp:coreProperties>
</file>