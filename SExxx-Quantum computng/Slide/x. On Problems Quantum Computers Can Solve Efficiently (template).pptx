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54"/>
  </p:notesMasterIdLst>
  <p:sldIdLst>
    <p:sldId id="256" r:id="rId2"/>
    <p:sldId id="272" r:id="rId3"/>
    <p:sldId id="293" r:id="rId4"/>
    <p:sldId id="294" r:id="rId5"/>
    <p:sldId id="385" r:id="rId6"/>
    <p:sldId id="384" r:id="rId7"/>
    <p:sldId id="386" r:id="rId8"/>
    <p:sldId id="257" r:id="rId9"/>
    <p:sldId id="378" r:id="rId10"/>
    <p:sldId id="322" r:id="rId11"/>
    <p:sldId id="360" r:id="rId12"/>
    <p:sldId id="361" r:id="rId13"/>
    <p:sldId id="362" r:id="rId14"/>
    <p:sldId id="364" r:id="rId15"/>
    <p:sldId id="365" r:id="rId16"/>
    <p:sldId id="323" r:id="rId17"/>
    <p:sldId id="363" r:id="rId18"/>
    <p:sldId id="343" r:id="rId19"/>
    <p:sldId id="324" r:id="rId20"/>
    <p:sldId id="344" r:id="rId21"/>
    <p:sldId id="325" r:id="rId22"/>
    <p:sldId id="345" r:id="rId23"/>
    <p:sldId id="369" r:id="rId24"/>
    <p:sldId id="326" r:id="rId25"/>
    <p:sldId id="379" r:id="rId26"/>
    <p:sldId id="258" r:id="rId27"/>
    <p:sldId id="259" r:id="rId28"/>
    <p:sldId id="260" r:id="rId29"/>
    <p:sldId id="370" r:id="rId30"/>
    <p:sldId id="371" r:id="rId31"/>
    <p:sldId id="372" r:id="rId32"/>
    <p:sldId id="373" r:id="rId33"/>
    <p:sldId id="374" r:id="rId34"/>
    <p:sldId id="375" r:id="rId35"/>
    <p:sldId id="376" r:id="rId36"/>
    <p:sldId id="284" r:id="rId37"/>
    <p:sldId id="377" r:id="rId38"/>
    <p:sldId id="273" r:id="rId39"/>
    <p:sldId id="275" r:id="rId40"/>
    <p:sldId id="274" r:id="rId41"/>
    <p:sldId id="285" r:id="rId42"/>
    <p:sldId id="271" r:id="rId43"/>
    <p:sldId id="380" r:id="rId44"/>
    <p:sldId id="381" r:id="rId45"/>
    <p:sldId id="263" r:id="rId46"/>
    <p:sldId id="264" r:id="rId47"/>
    <p:sldId id="265" r:id="rId48"/>
    <p:sldId id="261" r:id="rId49"/>
    <p:sldId id="383" r:id="rId50"/>
    <p:sldId id="266" r:id="rId51"/>
    <p:sldId id="267" r:id="rId52"/>
    <p:sldId id="382" r:id="rId53"/>
  </p:sldIdLst>
  <p:sldSz cx="12192000" cy="6858000"/>
  <p:notesSz cx="6858000" cy="9144000"/>
  <p:defaultTextStyle>
    <a:defPPr>
      <a:defRPr lang="en-V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1473"/>
    <p:restoredTop sz="94670"/>
  </p:normalViewPr>
  <p:slideViewPr>
    <p:cSldViewPr snapToGrid="0">
      <p:cViewPr varScale="1">
        <p:scale>
          <a:sx n="109" d="100"/>
          <a:sy n="109" d="100"/>
        </p:scale>
        <p:origin x="208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presProps" Target="pres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tableStyles" Target="tableStyles.xml"/><Relationship Id="rId5" Type="http://schemas.openxmlformats.org/officeDocument/2006/relationships/slide" Target="slides/slide4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viewProps" Target="view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theme" Target="theme/theme1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V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EC823AA-519E-954A-B332-1D321F08CEC7}" type="datetimeFigureOut">
              <a:t>29/7/26</a:t>
            </a:fld>
            <a:endParaRPr lang="en-V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V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V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V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ABBC7AF-5D40-A44A-AFBC-4EFE8EC77990}" type="slidenum">
              <a:t>‹#›</a:t>
            </a:fld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295200165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VN"/>
              <a:t>Sức mạnh của CPU phụ thuộc vào kích thước transistor, kích thước transistor càng nhỏ, mật độ transistor trên CPU càng lớn =&gt; tính toán nhanh hơn.</a:t>
            </a:r>
          </a:p>
          <a:p>
            <a:r>
              <a:rPr lang="en-VN"/>
              <a:t>Kích thước transistor hiện tại (3nm) đã gần đến kích thước lượng tử. Ở kích thước nhỏ hơn, hiệu ứng đường hầm lượng tử (quantum tunnel) sẽ xảy ra thường xuyên =&gt; tính toán sai lệch</a:t>
            </a:r>
          </a:p>
          <a:p>
            <a:endParaRPr lang="en-VN"/>
          </a:p>
          <a:p>
            <a:r>
              <a:rPr lang="en-VN"/>
              <a:t>Giải pháp thay thế: máy tính lượng tử =&gt; cứ tăng 1 qubit, sức mạnh tính toán tăng gấp đôi =&gt; tăng theo cấp số nhân và có tiềm năng lớn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448C276-9C15-A14A-885D-84569F0E8E5F}" type="slidenum">
              <a:rPr lang="en-VN"/>
              <a:t>2</a:t>
            </a:fld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150289999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VN"/>
              <a:t>Thị trường tính toán lượng tử hiện tại với tất cả các bên liên quan,</a:t>
            </a:r>
          </a:p>
          <a:p>
            <a:r>
              <a:rPr lang="en-VN"/>
              <a:t>Đầu tư chính là JPMorgan và bank of american</a:t>
            </a:r>
          </a:p>
          <a:p>
            <a:r>
              <a:rPr lang="en-VN"/>
              <a:t>AWS, GG và Microsoft đầu tư về hạ tầng, cloud, …</a:t>
            </a:r>
          </a:p>
          <a:p>
            <a:r>
              <a:rPr lang="en-VN"/>
              <a:t>IBM, NVIDIA, D</a:t>
            </a:r>
            <a:r>
              <a:rPr lang="en-US"/>
              <a:t>w</a:t>
            </a:r>
            <a:r>
              <a:rPr lang="en-VN"/>
              <a:t>ave phát triển phần cứng thật</a:t>
            </a:r>
          </a:p>
          <a:p>
            <a:r>
              <a:rPr lang="en-VN"/>
              <a:t>Các nhóm nghiên cứu khác, công ty khởi nghiệp, vv, … lo hoàn thiện software, os, … phục vụ developer / researcher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448C276-9C15-A14A-885D-84569F0E8E5F}" type="slidenum">
              <a:rPr lang="en-VN"/>
              <a:t>3</a:t>
            </a:fld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317283121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hỗ dành sẵn cho Hình ảnh của Bản chiế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Chỗ dành sẵn cho Ghi chú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Q x xichma x {L, R} is a function</a:t>
            </a:r>
          </a:p>
        </p:txBody>
      </p:sp>
      <p:sp>
        <p:nvSpPr>
          <p:cNvPr id="4" name="Chỗ dành sẵn cho Số hiệu Bản chiếu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C0A8EB9-2BA2-44D5-82C9-5C7C35262192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288218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hỗ dành sẵn cho Hình ảnh của Bản chiế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Chỗ dành sẵn cho Ghi chú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Q x xichma x {L, R} is a function</a:t>
            </a:r>
          </a:p>
        </p:txBody>
      </p:sp>
      <p:sp>
        <p:nvSpPr>
          <p:cNvPr id="4" name="Chỗ dành sẵn cho Số hiệu Bản chiếu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C0A8EB9-2BA2-44D5-82C9-5C7C35262192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852688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542139-FD9E-02D3-D8AE-513EFD873EF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V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4E42E0B-EE67-2196-BE39-F5F2D58D2FF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V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4028438-98C7-65D2-A1D5-59E5927146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7A0BE4-4309-6B4B-AB5A-651AF3CAB337}" type="datetime1">
              <a:t>29/7/26</a:t>
            </a:fld>
            <a:endParaRPr lang="en-V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F4EE57E-C737-22AE-460F-56F882D373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V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FC64B16-0CAF-FB09-A8F9-3D03846A98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320652-EDBF-5741-A5EB-DBD4F612B0BB}" type="slidenum">
              <a:t>‹#›</a:t>
            </a:fld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296573369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9B8A93-8455-F7CB-B215-A59706BA10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V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F6C7043-FCDD-5B34-FF5C-33CFEF7B256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V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BD513CD-8CC4-C8BD-E009-87B3CB4DB7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AE8CB1-29D3-554D-9CCB-EF08ED4E6DE2}" type="datetime1">
              <a:t>29/7/26</a:t>
            </a:fld>
            <a:endParaRPr lang="en-V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DC7E95D-51C6-2784-880F-D0775FEFB9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V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0EE7F66-8EE4-1446-8002-A3C43685B9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320652-EDBF-5741-A5EB-DBD4F612B0BB}" type="slidenum">
              <a:t>‹#›</a:t>
            </a:fld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126140499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F73BFE-06E7-D8B8-55BB-EC41347712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V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AFB180-C1DC-41E9-E8A3-C8388A5F316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1B131C2-2B1C-035A-B10E-0810D92B98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F1E78B-09B4-7047-A94A-2FCDC21354B5}" type="datetime1">
              <a:t>29/7/26</a:t>
            </a:fld>
            <a:endParaRPr lang="en-V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24C0399-E7D8-620E-456A-AE4B41A4D6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V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49D3772-8F40-441E-FE44-D0B3B47225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320652-EDBF-5741-A5EB-DBD4F612B0BB}" type="slidenum">
              <a:t>‹#›</a:t>
            </a:fld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185898106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5B18F1-04C7-1B2F-D376-CF76ED0580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V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12D1539-70F3-8397-E22E-DB2644EFB3C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V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7D3BA0A-5033-E95C-6555-9A9A5017C19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V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A27F59E-3D0E-EDA8-6D57-99B14B8960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E694FF-1081-FD46-B38C-71B58007D06B}" type="datetime1">
              <a:t>29/7/26</a:t>
            </a:fld>
            <a:endParaRPr lang="en-V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4F9981D-D8AB-1B78-ECE9-679FA8A7CD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V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56E2CD4-4026-E1F9-A60B-9DF081A8C4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320652-EDBF-5741-A5EB-DBD4F612B0BB}" type="slidenum">
              <a:t>‹#›</a:t>
            </a:fld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99513164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52F215-8163-8AB9-25AF-4F27052705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V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3000802-5D3A-C3AB-5A91-71767D45855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F9E38B0-F17F-20A7-59AE-65907C93BD8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V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2EDF78D-536F-173B-F2F1-C64120567EE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F68156F-731E-5FD1-54BD-842E2F900B4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V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E2C64C0-4FFF-F229-B37D-FF6C37DC60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EAD967-E1BD-A043-AF41-31CE8D5925B8}" type="datetime1">
              <a:t>29/7/26</a:t>
            </a:fld>
            <a:endParaRPr lang="en-V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087EFD4-E989-375C-A844-7E49C57087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V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1E18110-486F-39C5-DAEC-3D1B47B77F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320652-EDBF-5741-A5EB-DBD4F612B0BB}" type="slidenum">
              <a:t>‹#›</a:t>
            </a:fld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238627268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161754-21B8-99BD-9E41-8FC8743D58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V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4EB5B99-73AF-AC62-8E80-111B15DFA3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E8CA4B-EA68-F949-AA20-A296BC1EAE8A}" type="datetime1">
              <a:t>29/7/26</a:t>
            </a:fld>
            <a:endParaRPr lang="en-V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1681CA1-2C76-1628-6748-5C808B9F42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V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3E124BD-AF8A-216E-0064-66C42B0805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320652-EDBF-5741-A5EB-DBD4F612B0BB}" type="slidenum">
              <a:t>‹#›</a:t>
            </a:fld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209841748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91DF8DA-ECEF-64D6-1AEC-3418794466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B3C233-DBA3-244F-BB61-8910BD72C6EA}" type="datetime1">
              <a:t>29/7/26</a:t>
            </a:fld>
            <a:endParaRPr lang="en-V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DBFB8E2-AD57-19D4-DD01-F89E69A050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V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B69BE02-C008-AB12-016A-BA779D3D88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320652-EDBF-5741-A5EB-DBD4F612B0BB}" type="slidenum">
              <a:t>‹#›</a:t>
            </a:fld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312180237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FBFE6A-DE56-E5C1-8E0E-36801490B3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V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449B83-489A-5522-232D-3B05BD36FD1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V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98C8915-C6B1-70DC-3186-4F737D09B0F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A41D8D1-3250-2CCA-591F-8431B4D071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7D6832-197D-A04B-AC70-7BD6CE44AE62}" type="datetime1">
              <a:t>29/7/26</a:t>
            </a:fld>
            <a:endParaRPr lang="en-V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19BDC50-B879-2E3B-E992-8BBBA6DF03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V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09DB478-0690-795F-678D-EEC11D4A74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320652-EDBF-5741-A5EB-DBD4F612B0BB}" type="slidenum">
              <a:t>‹#›</a:t>
            </a:fld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149090894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444F57-F83F-B524-E656-2A40A9BBAA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V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B777638-42E8-FC3F-A3C4-FBC6D9FAEC0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V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277A235-9DCD-0CA3-63FF-36AE51D3C10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4093676-992A-7996-FF7B-B911ADF8F2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4809A1-BDCA-7F4D-8F48-15EF0EFF5458}" type="datetime1">
              <a:t>29/7/26</a:t>
            </a:fld>
            <a:endParaRPr lang="en-V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1CE276C-AE6F-D21B-E9FE-E909E344A4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V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D4FB6ED-ADC2-E05E-F043-FBC4DE34A4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320652-EDBF-5741-A5EB-DBD4F612B0BB}" type="slidenum">
              <a:t>‹#›</a:t>
            </a:fld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289044422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995C64-B89D-0621-77EE-6E5AE22E3D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V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185D04E-77E1-F35A-F3ED-0C943E92705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V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841C768-60C1-4E86-0941-FAEF9FD00D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4C50B9-45CD-3949-8B18-EEB0F843CC59}" type="datetime1">
              <a:t>29/7/26</a:t>
            </a:fld>
            <a:endParaRPr lang="en-V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CBA4C19-8DEE-9BF1-EBED-B0324A92DC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V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31BF282-DB2C-2F33-11FC-AACFD14EE0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320652-EDBF-5741-A5EB-DBD4F612B0BB}" type="slidenum">
              <a:t>‹#›</a:t>
            </a:fld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191782873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9D44955-7FCD-32B6-345F-DDF5008B493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V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7296824-9BE8-8FA1-D651-902C065D9E3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V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0A0BF68-9D4C-0F7B-3DB5-C55E134C3E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897AFB-FD7B-3B4B-B256-3F925B94CDF2}" type="datetime1">
              <a:t>29/7/26</a:t>
            </a:fld>
            <a:endParaRPr lang="en-V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E358131-564B-A394-1601-29E1314364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V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36E68C3-B8D2-05D8-82C8-3E72A84556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320652-EDBF-5741-A5EB-DBD4F612B0BB}" type="slidenum">
              <a:t>‹#›</a:t>
            </a:fld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224527027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E97A152-E423-022B-9C2B-A85EF3741E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V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7B3A1D2-AD6A-BF10-EF2E-0A54BE9E7B6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V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34317B-9E35-BC64-F184-29B33FA59E9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FBE3D78-58FB-B34D-90F8-AAFCEE706DF6}" type="datetime1">
              <a:t>29/7/26</a:t>
            </a:fld>
            <a:endParaRPr lang="en-V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87248AC-595F-7616-D1EF-118D66104D1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V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F1B9F7E-B8F3-07D2-F94F-234F16CEC76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5320652-EDBF-5741-A5EB-DBD4F612B0BB}" type="slidenum">
              <a:t>‹#›</a:t>
            </a:fld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32503694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V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.jpeg"/><Relationship Id="rId4" Type="http://schemas.openxmlformats.org/officeDocument/2006/relationships/image" Target="../media/image2.jpe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3" Type="http://schemas.openxmlformats.org/officeDocument/2006/relationships/image" Target="../media/image9.png"/><Relationship Id="rId7" Type="http://schemas.openxmlformats.org/officeDocument/2006/relationships/image" Target="../media/image13.png"/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.png"/><Relationship Id="rId11" Type="http://schemas.openxmlformats.org/officeDocument/2006/relationships/image" Target="../media/image17.png"/><Relationship Id="rId5" Type="http://schemas.openxmlformats.org/officeDocument/2006/relationships/image" Target="../media/image11.png"/><Relationship Id="rId10" Type="http://schemas.openxmlformats.org/officeDocument/2006/relationships/image" Target="../media/image16.jpeg"/><Relationship Id="rId4" Type="http://schemas.openxmlformats.org/officeDocument/2006/relationships/image" Target="../media/image10.jpeg"/><Relationship Id="rId9" Type="http://schemas.openxmlformats.org/officeDocument/2006/relationships/image" Target="../media/image15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10.png"/><Relationship Id="rId7" Type="http://schemas.openxmlformats.org/officeDocument/2006/relationships/image" Target="../media/image20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90.png"/><Relationship Id="rId5" Type="http://schemas.openxmlformats.org/officeDocument/2006/relationships/image" Target="../media/image197.png"/><Relationship Id="rId4" Type="http://schemas.openxmlformats.org/officeDocument/2006/relationships/image" Target="../media/image185.png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0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0.png"/><Relationship Id="rId2" Type="http://schemas.openxmlformats.org/officeDocument/2006/relationships/image" Target="../media/image24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80.png"/><Relationship Id="rId5" Type="http://schemas.openxmlformats.org/officeDocument/2006/relationships/image" Target="../media/image270.png"/><Relationship Id="rId4" Type="http://schemas.openxmlformats.org/officeDocument/2006/relationships/image" Target="../media/image260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40.png"/><Relationship Id="rId13" Type="http://schemas.openxmlformats.org/officeDocument/2006/relationships/image" Target="../media/image45.png"/><Relationship Id="rId3" Type="http://schemas.openxmlformats.org/officeDocument/2006/relationships/image" Target="../media/image34.png"/><Relationship Id="rId7" Type="http://schemas.openxmlformats.org/officeDocument/2006/relationships/image" Target="../media/image39.png"/><Relationship Id="rId12" Type="http://schemas.openxmlformats.org/officeDocument/2006/relationships/image" Target="../media/image44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8.png"/><Relationship Id="rId11" Type="http://schemas.openxmlformats.org/officeDocument/2006/relationships/image" Target="../media/image43.png"/><Relationship Id="rId5" Type="http://schemas.openxmlformats.org/officeDocument/2006/relationships/image" Target="../media/image36.png"/><Relationship Id="rId10" Type="http://schemas.openxmlformats.org/officeDocument/2006/relationships/image" Target="../media/image42.png"/><Relationship Id="rId4" Type="http://schemas.openxmlformats.org/officeDocument/2006/relationships/image" Target="../media/image35.png"/><Relationship Id="rId9" Type="http://schemas.openxmlformats.org/officeDocument/2006/relationships/image" Target="../media/image41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1.png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48.png"/><Relationship Id="rId3" Type="http://schemas.openxmlformats.org/officeDocument/2006/relationships/image" Target="../media/image390.png"/><Relationship Id="rId7" Type="http://schemas.openxmlformats.org/officeDocument/2006/relationships/image" Target="../media/image472.png"/><Relationship Id="rId12" Type="http://schemas.openxmlformats.org/officeDocument/2006/relationships/image" Target="../media/image23.png"/><Relationship Id="rId2" Type="http://schemas.openxmlformats.org/officeDocument/2006/relationships/image" Target="../media/image38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51.png"/><Relationship Id="rId11" Type="http://schemas.openxmlformats.org/officeDocument/2006/relationships/image" Target="../media/image22.png"/><Relationship Id="rId5" Type="http://schemas.openxmlformats.org/officeDocument/2006/relationships/image" Target="../media/image441.png"/><Relationship Id="rId10" Type="http://schemas.openxmlformats.org/officeDocument/2006/relationships/image" Target="../media/image50.png"/><Relationship Id="rId4" Type="http://schemas.openxmlformats.org/officeDocument/2006/relationships/image" Target="../media/image400.png"/><Relationship Id="rId9" Type="http://schemas.openxmlformats.org/officeDocument/2006/relationships/image" Target="../media/image49.pn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1.png"/><Relationship Id="rId2" Type="http://schemas.openxmlformats.org/officeDocument/2006/relationships/image" Target="../media/image33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4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9.png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11.png"/><Relationship Id="rId2" Type="http://schemas.openxmlformats.org/officeDocument/2006/relationships/image" Target="../media/image30.gif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0.png"/><Relationship Id="rId2" Type="http://schemas.openxmlformats.org/officeDocument/2006/relationships/image" Target="../media/image141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10.png"/><Relationship Id="rId5" Type="http://schemas.openxmlformats.org/officeDocument/2006/relationships/image" Target="../media/image410.png"/><Relationship Id="rId4" Type="http://schemas.openxmlformats.org/officeDocument/2006/relationships/image" Target="../media/image3100.png"/></Relationships>
</file>

<file path=ppt/slides/_rels/slide2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00.png"/><Relationship Id="rId3" Type="http://schemas.openxmlformats.org/officeDocument/2006/relationships/image" Target="../media/image710.png"/><Relationship Id="rId7" Type="http://schemas.openxmlformats.org/officeDocument/2006/relationships/image" Target="../media/image111.png"/><Relationship Id="rId2" Type="http://schemas.openxmlformats.org/officeDocument/2006/relationships/image" Target="../media/image61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10.png"/><Relationship Id="rId11" Type="http://schemas.openxmlformats.org/officeDocument/2006/relationships/image" Target="../media/image1500.png"/><Relationship Id="rId5" Type="http://schemas.openxmlformats.org/officeDocument/2006/relationships/image" Target="../media/image910.png"/><Relationship Id="rId10" Type="http://schemas.openxmlformats.org/officeDocument/2006/relationships/image" Target="../media/image140.png"/><Relationship Id="rId4" Type="http://schemas.openxmlformats.org/officeDocument/2006/relationships/image" Target="../media/image810.png"/><Relationship Id="rId9" Type="http://schemas.openxmlformats.org/officeDocument/2006/relationships/image" Target="../media/image1300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01.png"/><Relationship Id="rId2" Type="http://schemas.openxmlformats.org/officeDocument/2006/relationships/image" Target="../media/image151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901.png"/><Relationship Id="rId5" Type="http://schemas.openxmlformats.org/officeDocument/2006/relationships/image" Target="../media/image1801.png"/><Relationship Id="rId4" Type="http://schemas.openxmlformats.org/officeDocument/2006/relationships/image" Target="../media/image17100.png"/></Relationships>
</file>

<file path=ppt/slides/_rels/slide3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00.png"/><Relationship Id="rId3" Type="http://schemas.openxmlformats.org/officeDocument/2006/relationships/image" Target="../media/image211.png"/><Relationship Id="rId7" Type="http://schemas.openxmlformats.org/officeDocument/2006/relationships/image" Target="../media/image252.png"/><Relationship Id="rId2" Type="http://schemas.openxmlformats.org/officeDocument/2006/relationships/image" Target="../media/image200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410.png"/><Relationship Id="rId11" Type="http://schemas.openxmlformats.org/officeDocument/2006/relationships/image" Target="../media/image2800.png"/><Relationship Id="rId5" Type="http://schemas.openxmlformats.org/officeDocument/2006/relationships/image" Target="../media/image2310.png"/><Relationship Id="rId10" Type="http://schemas.openxmlformats.org/officeDocument/2006/relationships/image" Target="../media/image271.png"/><Relationship Id="rId4" Type="http://schemas.openxmlformats.org/officeDocument/2006/relationships/image" Target="../media/image220.png"/><Relationship Id="rId9" Type="http://schemas.openxmlformats.org/officeDocument/2006/relationships/image" Target="../media/image1801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0.png"/><Relationship Id="rId2" Type="http://schemas.openxmlformats.org/officeDocument/2006/relationships/image" Target="../media/image161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20.png"/><Relationship Id="rId5" Type="http://schemas.openxmlformats.org/officeDocument/2006/relationships/image" Target="../media/image311.png"/><Relationship Id="rId4" Type="http://schemas.openxmlformats.org/officeDocument/2006/relationships/image" Target="../media/image301.png"/></Relationships>
</file>

<file path=ppt/slides/_rels/slide32.xml.rels><?xml version="1.0" encoding="UTF-8" standalone="yes"?>
<Relationships xmlns="http://schemas.openxmlformats.org/package/2006/relationships"><Relationship Id="rId8" Type="http://schemas.openxmlformats.org/officeDocument/2006/relationships/image" Target="../media/image3900.png"/><Relationship Id="rId3" Type="http://schemas.openxmlformats.org/officeDocument/2006/relationships/image" Target="../media/image340.png"/><Relationship Id="rId7" Type="http://schemas.openxmlformats.org/officeDocument/2006/relationships/image" Target="../media/image3800.png"/><Relationship Id="rId2" Type="http://schemas.openxmlformats.org/officeDocument/2006/relationships/image" Target="../media/image330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70.png"/><Relationship Id="rId11" Type="http://schemas.openxmlformats.org/officeDocument/2006/relationships/image" Target="../media/image412.png"/><Relationship Id="rId5" Type="http://schemas.openxmlformats.org/officeDocument/2006/relationships/image" Target="../media/image360.png"/><Relationship Id="rId10" Type="http://schemas.openxmlformats.org/officeDocument/2006/relationships/image" Target="../media/image401.png"/><Relationship Id="rId4" Type="http://schemas.openxmlformats.org/officeDocument/2006/relationships/image" Target="../media/image350.png"/><Relationship Id="rId9" Type="http://schemas.openxmlformats.org/officeDocument/2006/relationships/image" Target="../media/image311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0.png"/><Relationship Id="rId2" Type="http://schemas.openxmlformats.org/officeDocument/2006/relationships/image" Target="../media/image181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50.png"/><Relationship Id="rId5" Type="http://schemas.openxmlformats.org/officeDocument/2006/relationships/image" Target="../media/image440.png"/><Relationship Id="rId4" Type="http://schemas.openxmlformats.org/officeDocument/2006/relationships/image" Target="../media/image430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0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8" Type="http://schemas.openxmlformats.org/officeDocument/2006/relationships/image" Target="../media/image540.png"/><Relationship Id="rId13" Type="http://schemas.openxmlformats.org/officeDocument/2006/relationships/image" Target="../media/image590.png"/><Relationship Id="rId3" Type="http://schemas.openxmlformats.org/officeDocument/2006/relationships/image" Target="../media/image490.png"/><Relationship Id="rId7" Type="http://schemas.openxmlformats.org/officeDocument/2006/relationships/image" Target="../media/image530.png"/><Relationship Id="rId12" Type="http://schemas.openxmlformats.org/officeDocument/2006/relationships/image" Target="../media/image580.png"/><Relationship Id="rId2" Type="http://schemas.openxmlformats.org/officeDocument/2006/relationships/image" Target="../media/image49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20.png"/><Relationship Id="rId11" Type="http://schemas.openxmlformats.org/officeDocument/2006/relationships/image" Target="../media/image570.png"/><Relationship Id="rId5" Type="http://schemas.openxmlformats.org/officeDocument/2006/relationships/image" Target="../media/image512.png"/><Relationship Id="rId10" Type="http://schemas.openxmlformats.org/officeDocument/2006/relationships/image" Target="../media/image560.png"/><Relationship Id="rId4" Type="http://schemas.openxmlformats.org/officeDocument/2006/relationships/image" Target="../media/image500.png"/><Relationship Id="rId9" Type="http://schemas.openxmlformats.org/officeDocument/2006/relationships/image" Target="../media/image550.png"/><Relationship Id="rId14" Type="http://schemas.openxmlformats.org/officeDocument/2006/relationships/image" Target="../media/image600.png"/></Relationships>
</file>

<file path=ppt/slides/_rels/slide36.xml.rels><?xml version="1.0" encoding="UTF-8" standalone="yes"?>
<Relationships xmlns="http://schemas.openxmlformats.org/package/2006/relationships"><Relationship Id="rId8" Type="http://schemas.openxmlformats.org/officeDocument/2006/relationships/image" Target="../media/image680.png"/><Relationship Id="rId13" Type="http://schemas.openxmlformats.org/officeDocument/2006/relationships/image" Target="../media/image730.png"/><Relationship Id="rId3" Type="http://schemas.openxmlformats.org/officeDocument/2006/relationships/image" Target="../media/image630.png"/><Relationship Id="rId7" Type="http://schemas.openxmlformats.org/officeDocument/2006/relationships/image" Target="../media/image670.png"/><Relationship Id="rId12" Type="http://schemas.openxmlformats.org/officeDocument/2006/relationships/image" Target="../media/image720.png"/><Relationship Id="rId2" Type="http://schemas.openxmlformats.org/officeDocument/2006/relationships/image" Target="../media/image9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60.png"/><Relationship Id="rId11" Type="http://schemas.openxmlformats.org/officeDocument/2006/relationships/image" Target="../media/image713.png"/><Relationship Id="rId5" Type="http://schemas.openxmlformats.org/officeDocument/2006/relationships/image" Target="../media/image650.png"/><Relationship Id="rId15" Type="http://schemas.openxmlformats.org/officeDocument/2006/relationships/image" Target="../media/image141.png"/><Relationship Id="rId10" Type="http://schemas.openxmlformats.org/officeDocument/2006/relationships/image" Target="../media/image700.png"/><Relationship Id="rId4" Type="http://schemas.openxmlformats.org/officeDocument/2006/relationships/image" Target="../media/image640.png"/><Relationship Id="rId9" Type="http://schemas.openxmlformats.org/officeDocument/2006/relationships/image" Target="../media/image690.png"/><Relationship Id="rId14" Type="http://schemas.openxmlformats.org/officeDocument/2006/relationships/image" Target="../media/image740.png"/></Relationships>
</file>

<file path=ppt/slides/_rels/slide37.xml.rels><?xml version="1.0" encoding="UTF-8" standalone="yes"?>
<Relationships xmlns="http://schemas.openxmlformats.org/package/2006/relationships"><Relationship Id="rId8" Type="http://schemas.openxmlformats.org/officeDocument/2006/relationships/image" Target="../media/image680.png"/><Relationship Id="rId13" Type="http://schemas.openxmlformats.org/officeDocument/2006/relationships/image" Target="../media/image811.png"/><Relationship Id="rId3" Type="http://schemas.openxmlformats.org/officeDocument/2006/relationships/image" Target="../media/image630.png"/><Relationship Id="rId7" Type="http://schemas.openxmlformats.org/officeDocument/2006/relationships/image" Target="../media/image670.png"/><Relationship Id="rId12" Type="http://schemas.openxmlformats.org/officeDocument/2006/relationships/image" Target="../media/image720.png"/><Relationship Id="rId2" Type="http://schemas.openxmlformats.org/officeDocument/2006/relationships/image" Target="../media/image9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60.png"/><Relationship Id="rId11" Type="http://schemas.openxmlformats.org/officeDocument/2006/relationships/image" Target="../media/image800.png"/><Relationship Id="rId5" Type="http://schemas.openxmlformats.org/officeDocument/2006/relationships/image" Target="../media/image77.png"/><Relationship Id="rId10" Type="http://schemas.openxmlformats.org/officeDocument/2006/relationships/image" Target="../media/image790.png"/><Relationship Id="rId4" Type="http://schemas.openxmlformats.org/officeDocument/2006/relationships/image" Target="../media/image640.png"/><Relationship Id="rId9" Type="http://schemas.openxmlformats.org/officeDocument/2006/relationships/image" Target="../media/image780.png"/><Relationship Id="rId14" Type="http://schemas.openxmlformats.org/officeDocument/2006/relationships/image" Target="../media/image820.png"/></Relationships>
</file>

<file path=ppt/slides/_rels/slide38.xml.rels><?xml version="1.0" encoding="UTF-8" standalone="yes"?>
<Relationships xmlns="http://schemas.openxmlformats.org/package/2006/relationships"><Relationship Id="rId8" Type="http://schemas.openxmlformats.org/officeDocument/2006/relationships/image" Target="../media/image680.png"/><Relationship Id="rId13" Type="http://schemas.openxmlformats.org/officeDocument/2006/relationships/image" Target="../media/image730.png"/><Relationship Id="rId3" Type="http://schemas.openxmlformats.org/officeDocument/2006/relationships/image" Target="../media/image630.png"/><Relationship Id="rId7" Type="http://schemas.openxmlformats.org/officeDocument/2006/relationships/image" Target="../media/image670.png"/><Relationship Id="rId12" Type="http://schemas.openxmlformats.org/officeDocument/2006/relationships/image" Target="../media/image720.png"/><Relationship Id="rId2" Type="http://schemas.openxmlformats.org/officeDocument/2006/relationships/image" Target="../media/image16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60.png"/><Relationship Id="rId11" Type="http://schemas.openxmlformats.org/officeDocument/2006/relationships/image" Target="../media/image800.png"/><Relationship Id="rId5" Type="http://schemas.openxmlformats.org/officeDocument/2006/relationships/image" Target="../media/image77.png"/><Relationship Id="rId10" Type="http://schemas.openxmlformats.org/officeDocument/2006/relationships/image" Target="../media/image700.png"/><Relationship Id="rId4" Type="http://schemas.openxmlformats.org/officeDocument/2006/relationships/image" Target="../media/image640.png"/><Relationship Id="rId9" Type="http://schemas.openxmlformats.org/officeDocument/2006/relationships/image" Target="../media/image780.png"/><Relationship Id="rId14" Type="http://schemas.openxmlformats.org/officeDocument/2006/relationships/image" Target="../media/image740.pn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10.png"/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8" Type="http://schemas.openxmlformats.org/officeDocument/2006/relationships/image" Target="../media/image950.png"/><Relationship Id="rId13" Type="http://schemas.openxmlformats.org/officeDocument/2006/relationships/image" Target="../media/image750.png"/><Relationship Id="rId3" Type="http://schemas.openxmlformats.org/officeDocument/2006/relationships/image" Target="../media/image900.png"/><Relationship Id="rId7" Type="http://schemas.openxmlformats.org/officeDocument/2006/relationships/image" Target="../media/image940.png"/><Relationship Id="rId12" Type="http://schemas.openxmlformats.org/officeDocument/2006/relationships/image" Target="../media/image620.png"/><Relationship Id="rId2" Type="http://schemas.openxmlformats.org/officeDocument/2006/relationships/image" Target="../media/image221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30.png"/><Relationship Id="rId11" Type="http://schemas.openxmlformats.org/officeDocument/2006/relationships/image" Target="../media/image612.png"/><Relationship Id="rId5" Type="http://schemas.openxmlformats.org/officeDocument/2006/relationships/image" Target="../media/image1910.png"/><Relationship Id="rId10" Type="http://schemas.openxmlformats.org/officeDocument/2006/relationships/image" Target="../media/image480.png"/><Relationship Id="rId4" Type="http://schemas.openxmlformats.org/officeDocument/2006/relationships/image" Target="../media/image911.png"/><Relationship Id="rId9" Type="http://schemas.openxmlformats.org/officeDocument/2006/relationships/image" Target="../media/image460.png"/><Relationship Id="rId14" Type="http://schemas.openxmlformats.org/officeDocument/2006/relationships/image" Target="../media/image760.png"/></Relationships>
</file>

<file path=ppt/slides/_rels/slide41.xml.rels><?xml version="1.0" encoding="UTF-8" standalone="yes"?>
<Relationships xmlns="http://schemas.openxmlformats.org/package/2006/relationships"><Relationship Id="rId8" Type="http://schemas.openxmlformats.org/officeDocument/2006/relationships/image" Target="../media/image950.png"/><Relationship Id="rId13" Type="http://schemas.openxmlformats.org/officeDocument/2006/relationships/image" Target="../media/image1000.png"/><Relationship Id="rId18" Type="http://schemas.openxmlformats.org/officeDocument/2006/relationships/image" Target="../media/image105.png"/><Relationship Id="rId3" Type="http://schemas.openxmlformats.org/officeDocument/2006/relationships/image" Target="../media/image900.png"/><Relationship Id="rId7" Type="http://schemas.openxmlformats.org/officeDocument/2006/relationships/image" Target="../media/image940.png"/><Relationship Id="rId12" Type="http://schemas.openxmlformats.org/officeDocument/2006/relationships/image" Target="../media/image99.png"/><Relationship Id="rId17" Type="http://schemas.openxmlformats.org/officeDocument/2006/relationships/image" Target="../media/image104.png"/><Relationship Id="rId2" Type="http://schemas.openxmlformats.org/officeDocument/2006/relationships/image" Target="../media/image2210.png"/><Relationship Id="rId16" Type="http://schemas.openxmlformats.org/officeDocument/2006/relationships/image" Target="../media/image10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30.png"/><Relationship Id="rId11" Type="http://schemas.openxmlformats.org/officeDocument/2006/relationships/image" Target="../media/image98.png"/><Relationship Id="rId5" Type="http://schemas.openxmlformats.org/officeDocument/2006/relationships/image" Target="../media/image92.png"/><Relationship Id="rId15" Type="http://schemas.openxmlformats.org/officeDocument/2006/relationships/image" Target="../media/image102.png"/><Relationship Id="rId10" Type="http://schemas.openxmlformats.org/officeDocument/2006/relationships/image" Target="../media/image97.png"/><Relationship Id="rId4" Type="http://schemas.openxmlformats.org/officeDocument/2006/relationships/image" Target="../media/image911.png"/><Relationship Id="rId9" Type="http://schemas.openxmlformats.org/officeDocument/2006/relationships/image" Target="../media/image960.png"/><Relationship Id="rId14" Type="http://schemas.openxmlformats.org/officeDocument/2006/relationships/image" Target="../media/image101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image" Target="../media/image107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3.png"/><Relationship Id="rId4" Type="http://schemas.openxmlformats.org/officeDocument/2006/relationships/image" Target="../media/image52.png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51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png"/><Relationship Id="rId2" Type="http://schemas.openxmlformats.org/officeDocument/2006/relationships/image" Target="../media/image561.png"/><Relationship Id="rId1" Type="http://schemas.openxmlformats.org/officeDocument/2006/relationships/slideLayout" Target="../slideLayouts/slideLayout4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png"/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3.jpeg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5.png"/><Relationship Id="rId2" Type="http://schemas.openxmlformats.org/officeDocument/2006/relationships/image" Target="../media/image6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6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2027C4-C775-E04E-A0F1-013AD742C04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t>On Problems Quantum Computers Can Solve Efficiently</a:t>
            </a:r>
            <a:endParaRPr lang="en-V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C3B77A5-0D30-7A7E-7233-388F3F5A947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vi-VN"/>
              <a:t>(Submitted at FEE2026)</a:t>
            </a:r>
          </a:p>
          <a:p>
            <a:r>
              <a:rPr lang="vi-VN"/>
              <a:t>29/07/2026</a:t>
            </a:r>
          </a:p>
          <a:p>
            <a:r>
              <a:t>Vu Tuan Hai</a:t>
            </a:r>
            <a:r>
              <a:rPr lang="vi-VN"/>
              <a:t>, UIT-VNUHCM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16F6113-9A8E-3281-347D-81AEA1DDC3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320652-EDBF-5741-A5EB-DBD4F612B0BB}" type="slidenum">
              <a:rPr lang="en-VN"/>
              <a:t>1</a:t>
            </a:fld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53933529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25C1CF9-F55B-1B2B-19DF-806D186F42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9BB9E5-D81C-FE46-A488-49ADE3951462}" type="slidenum">
              <a:t>2</a:t>
            </a:fld>
            <a:endParaRPr lang="en-VN"/>
          </a:p>
        </p:txBody>
      </p:sp>
      <p:pic>
        <p:nvPicPr>
          <p:cNvPr id="8194" name="Picture 2" descr="The Death of Moore's Law is the end of the beginning">
            <a:extLst>
              <a:ext uri="{FF2B5EF4-FFF2-40B4-BE49-F238E27FC236}">
                <a16:creationId xmlns:a16="http://schemas.microsoft.com/office/drawing/2014/main" id="{C2A1D649-6D73-AD97-D4B8-965BD0998F66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923" t="8853" r="2109" b="5974"/>
          <a:stretch/>
        </p:blipFill>
        <p:spPr bwMode="auto">
          <a:xfrm>
            <a:off x="321808" y="1020609"/>
            <a:ext cx="8102576" cy="513470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196" name="Picture 4" descr="Quantum computer makers like their odds for big progress - CNET">
            <a:extLst>
              <a:ext uri="{FF2B5EF4-FFF2-40B4-BE49-F238E27FC236}">
                <a16:creationId xmlns:a16="http://schemas.microsoft.com/office/drawing/2014/main" id="{5674E102-8C07-C218-3076-E1672FFAC89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24860" y="1470687"/>
            <a:ext cx="3764045" cy="21172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DB8AE7E0-C6C0-E6D5-9710-13268715AF61}"/>
              </a:ext>
            </a:extLst>
          </p:cNvPr>
          <p:cNvSpPr txBox="1"/>
          <p:nvPr/>
        </p:nvSpPr>
        <p:spPr>
          <a:xfrm>
            <a:off x="9202377" y="986039"/>
            <a:ext cx="21514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VN"/>
              <a:t>Quantum computer?</a:t>
            </a:r>
          </a:p>
        </p:txBody>
      </p:sp>
      <p:pic>
        <p:nvPicPr>
          <p:cNvPr id="8198" name="Picture 6" descr="Microsoft has demonstrated the underlying physics required to create a new  kind of qubit - Microsoft Research">
            <a:extLst>
              <a:ext uri="{FF2B5EF4-FFF2-40B4-BE49-F238E27FC236}">
                <a16:creationId xmlns:a16="http://schemas.microsoft.com/office/drawing/2014/main" id="{D93928A2-EC4D-C2CB-93A9-F0C80760CAD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24860" y="3679041"/>
            <a:ext cx="3761592" cy="21172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49546127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ED2FD4-94CE-D128-4196-2F8C800A45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V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14724B-E029-2C9F-282B-7BE239A928B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V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18EDEDF-EEEC-1839-669F-ED1644DBCC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9BB9E5-D81C-FE46-A488-49ADE3951462}" type="slidenum">
              <a:rPr lang="en-VN"/>
              <a:t>3</a:t>
            </a:fld>
            <a:endParaRPr lang="en-VN"/>
          </a:p>
        </p:txBody>
      </p:sp>
      <p:pic>
        <p:nvPicPr>
          <p:cNvPr id="1028" name="Picture 4" descr="Quantum Computing Market Map and Data 2022">
            <a:extLst>
              <a:ext uri="{FF2B5EF4-FFF2-40B4-BE49-F238E27FC236}">
                <a16:creationId xmlns:a16="http://schemas.microsoft.com/office/drawing/2014/main" id="{6B90947B-4F9A-5BD4-8771-F0AC85F990A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28575"/>
            <a:ext cx="12192000" cy="68008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10220875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612ECA-4886-8596-A9BB-234F072BDB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V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6CFE9C-2B58-80DB-2545-9F0C846A70A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V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70778A9-0DC1-8156-7356-C01DD3A359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320652-EDBF-5741-A5EB-DBD4F612B0BB}" type="slidenum">
              <a:rPr lang="en-VN"/>
              <a:t>4</a:t>
            </a:fld>
            <a:endParaRPr lang="en-VN"/>
          </a:p>
        </p:txBody>
      </p:sp>
      <p:pic>
        <p:nvPicPr>
          <p:cNvPr id="2050" name="Picture 2" descr="Quantum Communications and Security marketing">
            <a:extLst>
              <a:ext uri="{FF2B5EF4-FFF2-40B4-BE49-F238E27FC236}">
                <a16:creationId xmlns:a16="http://schemas.microsoft.com/office/drawing/2014/main" id="{752B7FCA-FAA7-12BC-4F1F-CD0E24FAA94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2713" y="0"/>
            <a:ext cx="11968162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4218346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4949A3-4D8C-963E-0C5F-CAF5039C6C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6824" y="0"/>
            <a:ext cx="10515600" cy="1325563"/>
          </a:xfrm>
        </p:spPr>
        <p:txBody>
          <a:bodyPr/>
          <a:lstStyle/>
          <a:p>
            <a:r>
              <a:rPr lang="en-VN"/>
              <a:t>Why Quantum?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095E059-ADB9-6C0D-64EA-A955FF5DA9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331178-9F85-4EDF-BDD3-1E7064DA4C59}" type="slidenum">
              <a:rPr lang="vi-VN" smtClean="0"/>
              <a:t>5</a:t>
            </a:fld>
            <a:endParaRPr lang="vi-VN"/>
          </a:p>
        </p:txBody>
      </p:sp>
      <p:pic>
        <p:nvPicPr>
          <p:cNvPr id="1026" name="Picture 2" descr="May be an image of text">
            <a:extLst>
              <a:ext uri="{FF2B5EF4-FFF2-40B4-BE49-F238E27FC236}">
                <a16:creationId xmlns:a16="http://schemas.microsoft.com/office/drawing/2014/main" id="{81CE6D9A-DF34-89E7-31B2-8CF594F37F4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9387" t="35166"/>
          <a:stretch>
            <a:fillRect/>
          </a:stretch>
        </p:blipFill>
        <p:spPr bwMode="auto">
          <a:xfrm>
            <a:off x="146824" y="1936168"/>
            <a:ext cx="5660846" cy="46027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5" descr="A screenshot of a chat&#10;&#10;AI-generated content may be incorrect.">
            <a:extLst>
              <a:ext uri="{FF2B5EF4-FFF2-40B4-BE49-F238E27FC236}">
                <a16:creationId xmlns:a16="http://schemas.microsoft.com/office/drawing/2014/main" id="{289AC522-F861-4CFE-CEF6-FE150EE696F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21749" y="0"/>
            <a:ext cx="6470251" cy="4602744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A05A5817-30F4-77DC-98BD-5076370D5CF8}"/>
              </a:ext>
            </a:extLst>
          </p:cNvPr>
          <p:cNvSpPr txBox="1"/>
          <p:nvPr/>
        </p:nvSpPr>
        <p:spPr>
          <a:xfrm>
            <a:off x="146824" y="1002397"/>
            <a:ext cx="566084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vi-VN" b="0" i="0"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Danh mục sản phẩm công nghệ chiến lược được Chính phủ ban hành 30/4/202</a:t>
            </a:r>
            <a:endParaRPr lang="en-VN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8044071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AE2E36-17AB-082C-0A7B-1DE6CCC736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VN"/>
              <a:t>In Vietnam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4768ED0-41B9-2EEB-3A0B-42C5432744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320652-EDBF-5741-A5EB-DBD4F612B0BB}" type="slidenum">
              <a:rPr lang="en-VN"/>
              <a:t>6</a:t>
            </a:fld>
            <a:endParaRPr lang="en-VN"/>
          </a:p>
        </p:txBody>
      </p:sp>
      <p:pic>
        <p:nvPicPr>
          <p:cNvPr id="7170" name="Picture 2" descr="No photo description available.">
            <a:extLst>
              <a:ext uri="{FF2B5EF4-FFF2-40B4-BE49-F238E27FC236}">
                <a16:creationId xmlns:a16="http://schemas.microsoft.com/office/drawing/2014/main" id="{285DEFAE-4A08-EBF5-4B4F-6ED335282C4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688" t="22077" r="11814" b="21966"/>
          <a:stretch>
            <a:fillRect/>
          </a:stretch>
        </p:blipFill>
        <p:spPr bwMode="auto">
          <a:xfrm>
            <a:off x="838200" y="1690688"/>
            <a:ext cx="3357796" cy="20863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5" descr="A black text on a white background&#10;&#10;AI-generated content may be incorrect.">
            <a:extLst>
              <a:ext uri="{FF2B5EF4-FFF2-40B4-BE49-F238E27FC236}">
                <a16:creationId xmlns:a16="http://schemas.microsoft.com/office/drawing/2014/main" id="{363B6E54-0C99-71EA-D9BD-0169A302BC0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5582587"/>
            <a:ext cx="3227158" cy="773763"/>
          </a:xfrm>
          <a:prstGeom prst="rect">
            <a:avLst/>
          </a:prstGeom>
        </p:spPr>
      </p:pic>
      <p:pic>
        <p:nvPicPr>
          <p:cNvPr id="7172" name="Picture 4" descr="Viettel High Tech - YouTube">
            <a:extLst>
              <a:ext uri="{FF2B5EF4-FFF2-40B4-BE49-F238E27FC236}">
                <a16:creationId xmlns:a16="http://schemas.microsoft.com/office/drawing/2014/main" id="{DAF4CA56-15C1-2A43-C61E-F491A375234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0875" b="24652"/>
          <a:stretch>
            <a:fillRect/>
          </a:stretch>
        </p:blipFill>
        <p:spPr bwMode="auto">
          <a:xfrm>
            <a:off x="838200" y="4049180"/>
            <a:ext cx="3658849" cy="126131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178" name="Picture 10" descr="QUAPP INC. - HUTECH IT Open Day">
            <a:extLst>
              <a:ext uri="{FF2B5EF4-FFF2-40B4-BE49-F238E27FC236}">
                <a16:creationId xmlns:a16="http://schemas.microsoft.com/office/drawing/2014/main" id="{23588D03-62DC-0024-F279-35FC7595B01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65358" y="5582586"/>
            <a:ext cx="2558832" cy="8859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" name="Picture 13" descr="A black and white logo with a brain&#10;&#10;AI-generated content may be incorrect.">
            <a:extLst>
              <a:ext uri="{FF2B5EF4-FFF2-40B4-BE49-F238E27FC236}">
                <a16:creationId xmlns:a16="http://schemas.microsoft.com/office/drawing/2014/main" id="{BF1C592B-45AA-4DEF-4C4E-7DB00987ADB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238129" y="3443374"/>
            <a:ext cx="1693004" cy="2204432"/>
          </a:xfrm>
          <a:prstGeom prst="rect">
            <a:avLst/>
          </a:prstGeom>
        </p:spPr>
      </p:pic>
      <p:pic>
        <p:nvPicPr>
          <p:cNvPr id="16" name="Picture 15" descr="A close-up of a logo&#10;&#10;AI-generated content may be incorrect.">
            <a:extLst>
              <a:ext uri="{FF2B5EF4-FFF2-40B4-BE49-F238E27FC236}">
                <a16:creationId xmlns:a16="http://schemas.microsoft.com/office/drawing/2014/main" id="{6F05381A-EDC1-87B6-50FF-F0D8A0DFCA1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343096" y="2613609"/>
            <a:ext cx="4738971" cy="620284"/>
          </a:xfrm>
          <a:prstGeom prst="rect">
            <a:avLst/>
          </a:prstGeom>
        </p:spPr>
      </p:pic>
      <p:pic>
        <p:nvPicPr>
          <p:cNvPr id="7180" name="Picture 12">
            <a:extLst>
              <a:ext uri="{FF2B5EF4-FFF2-40B4-BE49-F238E27FC236}">
                <a16:creationId xmlns:a16="http://schemas.microsoft.com/office/drawing/2014/main" id="{FF2B267B-9652-BCD4-6C23-B6EBA1E9EEB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890529" y="1159753"/>
            <a:ext cx="2935566" cy="16512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182" name="Picture 14" descr="i-QM logo">
            <a:extLst>
              <a:ext uri="{FF2B5EF4-FFF2-40B4-BE49-F238E27FC236}">
                <a16:creationId xmlns:a16="http://schemas.microsoft.com/office/drawing/2014/main" id="{47079E2E-CD8F-D792-DD43-FC3BF62A105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888844" y="3331306"/>
            <a:ext cx="2937251" cy="18671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184" name="Picture 16" descr="No photo description available.">
            <a:extLst>
              <a:ext uri="{FF2B5EF4-FFF2-40B4-BE49-F238E27FC236}">
                <a16:creationId xmlns:a16="http://schemas.microsoft.com/office/drawing/2014/main" id="{532CE699-15C8-A257-FEFA-CD3A57AFECE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43096" y="1027906"/>
            <a:ext cx="1366346" cy="137622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186" name="Picture 18" descr="VNQUANTUM">
            <a:extLst>
              <a:ext uri="{FF2B5EF4-FFF2-40B4-BE49-F238E27FC236}">
                <a16:creationId xmlns:a16="http://schemas.microsoft.com/office/drawing/2014/main" id="{A63F0354-0F92-FD9A-E274-E7E12DE8C1E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25643" y="1308395"/>
            <a:ext cx="1940714" cy="8152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74520541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A6AD4B-12FE-589C-FD26-436305393E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25509"/>
            <a:ext cx="10515600" cy="1325563"/>
          </a:xfrm>
        </p:spPr>
        <p:txBody>
          <a:bodyPr/>
          <a:lstStyle/>
          <a:p>
            <a:r>
              <a:rPr lang="en-VN"/>
              <a:t>VNUHCM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F635C60-8005-B0EF-D985-2763D60FC6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320652-EDBF-5741-A5EB-DBD4F612B0BB}" type="slidenum">
              <a:rPr lang="en-VN"/>
              <a:t>7</a:t>
            </a:fld>
            <a:endParaRPr lang="en-VN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93D3F4AF-C94B-F68B-D9E4-1A7B1200C892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22627" y="0"/>
            <a:ext cx="4977270" cy="30427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66CE5193-2CF4-FF9E-97F0-A7D3472F2A3C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6437"/>
          <a:stretch>
            <a:fillRect/>
          </a:stretch>
        </p:blipFill>
        <p:spPr bwMode="auto">
          <a:xfrm>
            <a:off x="1909763" y="3048109"/>
            <a:ext cx="10282237" cy="367336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8037ECE5-C094-74F4-68B8-53907C2CD3EF}"/>
              </a:ext>
            </a:extLst>
          </p:cNvPr>
          <p:cNvSpPr txBox="1"/>
          <p:nvPr/>
        </p:nvSpPr>
        <p:spPr>
          <a:xfrm>
            <a:off x="7599897" y="150743"/>
            <a:ext cx="4443046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VN"/>
              <a:t>HCMUS: Đề án mở ngành đào tạo thí điểm trình độ đại học ngành Công nghệ lượng tử (khoa Vật lý – VLKT)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39C70B4-C890-ECBE-346C-3CCCFF4D1064}"/>
              </a:ext>
            </a:extLst>
          </p:cNvPr>
          <p:cNvSpPr txBox="1"/>
          <p:nvPr/>
        </p:nvSpPr>
        <p:spPr>
          <a:xfrm>
            <a:off x="7599897" y="1137761"/>
            <a:ext cx="4929965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vi-VN">
                <a:solidFill>
                  <a:srgbClr val="000000"/>
                </a:solidFill>
                <a:latin typeface="Aptos" panose="020B0004020202020204" pitchFamily="34" charset="0"/>
              </a:rPr>
              <a:t>FPT: </a:t>
            </a:r>
            <a:r>
              <a:rPr lang="vi-VN" b="0" i="0">
                <a:solidFill>
                  <a:srgbClr val="000000"/>
                </a:solidFill>
                <a:effectLst/>
                <a:latin typeface="Aptos" panose="020B0004020202020204" pitchFamily="34" charset="0"/>
              </a:rPr>
              <a:t>chuyên ngành </a:t>
            </a:r>
            <a:r>
              <a:rPr lang="vi-VN" b="1" i="0">
                <a:solidFill>
                  <a:srgbClr val="000000"/>
                </a:solidFill>
                <a:effectLst/>
                <a:latin typeface="Aptos" panose="020B0004020202020204" pitchFamily="34" charset="0"/>
              </a:rPr>
              <a:t>Khoa học và Công nghệ Lượng tử</a:t>
            </a:r>
            <a:r>
              <a:rPr lang="vi-VN" b="0" i="0">
                <a:solidFill>
                  <a:srgbClr val="000000"/>
                </a:solidFill>
                <a:effectLst/>
                <a:latin typeface="Aptos" panose="020B0004020202020204" pitchFamily="34" charset="0"/>
              </a:rPr>
              <a:t> thuộc ngành </a:t>
            </a:r>
            <a:r>
              <a:rPr lang="vi-VN" b="1" i="0">
                <a:solidFill>
                  <a:srgbClr val="000000"/>
                </a:solidFill>
                <a:effectLst/>
                <a:latin typeface="Aptos" panose="020B0004020202020204" pitchFamily="34" charset="0"/>
              </a:rPr>
              <a:t>Công nghệ Thông tin (BIT)</a:t>
            </a:r>
            <a:endParaRPr lang="en-VN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67AAC41-0880-F7F1-0993-C78F374034A4}"/>
              </a:ext>
            </a:extLst>
          </p:cNvPr>
          <p:cNvSpPr txBox="1"/>
          <p:nvPr/>
        </p:nvSpPr>
        <p:spPr>
          <a:xfrm>
            <a:off x="7599897" y="2061091"/>
            <a:ext cx="492996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vi-VN">
                <a:solidFill>
                  <a:srgbClr val="000000"/>
                </a:solidFill>
                <a:latin typeface="Aptos" panose="020B0004020202020204" pitchFamily="34" charset="0"/>
              </a:rPr>
              <a:t>HCMUT: </a:t>
            </a:r>
            <a:r>
              <a:rPr lang="vi-VN" b="0" i="0">
                <a:solidFill>
                  <a:srgbClr val="000000"/>
                </a:solidFill>
                <a:effectLst/>
                <a:latin typeface="Aptos" panose="020B0004020202020204" pitchFamily="34" charset="0"/>
              </a:rPr>
              <a:t>ngành </a:t>
            </a:r>
            <a:r>
              <a:rPr lang="vi-VN" b="1" i="0">
                <a:solidFill>
                  <a:srgbClr val="000000"/>
                </a:solidFill>
                <a:effectLst/>
                <a:latin typeface="Aptos" panose="020B0004020202020204" pitchFamily="34" charset="0"/>
              </a:rPr>
              <a:t>Kỹ thuật lượng tử</a:t>
            </a:r>
          </a:p>
          <a:p>
            <a:r>
              <a:rPr lang="vi-VN">
                <a:solidFill>
                  <a:srgbClr val="000000"/>
                </a:solidFill>
                <a:latin typeface="Aptos" panose="020B0004020202020204" pitchFamily="34" charset="0"/>
              </a:rPr>
              <a:t>UIT: chuyên ngành Tính toán lượng tử</a:t>
            </a:r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272062926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926AE1-A2B8-C2BD-09DA-CF9C9A7042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lang="en-US" sz="3200"/>
              <a:t>Outline</a:t>
            </a:r>
            <a:endParaRPr lang="en-V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9B610A9-D610-B04B-8B3C-63074AC76D2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vi-VN"/>
              <a:t>Q</a:t>
            </a:r>
            <a:r>
              <a:t>uantum complexity theory</a:t>
            </a:r>
            <a:endParaRPr lang="vi-VN"/>
          </a:p>
          <a:p>
            <a:pPr marL="514350" indent="-514350">
              <a:buFont typeface="+mj-lt"/>
              <a:buAutoNum type="arabicPeriod"/>
            </a:pPr>
            <a:r>
              <a:rPr lang="vi-VN"/>
              <a:t>R</a:t>
            </a:r>
            <a:r>
              <a:t>epresentative algorithms (Grover's search)</a:t>
            </a:r>
            <a:endParaRPr lang="vi-VN"/>
          </a:p>
          <a:p>
            <a:pPr marL="514350" indent="-514350">
              <a:buFont typeface="+mj-lt"/>
              <a:buAutoNum type="arabicPeriod"/>
            </a:pPr>
            <a:r>
              <a:rPr lang="vi-VN"/>
              <a:t>S</a:t>
            </a:r>
            <a:r>
              <a:t>ources of quantum advantage</a:t>
            </a:r>
            <a:endParaRPr lang="vi-VN"/>
          </a:p>
          <a:p>
            <a:pPr marL="514350" indent="-514350">
              <a:buFont typeface="+mj-lt"/>
              <a:buAutoNum type="arabicPeriod"/>
            </a:pPr>
            <a:r>
              <a:rPr lang="vi-VN"/>
              <a:t>Q</a:t>
            </a:r>
            <a:r>
              <a:t>uantum machine learning bottlenecks.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DFB1A80-900A-9131-F1D8-934A31821F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320652-EDBF-5741-A5EB-DBD4F612B0BB}" type="slidenum">
              <a:rPr lang="en-VN"/>
              <a:t>8</a:t>
            </a:fld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115309496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DC8C0E-A08D-77C9-D57E-20F154E092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VN"/>
              <a:t>1. </a:t>
            </a:r>
            <a:r>
              <a:rPr lang="en-US"/>
              <a:t>Quantum complexity theory</a:t>
            </a:r>
            <a:endParaRPr lang="en-V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14ADB2C-E40D-DF07-EC50-6D695EF14D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V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50AD30A-A22A-57DD-4AC3-94B76A7726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320652-EDBF-5741-A5EB-DBD4F612B0BB}" type="slidenum">
              <a:rPr lang="en-VN"/>
              <a:t>9</a:t>
            </a:fld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10074030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êu đề 1">
            <a:extLst>
              <a:ext uri="{FF2B5EF4-FFF2-40B4-BE49-F238E27FC236}">
                <a16:creationId xmlns:a16="http://schemas.microsoft.com/office/drawing/2014/main" id="{91612F00-E5D1-41F8-B014-EE0C414319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Deterministic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hỗ dành sẵn cho Nội dung 2">
                <a:extLst>
                  <a:ext uri="{FF2B5EF4-FFF2-40B4-BE49-F238E27FC236}">
                    <a16:creationId xmlns:a16="http://schemas.microsoft.com/office/drawing/2014/main" id="{20D0CDB7-408E-4087-97A3-9FD1143A2DD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9754772" cy="523220"/>
              </a:xfrm>
            </p:spPr>
            <p:txBody>
              <a:bodyPr>
                <a:normAutofit fontScale="92500"/>
              </a:bodyPr>
              <a:lstStyle/>
              <a:p>
                <a:pPr marL="0" indent="0">
                  <a:buNone/>
                </a:pPr>
                <a:r>
                  <a:rPr lang="en-US" dirty="0"/>
                  <a:t>Deterministic Turing machine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𝑀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={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𝑄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m:rPr>
                        <m:sty m:val="p"/>
                      </m:rPr>
                      <a:rPr lang="el-G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Σ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𝑠𝑡𝑎𝑟𝑡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𝑟𝑒𝑗𝑒𝑐𝑡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𝑎𝑐𝑐𝑒𝑝𝑡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𝛿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endParaRPr lang="en-US" b="0" dirty="0"/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hỗ dành sẵn cho Nội dung 2">
                <a:extLst>
                  <a:ext uri="{FF2B5EF4-FFF2-40B4-BE49-F238E27FC236}">
                    <a16:creationId xmlns:a16="http://schemas.microsoft.com/office/drawing/2014/main" id="{20D0CDB7-408E-4087-97A3-9FD1143A2DD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9754772" cy="523220"/>
              </a:xfrm>
              <a:blipFill>
                <a:blip r:embed="rId3"/>
                <a:stretch>
                  <a:fillRect l="-1125" t="-15116" b="-1860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Hộp Văn bản 3">
                <a:extLst>
                  <a:ext uri="{FF2B5EF4-FFF2-40B4-BE49-F238E27FC236}">
                    <a16:creationId xmlns:a16="http://schemas.microsoft.com/office/drawing/2014/main" id="{671477E4-3708-4A92-A28D-D61C54414C5C}"/>
                  </a:ext>
                </a:extLst>
              </p:cNvPr>
              <p:cNvSpPr txBox="1"/>
              <p:nvPr/>
            </p:nvSpPr>
            <p:spPr>
              <a:xfrm>
                <a:off x="838199" y="2350831"/>
                <a:ext cx="2481775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2800" i="1" smtClean="0">
                          <a:latin typeface="Cambria Math" panose="02040503050406030204" pitchFamily="18" charset="0"/>
                        </a:rPr>
                        <m:t>𝑄</m:t>
                      </m:r>
                      <m:r>
                        <a:rPr lang="en-US" sz="28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800" i="1" smtClean="0">
                          <a:latin typeface="Cambria Math" panose="02040503050406030204" pitchFamily="18" charset="0"/>
                        </a:rPr>
                        <m:t>{</m:t>
                      </m:r>
                      <m:r>
                        <a:rPr lang="en-US" sz="2800" i="1" smtClean="0">
                          <a:latin typeface="Cambria Math" panose="02040503050406030204" pitchFamily="18" charset="0"/>
                        </a:rPr>
                        <m:t>𝑆𝑡𝑎𝑡𝑒𝑠</m:t>
                      </m:r>
                      <m:r>
                        <a:rPr lang="en-US" sz="2800" i="1" smtClean="0">
                          <a:latin typeface="Cambria Math" panose="02040503050406030204" pitchFamily="18" charset="0"/>
                        </a:rPr>
                        <m:t>}</m:t>
                      </m:r>
                    </m:oMath>
                  </m:oMathPara>
                </a14:m>
                <a:endParaRPr lang="en-US" sz="2800"/>
              </a:p>
            </p:txBody>
          </p:sp>
        </mc:Choice>
        <mc:Fallback xmlns="">
          <p:sp>
            <p:nvSpPr>
              <p:cNvPr id="4" name="Hộp Văn bản 3">
                <a:extLst>
                  <a:ext uri="{FF2B5EF4-FFF2-40B4-BE49-F238E27FC236}">
                    <a16:creationId xmlns:a16="http://schemas.microsoft.com/office/drawing/2014/main" id="{671477E4-3708-4A92-A28D-D61C54414C5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199" y="2350831"/>
                <a:ext cx="2481775" cy="52322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Hộp Văn bản 5">
                <a:extLst>
                  <a:ext uri="{FF2B5EF4-FFF2-40B4-BE49-F238E27FC236}">
                    <a16:creationId xmlns:a16="http://schemas.microsoft.com/office/drawing/2014/main" id="{6B9F29AF-B7ED-4B76-B36D-16CD3FA94208}"/>
                  </a:ext>
                </a:extLst>
              </p:cNvPr>
              <p:cNvSpPr txBox="1"/>
              <p:nvPr/>
            </p:nvSpPr>
            <p:spPr>
              <a:xfrm>
                <a:off x="3029828" y="2380171"/>
                <a:ext cx="4282441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l-GR" sz="28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Σ</m:t>
                      </m:r>
                      <m:r>
                        <a:rPr lang="en-US" sz="280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}"/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800" i="1" smtClean="0">
                              <a:latin typeface="Cambria Math" panose="02040503050406030204" pitchFamily="18" charset="0"/>
                            </a:rPr>
                            <m:t>𝐴𝑙𝑝h𝑎𝑏𝑒𝑙𝑡</m:t>
                          </m:r>
                        </m:e>
                      </m:d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={0,1,#}</m:t>
                      </m:r>
                    </m:oMath>
                  </m:oMathPara>
                </a14:m>
                <a:endParaRPr lang="en-US" sz="2800"/>
              </a:p>
            </p:txBody>
          </p:sp>
        </mc:Choice>
        <mc:Fallback xmlns="">
          <p:sp>
            <p:nvSpPr>
              <p:cNvPr id="6" name="Hộp Văn bản 5">
                <a:extLst>
                  <a:ext uri="{FF2B5EF4-FFF2-40B4-BE49-F238E27FC236}">
                    <a16:creationId xmlns:a16="http://schemas.microsoft.com/office/drawing/2014/main" id="{6B9F29AF-B7ED-4B76-B36D-16CD3FA9420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29828" y="2380171"/>
                <a:ext cx="4282441" cy="52322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Hộp Văn bản 6">
                <a:extLst>
                  <a:ext uri="{FF2B5EF4-FFF2-40B4-BE49-F238E27FC236}">
                    <a16:creationId xmlns:a16="http://schemas.microsoft.com/office/drawing/2014/main" id="{B7807655-C20D-45AE-8DEF-0EEFB1B2077F}"/>
                  </a:ext>
                </a:extLst>
              </p:cNvPr>
              <p:cNvSpPr txBox="1"/>
              <p:nvPr/>
            </p:nvSpPr>
            <p:spPr>
              <a:xfrm>
                <a:off x="839665" y="2932731"/>
                <a:ext cx="7946526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28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𝛿</m:t>
                    </m:r>
                    <m:r>
                      <a:rPr lang="en-US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el-GR" sz="2800" i="1" smtClean="0">
                        <a:latin typeface="Cambria Math" panose="02040503050406030204" pitchFamily="18" charset="0"/>
                      </a:rPr>
                      <m:t>𝑄</m:t>
                    </m:r>
                    <m:r>
                      <a:rPr lang="el-GR" sz="2800" i="1" smtClean="0">
                        <a:latin typeface="Cambria Math" panose="02040503050406030204" pitchFamily="18" charset="0"/>
                      </a:rPr>
                      <m:t> × </m:t>
                    </m:r>
                    <m:r>
                      <m:rPr>
                        <m:sty m:val="p"/>
                      </m:rPr>
                      <a:rPr lang="el-GR" sz="280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Σ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→</m:t>
                    </m:r>
                    <m:r>
                      <a:rPr lang="el-GR" sz="2800" i="1" smtClean="0">
                        <a:latin typeface="Cambria Math" panose="02040503050406030204" pitchFamily="18" charset="0"/>
                      </a:rPr>
                      <m:t>𝑄</m:t>
                    </m:r>
                    <m:r>
                      <a:rPr lang="el-GR" sz="2800" i="1" smtClean="0">
                        <a:latin typeface="Cambria Math" panose="02040503050406030204" pitchFamily="18" charset="0"/>
                      </a:rPr>
                      <m:t> × </m:t>
                    </m:r>
                    <m:r>
                      <m:rPr>
                        <m:sty m:val="p"/>
                      </m:rPr>
                      <a:rPr lang="el-GR" sz="280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Σ</m:t>
                    </m:r>
                    <m:r>
                      <a:rPr lang="el-GR" sz="2800" i="1" smtClean="0">
                        <a:latin typeface="Cambria Math" panose="02040503050406030204" pitchFamily="18" charset="0"/>
                      </a:rPr>
                      <m:t> × {</m:t>
                    </m:r>
                    <m:r>
                      <a:rPr lang="el-GR" sz="2800" i="1" smtClean="0">
                        <a:latin typeface="Cambria Math" panose="02040503050406030204" pitchFamily="18" charset="0"/>
                      </a:rPr>
                      <m:t>𝐿</m:t>
                    </m:r>
                    <m:r>
                      <a:rPr lang="el-GR" sz="280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l-GR" sz="2800" i="1" smtClean="0">
                        <a:latin typeface="Cambria Math" panose="02040503050406030204" pitchFamily="18" charset="0"/>
                      </a:rPr>
                      <m:t>𝑅</m:t>
                    </m:r>
                    <m:r>
                      <a:rPr lang="el-GR" sz="2800" i="1" smtClean="0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r>
                  <a:rPr lang="en-US" sz="2800"/>
                  <a:t> (transition function)</a:t>
                </a:r>
              </a:p>
            </p:txBody>
          </p:sp>
        </mc:Choice>
        <mc:Fallback xmlns="">
          <p:sp>
            <p:nvSpPr>
              <p:cNvPr id="7" name="Hộp Văn bản 6">
                <a:extLst>
                  <a:ext uri="{FF2B5EF4-FFF2-40B4-BE49-F238E27FC236}">
                    <a16:creationId xmlns:a16="http://schemas.microsoft.com/office/drawing/2014/main" id="{B7807655-C20D-45AE-8DEF-0EEFB1B2077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9665" y="2932731"/>
                <a:ext cx="7946526" cy="523220"/>
              </a:xfrm>
              <a:prstGeom prst="rect">
                <a:avLst/>
              </a:prstGeom>
              <a:blipFill>
                <a:blip r:embed="rId6"/>
                <a:stretch>
                  <a:fillRect t="-10465" b="-32558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9" name="Hình ảnh 28">
            <a:extLst>
              <a:ext uri="{FF2B5EF4-FFF2-40B4-BE49-F238E27FC236}">
                <a16:creationId xmlns:a16="http://schemas.microsoft.com/office/drawing/2014/main" id="{16B9172C-B5D1-4CBD-A08A-342A1E56F45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91774" y="3648348"/>
            <a:ext cx="6969520" cy="1721615"/>
          </a:xfrm>
          <a:prstGeom prst="rect">
            <a:avLst/>
          </a:prstGeom>
        </p:spPr>
      </p:pic>
      <p:sp>
        <p:nvSpPr>
          <p:cNvPr id="5" name="Chỗ dành sẵn cho Số hiệu Bản chiếu 4">
            <a:extLst>
              <a:ext uri="{FF2B5EF4-FFF2-40B4-BE49-F238E27FC236}">
                <a16:creationId xmlns:a16="http://schemas.microsoft.com/office/drawing/2014/main" id="{FD000624-780D-4752-9231-01CF20EC43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ABBA0F-ED8F-4A6E-AA06-FEAFBF3D52EE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952187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êu đề 1">
            <a:extLst>
              <a:ext uri="{FF2B5EF4-FFF2-40B4-BE49-F238E27FC236}">
                <a16:creationId xmlns:a16="http://schemas.microsoft.com/office/drawing/2014/main" id="{FC1AF477-930E-4302-B3EE-9AC4ED3C43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Nondeterministic</a:t>
            </a:r>
            <a:endParaRPr lang="vi-VN"/>
          </a:p>
        </p:txBody>
      </p:sp>
      <p:sp>
        <p:nvSpPr>
          <p:cNvPr id="4" name="Chỗ dành sẵn cho Số hiệu Bản chiếu 3">
            <a:extLst>
              <a:ext uri="{FF2B5EF4-FFF2-40B4-BE49-F238E27FC236}">
                <a16:creationId xmlns:a16="http://schemas.microsoft.com/office/drawing/2014/main" id="{A39DCE85-C6C8-403C-92D6-725D61FA12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CF7CBD-B9A5-4D53-9D65-FFCCF7EF1299}" type="slidenum">
              <a:rPr lang="vi-VN" smtClean="0"/>
              <a:t>11</a:t>
            </a:fld>
            <a:endParaRPr lang="vi-VN"/>
          </a:p>
        </p:txBody>
      </p:sp>
      <p:graphicFrame>
        <p:nvGraphicFramePr>
          <p:cNvPr id="5" name="Bảng 5">
            <a:extLst>
              <a:ext uri="{FF2B5EF4-FFF2-40B4-BE49-F238E27FC236}">
                <a16:creationId xmlns:a16="http://schemas.microsoft.com/office/drawing/2014/main" id="{29AE3E99-5E65-443F-95B2-2872B6A3E343}"/>
              </a:ext>
            </a:extLst>
          </p:cNvPr>
          <p:cNvGraphicFramePr>
            <a:graphicFrameLocks noGrp="1"/>
          </p:cNvGraphicFramePr>
          <p:nvPr/>
        </p:nvGraphicFramePr>
        <p:xfrm>
          <a:off x="838200" y="3891218"/>
          <a:ext cx="8128000" cy="508504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1016000">
                  <a:extLst>
                    <a:ext uri="{9D8B030D-6E8A-4147-A177-3AD203B41FA5}">
                      <a16:colId xmlns:a16="http://schemas.microsoft.com/office/drawing/2014/main" val="3831709274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65328006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289853530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973645758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811698728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27427591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402282619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911833016"/>
                    </a:ext>
                  </a:extLst>
                </a:gridCol>
              </a:tblGrid>
              <a:tr h="508504"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solidFill>
                            <a:schemeClr val="tx1"/>
                          </a:solidFill>
                        </a:rPr>
                        <a:t>#</a:t>
                      </a:r>
                      <a:endParaRPr lang="vi-VN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solidFill>
                            <a:schemeClr val="tx1"/>
                          </a:solidFill>
                        </a:rPr>
                        <a:t>0</a:t>
                      </a:r>
                      <a:endParaRPr lang="vi-VN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solidFill>
                            <a:schemeClr val="tx1"/>
                          </a:solidFill>
                        </a:rPr>
                        <a:t>0</a:t>
                      </a:r>
                      <a:endParaRPr lang="vi-VN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solidFill>
                            <a:schemeClr val="tx1"/>
                          </a:solidFill>
                        </a:rPr>
                        <a:t>0</a:t>
                      </a:r>
                      <a:endParaRPr lang="vi-VN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solidFill>
                            <a:schemeClr val="tx1"/>
                          </a:solidFill>
                        </a:rPr>
                        <a:t>0</a:t>
                      </a:r>
                      <a:endParaRPr lang="vi-VN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solidFill>
                            <a:schemeClr val="tx1"/>
                          </a:solidFill>
                        </a:rPr>
                        <a:t>0</a:t>
                      </a:r>
                      <a:endParaRPr lang="vi-VN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solidFill>
                            <a:schemeClr val="tx1"/>
                          </a:solidFill>
                        </a:rPr>
                        <a:t>1</a:t>
                      </a:r>
                      <a:endParaRPr lang="vi-VN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solidFill>
                            <a:schemeClr val="tx1"/>
                          </a:solidFill>
                        </a:rPr>
                        <a:t>#</a:t>
                      </a:r>
                      <a:endParaRPr lang="vi-VN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35449240"/>
                  </a:ext>
                </a:extLst>
              </a:tr>
            </a:tbl>
          </a:graphicData>
        </a:graphic>
      </p:graphicFrame>
      <p:sp>
        <p:nvSpPr>
          <p:cNvPr id="6" name="Hình chữ nhật 5">
            <a:extLst>
              <a:ext uri="{FF2B5EF4-FFF2-40B4-BE49-F238E27FC236}">
                <a16:creationId xmlns:a16="http://schemas.microsoft.com/office/drawing/2014/main" id="{643682D6-8910-4935-9A06-DF553F395132}"/>
              </a:ext>
            </a:extLst>
          </p:cNvPr>
          <p:cNvSpPr/>
          <p:nvPr/>
        </p:nvSpPr>
        <p:spPr>
          <a:xfrm>
            <a:off x="3909391" y="2004807"/>
            <a:ext cx="980661" cy="63215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>
                <a:solidFill>
                  <a:schemeClr val="tx1"/>
                </a:solidFill>
              </a:rPr>
              <a:t>Reader</a:t>
            </a:r>
            <a:endParaRPr lang="vi-VN" b="1">
              <a:solidFill>
                <a:schemeClr val="tx1"/>
              </a:solidFill>
            </a:endParaRPr>
          </a:p>
        </p:txBody>
      </p:sp>
      <p:cxnSp>
        <p:nvCxnSpPr>
          <p:cNvPr id="8" name="Đường kết nối Mũi tên Thẳng 7">
            <a:extLst>
              <a:ext uri="{FF2B5EF4-FFF2-40B4-BE49-F238E27FC236}">
                <a16:creationId xmlns:a16="http://schemas.microsoft.com/office/drawing/2014/main" id="{D3008B2A-DC2F-4DB0-8C7C-1F99089AF5EC}"/>
              </a:ext>
            </a:extLst>
          </p:cNvPr>
          <p:cNvCxnSpPr>
            <a:cxnSpLocks/>
            <a:stCxn id="6" idx="2"/>
          </p:cNvCxnSpPr>
          <p:nvPr/>
        </p:nvCxnSpPr>
        <p:spPr>
          <a:xfrm>
            <a:off x="4399722" y="2636961"/>
            <a:ext cx="0" cy="125425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3" name="Hộp Văn bản 12">
            <a:extLst>
              <a:ext uri="{FF2B5EF4-FFF2-40B4-BE49-F238E27FC236}">
                <a16:creationId xmlns:a16="http://schemas.microsoft.com/office/drawing/2014/main" id="{B550DC39-AE65-4D24-9C2F-7B8D6B25E375}"/>
              </a:ext>
            </a:extLst>
          </p:cNvPr>
          <p:cNvSpPr txBox="1"/>
          <p:nvPr/>
        </p:nvSpPr>
        <p:spPr>
          <a:xfrm>
            <a:off x="4562613" y="3207767"/>
            <a:ext cx="21203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/>
              <a:t>Read – write head</a:t>
            </a:r>
            <a:endParaRPr lang="vi-VN"/>
          </a:p>
        </p:txBody>
      </p:sp>
      <p:sp>
        <p:nvSpPr>
          <p:cNvPr id="14" name="Hình chữ nhật 13">
            <a:extLst>
              <a:ext uri="{FF2B5EF4-FFF2-40B4-BE49-F238E27FC236}">
                <a16:creationId xmlns:a16="http://schemas.microsoft.com/office/drawing/2014/main" id="{1D9C9DEA-308A-47C8-88E0-64DA73646AA9}"/>
              </a:ext>
            </a:extLst>
          </p:cNvPr>
          <p:cNvSpPr/>
          <p:nvPr/>
        </p:nvSpPr>
        <p:spPr>
          <a:xfrm>
            <a:off x="1921565" y="2004807"/>
            <a:ext cx="1398105" cy="63215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>
                <a:solidFill>
                  <a:schemeClr val="tx1"/>
                </a:solidFill>
              </a:rPr>
              <a:t>Guessing module</a:t>
            </a:r>
            <a:endParaRPr lang="vi-VN" b="1">
              <a:solidFill>
                <a:schemeClr val="tx1"/>
              </a:solidFill>
            </a:endParaRPr>
          </a:p>
        </p:txBody>
      </p:sp>
      <p:cxnSp>
        <p:nvCxnSpPr>
          <p:cNvPr id="17" name="Đường kết nối Mũi tên Thẳng 16">
            <a:extLst>
              <a:ext uri="{FF2B5EF4-FFF2-40B4-BE49-F238E27FC236}">
                <a16:creationId xmlns:a16="http://schemas.microsoft.com/office/drawing/2014/main" id="{E367457E-BDA6-411D-853E-C240825DBEF9}"/>
              </a:ext>
            </a:extLst>
          </p:cNvPr>
          <p:cNvCxnSpPr>
            <a:stCxn id="14" idx="3"/>
            <a:endCxn id="6" idx="1"/>
          </p:cNvCxnSpPr>
          <p:nvPr/>
        </p:nvCxnSpPr>
        <p:spPr>
          <a:xfrm>
            <a:off x="3319670" y="2320884"/>
            <a:ext cx="589721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8" name="Hộp Văn bản 17">
            <a:extLst>
              <a:ext uri="{FF2B5EF4-FFF2-40B4-BE49-F238E27FC236}">
                <a16:creationId xmlns:a16="http://schemas.microsoft.com/office/drawing/2014/main" id="{80A6FDE9-2CE4-429B-AD94-5863FBAE274C}"/>
              </a:ext>
            </a:extLst>
          </p:cNvPr>
          <p:cNvSpPr txBox="1"/>
          <p:nvPr/>
        </p:nvSpPr>
        <p:spPr>
          <a:xfrm>
            <a:off x="9114734" y="3960804"/>
            <a:ext cx="6918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/>
              <a:t>Tape</a:t>
            </a:r>
            <a:endParaRPr lang="vi-VN"/>
          </a:p>
        </p:txBody>
      </p:sp>
      <p:cxnSp>
        <p:nvCxnSpPr>
          <p:cNvPr id="22" name="Đường kết nối Mũi tên Thẳng 21">
            <a:extLst>
              <a:ext uri="{FF2B5EF4-FFF2-40B4-BE49-F238E27FC236}">
                <a16:creationId xmlns:a16="http://schemas.microsoft.com/office/drawing/2014/main" id="{85BCC914-0851-429F-B6B6-19621D5D327B}"/>
              </a:ext>
            </a:extLst>
          </p:cNvPr>
          <p:cNvCxnSpPr>
            <a:stCxn id="14" idx="2"/>
          </p:cNvCxnSpPr>
          <p:nvPr/>
        </p:nvCxnSpPr>
        <p:spPr>
          <a:xfrm>
            <a:off x="2620618" y="2636961"/>
            <a:ext cx="1487556" cy="125425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3" name="Hộp Văn bản 22">
            <a:extLst>
              <a:ext uri="{FF2B5EF4-FFF2-40B4-BE49-F238E27FC236}">
                <a16:creationId xmlns:a16="http://schemas.microsoft.com/office/drawing/2014/main" id="{79E155EA-EEBF-49B0-BA92-8AFBB0C39ABD}"/>
              </a:ext>
            </a:extLst>
          </p:cNvPr>
          <p:cNvSpPr txBox="1"/>
          <p:nvPr/>
        </p:nvSpPr>
        <p:spPr>
          <a:xfrm>
            <a:off x="1356692" y="3264089"/>
            <a:ext cx="18288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/>
              <a:t>Write - only head</a:t>
            </a:r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23232252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êu đề 1">
            <a:extLst>
              <a:ext uri="{FF2B5EF4-FFF2-40B4-BE49-F238E27FC236}">
                <a16:creationId xmlns:a16="http://schemas.microsoft.com/office/drawing/2014/main" id="{91612F00-E5D1-41F8-B014-EE0C414319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Nondeterministic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hỗ dành sẵn cho Nội dung 2">
                <a:extLst>
                  <a:ext uri="{FF2B5EF4-FFF2-40B4-BE49-F238E27FC236}">
                    <a16:creationId xmlns:a16="http://schemas.microsoft.com/office/drawing/2014/main" id="{20D0CDB7-408E-4087-97A3-9FD1143A2DD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515600" cy="444923"/>
              </a:xfrm>
            </p:spPr>
            <p:txBody>
              <a:bodyPr>
                <a:normAutofit fontScale="92500" lnSpcReduction="20000"/>
              </a:bodyPr>
              <a:lstStyle/>
              <a:p>
                <a:pPr marL="0" indent="0">
                  <a:buNone/>
                </a:pPr>
                <a:r>
                  <a:rPr lang="en-US" dirty="0"/>
                  <a:t>Nondeterministic Turing machine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𝑀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={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𝑄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m:rPr>
                        <m:sty m:val="p"/>
                      </m:rPr>
                      <a:rPr lang="el-G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Σ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𝑠𝑡𝑎𝑟𝑡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𝑟𝑒𝑗𝑒𝑐𝑡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𝑎𝑐𝑐𝑒𝑝𝑡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𝛿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endParaRPr lang="en-US" b="0" dirty="0"/>
              </a:p>
            </p:txBody>
          </p:sp>
        </mc:Choice>
        <mc:Fallback xmlns="">
          <p:sp>
            <p:nvSpPr>
              <p:cNvPr id="3" name="Chỗ dành sẵn cho Nội dung 2">
                <a:extLst>
                  <a:ext uri="{FF2B5EF4-FFF2-40B4-BE49-F238E27FC236}">
                    <a16:creationId xmlns:a16="http://schemas.microsoft.com/office/drawing/2014/main" id="{20D0CDB7-408E-4087-97A3-9FD1143A2DD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515600" cy="444923"/>
              </a:xfrm>
              <a:blipFill>
                <a:blip r:embed="rId2"/>
                <a:stretch>
                  <a:fillRect l="-1043" t="-31507" b="-2602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Chỗ dành sẵn cho Số hiệu Bản chiếu 3">
            <a:extLst>
              <a:ext uri="{FF2B5EF4-FFF2-40B4-BE49-F238E27FC236}">
                <a16:creationId xmlns:a16="http://schemas.microsoft.com/office/drawing/2014/main" id="{F8F89BA8-C804-49F1-AF16-C98ACEB3D9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ABBA0F-ED8F-4A6E-AA06-FEAFBF3D52EE}" type="slidenum">
              <a:rPr lang="en-US" smtClean="0"/>
              <a:t>12</a:t>
            </a:fld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Hộp Văn bản 5">
                <a:extLst>
                  <a:ext uri="{FF2B5EF4-FFF2-40B4-BE49-F238E27FC236}">
                    <a16:creationId xmlns:a16="http://schemas.microsoft.com/office/drawing/2014/main" id="{85497540-82E5-44C4-88E3-34180F358CF5}"/>
                  </a:ext>
                </a:extLst>
              </p:cNvPr>
              <p:cNvSpPr txBox="1"/>
              <p:nvPr/>
            </p:nvSpPr>
            <p:spPr>
              <a:xfrm>
                <a:off x="838200" y="2405485"/>
                <a:ext cx="10306878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28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𝛿</m:t>
                    </m:r>
                    <m:r>
                      <a:rPr lang="en-US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el-GR" sz="2800" i="1" smtClean="0">
                        <a:latin typeface="Cambria Math" panose="02040503050406030204" pitchFamily="18" charset="0"/>
                      </a:rPr>
                      <m:t>𝑄</m:t>
                    </m:r>
                    <m:r>
                      <a:rPr lang="el-GR" sz="2800" i="1" smtClean="0">
                        <a:latin typeface="Cambria Math" panose="02040503050406030204" pitchFamily="18" charset="0"/>
                      </a:rPr>
                      <m:t> × </m:t>
                    </m:r>
                    <m:r>
                      <m:rPr>
                        <m:sty m:val="p"/>
                      </m:rPr>
                      <a:rPr lang="el-GR" sz="280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Σ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→</m:t>
                    </m:r>
                    <m:r>
                      <a:rPr lang="en-US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𝒫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l-GR" sz="2800" i="1" smtClean="0">
                        <a:latin typeface="Cambria Math" panose="02040503050406030204" pitchFamily="18" charset="0"/>
                      </a:rPr>
                      <m:t>𝑄</m:t>
                    </m:r>
                    <m:r>
                      <a:rPr lang="el-GR" sz="2800" i="1" smtClean="0">
                        <a:latin typeface="Cambria Math" panose="02040503050406030204" pitchFamily="18" charset="0"/>
                      </a:rPr>
                      <m:t> × </m:t>
                    </m:r>
                    <m:r>
                      <m:rPr>
                        <m:sty m:val="p"/>
                      </m:rPr>
                      <a:rPr lang="el-GR" sz="280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Σ</m:t>
                    </m:r>
                    <m:r>
                      <a:rPr lang="el-GR" sz="2800" i="1" smtClean="0">
                        <a:latin typeface="Cambria Math" panose="02040503050406030204" pitchFamily="18" charset="0"/>
                      </a:rPr>
                      <m:t> × </m:t>
                    </m:r>
                    <m:d>
                      <m:dPr>
                        <m:begChr m:val="{"/>
                        <m:endChr m:val="}"/>
                        <m:ctrlPr>
                          <a:rPr lang="el-GR" sz="280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l-GR" sz="2800" i="1" smtClean="0">
                            <a:latin typeface="Cambria Math" panose="02040503050406030204" pitchFamily="18" charset="0"/>
                          </a:rPr>
                          <m:t>𝐿</m:t>
                        </m:r>
                        <m:r>
                          <a:rPr lang="el-GR" sz="2800" i="1" smtClean="0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l-GR" sz="2800" i="1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</m:d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800"/>
                  <a:t>, </a:t>
                </a:r>
                <a14:m>
                  <m:oMath xmlns:m="http://schemas.openxmlformats.org/officeDocument/2006/math">
                    <m:r>
                      <a:rPr lang="en-US" sz="28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𝒫</m:t>
                    </m:r>
                    <m:r>
                      <a:rPr lang="en-US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en-US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𝑆</m:t>
                    </m:r>
                    <m:r>
                      <a:rPr lang="en-US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800"/>
                  <a:t> denotes for power set of </a:t>
                </a:r>
                <a14:m>
                  <m:oMath xmlns:m="http://schemas.openxmlformats.org/officeDocument/2006/math">
                    <m:r>
                      <a:rPr lang="en-US" sz="2800" i="1" smtClean="0">
                        <a:latin typeface="Cambria Math" panose="02040503050406030204" pitchFamily="18" charset="0"/>
                      </a:rPr>
                      <m:t>𝑆</m:t>
                    </m:r>
                  </m:oMath>
                </a14:m>
                <a:endParaRPr lang="en-US" sz="2800"/>
              </a:p>
            </p:txBody>
          </p:sp>
        </mc:Choice>
        <mc:Fallback xmlns="">
          <p:sp>
            <p:nvSpPr>
              <p:cNvPr id="6" name="Hộp Văn bản 5">
                <a:extLst>
                  <a:ext uri="{FF2B5EF4-FFF2-40B4-BE49-F238E27FC236}">
                    <a16:creationId xmlns:a16="http://schemas.microsoft.com/office/drawing/2014/main" id="{85497540-82E5-44C4-88E3-34180F358CF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2405485"/>
                <a:ext cx="10306878" cy="523220"/>
              </a:xfrm>
              <a:prstGeom prst="rect">
                <a:avLst/>
              </a:prstGeom>
              <a:blipFill>
                <a:blip r:embed="rId3"/>
                <a:stretch>
                  <a:fillRect t="-11765" b="-34118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Hộp Văn bản 4">
            <a:extLst>
              <a:ext uri="{FF2B5EF4-FFF2-40B4-BE49-F238E27FC236}">
                <a16:creationId xmlns:a16="http://schemas.microsoft.com/office/drawing/2014/main" id="{621B9B49-9838-45E7-BE03-0CC167A0C02C}"/>
              </a:ext>
            </a:extLst>
          </p:cNvPr>
          <p:cNvSpPr txBox="1"/>
          <p:nvPr/>
        </p:nvSpPr>
        <p:spPr>
          <a:xfrm>
            <a:off x="838200" y="3190064"/>
            <a:ext cx="10730947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0" i="0">
                <a:solidFill>
                  <a:srgbClr val="000000"/>
                </a:solidFill>
                <a:effectLst/>
                <a:latin typeface="Calibri (Thân)"/>
              </a:rPr>
              <a:t>If the problem is solvable in polynomial time by a non-deterministic Turing machine, the problem belongs to NP class</a:t>
            </a:r>
            <a:endParaRPr lang="vi-VN" sz="2800">
              <a:latin typeface="Calibri (Thân)"/>
            </a:endParaRPr>
          </a:p>
        </p:txBody>
      </p:sp>
    </p:spTree>
    <p:extLst>
      <p:ext uri="{BB962C8B-B14F-4D97-AF65-F5344CB8AC3E}">
        <p14:creationId xmlns:p14="http://schemas.microsoft.com/office/powerpoint/2010/main" val="233782275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Đường nối Thẳng 4">
            <a:extLst>
              <a:ext uri="{FF2B5EF4-FFF2-40B4-BE49-F238E27FC236}">
                <a16:creationId xmlns:a16="http://schemas.microsoft.com/office/drawing/2014/main" id="{98C885DC-C1BB-44B4-BED5-368EDF7ECB8A}"/>
              </a:ext>
            </a:extLst>
          </p:cNvPr>
          <p:cNvCxnSpPr>
            <a:cxnSpLocks/>
          </p:cNvCxnSpPr>
          <p:nvPr/>
        </p:nvCxnSpPr>
        <p:spPr>
          <a:xfrm>
            <a:off x="5570806" y="661182"/>
            <a:ext cx="0" cy="4614203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" name="Hộp Văn bản 5">
            <a:extLst>
              <a:ext uri="{FF2B5EF4-FFF2-40B4-BE49-F238E27FC236}">
                <a16:creationId xmlns:a16="http://schemas.microsoft.com/office/drawing/2014/main" id="{A6542C27-5933-4543-A6EC-BE2B06C6A6DD}"/>
              </a:ext>
            </a:extLst>
          </p:cNvPr>
          <p:cNvSpPr txBox="1"/>
          <p:nvPr/>
        </p:nvSpPr>
        <p:spPr>
          <a:xfrm>
            <a:off x="2096087" y="661182"/>
            <a:ext cx="270099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/>
              <a:t>Deterministic</a:t>
            </a:r>
          </a:p>
        </p:txBody>
      </p:sp>
      <p:sp>
        <p:nvSpPr>
          <p:cNvPr id="8" name="Hộp Văn bản 7">
            <a:extLst>
              <a:ext uri="{FF2B5EF4-FFF2-40B4-BE49-F238E27FC236}">
                <a16:creationId xmlns:a16="http://schemas.microsoft.com/office/drawing/2014/main" id="{BB5464A6-3670-4D09-AFCA-D31B740FB6DD}"/>
              </a:ext>
            </a:extLst>
          </p:cNvPr>
          <p:cNvSpPr txBox="1"/>
          <p:nvPr/>
        </p:nvSpPr>
        <p:spPr>
          <a:xfrm>
            <a:off x="6096000" y="661182"/>
            <a:ext cx="270099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/>
              <a:t>Nondeterministic</a:t>
            </a:r>
          </a:p>
        </p:txBody>
      </p:sp>
      <p:cxnSp>
        <p:nvCxnSpPr>
          <p:cNvPr id="9" name="Đường nối Thẳng 8">
            <a:extLst>
              <a:ext uri="{FF2B5EF4-FFF2-40B4-BE49-F238E27FC236}">
                <a16:creationId xmlns:a16="http://schemas.microsoft.com/office/drawing/2014/main" id="{EB26EA95-6673-4865-843C-5E7D8BD08EAC}"/>
              </a:ext>
            </a:extLst>
          </p:cNvPr>
          <p:cNvCxnSpPr>
            <a:cxnSpLocks/>
          </p:cNvCxnSpPr>
          <p:nvPr/>
        </p:nvCxnSpPr>
        <p:spPr>
          <a:xfrm flipH="1">
            <a:off x="1596098" y="661182"/>
            <a:ext cx="492369" cy="0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Đường nối Thẳng 11">
            <a:extLst>
              <a:ext uri="{FF2B5EF4-FFF2-40B4-BE49-F238E27FC236}">
                <a16:creationId xmlns:a16="http://schemas.microsoft.com/office/drawing/2014/main" id="{D926BDF1-53C3-4E5E-B535-154D8439F2B9}"/>
              </a:ext>
            </a:extLst>
          </p:cNvPr>
          <p:cNvCxnSpPr>
            <a:cxnSpLocks/>
          </p:cNvCxnSpPr>
          <p:nvPr/>
        </p:nvCxnSpPr>
        <p:spPr>
          <a:xfrm flipH="1">
            <a:off x="1614855" y="5275385"/>
            <a:ext cx="492369" cy="0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" name="Đường kết nối Mũi tên Thẳng 13">
            <a:extLst>
              <a:ext uri="{FF2B5EF4-FFF2-40B4-BE49-F238E27FC236}">
                <a16:creationId xmlns:a16="http://schemas.microsoft.com/office/drawing/2014/main" id="{B71046D7-D684-43AB-9E56-7142AB5E1C78}"/>
              </a:ext>
            </a:extLst>
          </p:cNvPr>
          <p:cNvCxnSpPr/>
          <p:nvPr/>
        </p:nvCxnSpPr>
        <p:spPr>
          <a:xfrm>
            <a:off x="1842282" y="661182"/>
            <a:ext cx="0" cy="4614203"/>
          </a:xfrm>
          <a:prstGeom prst="straightConnector1">
            <a:avLst/>
          </a:prstGeom>
          <a:ln w="28575"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8" name="Hình Bầu dục 17">
            <a:extLst>
              <a:ext uri="{FF2B5EF4-FFF2-40B4-BE49-F238E27FC236}">
                <a16:creationId xmlns:a16="http://schemas.microsoft.com/office/drawing/2014/main" id="{35CA6449-6970-43A8-A34C-2FB64E42A74E}"/>
              </a:ext>
            </a:extLst>
          </p:cNvPr>
          <p:cNvSpPr/>
          <p:nvPr/>
        </p:nvSpPr>
        <p:spPr>
          <a:xfrm>
            <a:off x="3334042" y="1371607"/>
            <a:ext cx="154744" cy="154736"/>
          </a:xfrm>
          <a:prstGeom prst="ellipse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0" name="Đường kết nối Mũi tên Thẳng 19">
            <a:extLst>
              <a:ext uri="{FF2B5EF4-FFF2-40B4-BE49-F238E27FC236}">
                <a16:creationId xmlns:a16="http://schemas.microsoft.com/office/drawing/2014/main" id="{2502F663-AFF8-4D6A-8C6F-68F258F5EACE}"/>
              </a:ext>
            </a:extLst>
          </p:cNvPr>
          <p:cNvCxnSpPr/>
          <p:nvPr/>
        </p:nvCxnSpPr>
        <p:spPr>
          <a:xfrm>
            <a:off x="3411414" y="1631852"/>
            <a:ext cx="0" cy="436099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1" name="Hình Bầu dục 20">
            <a:extLst>
              <a:ext uri="{FF2B5EF4-FFF2-40B4-BE49-F238E27FC236}">
                <a16:creationId xmlns:a16="http://schemas.microsoft.com/office/drawing/2014/main" id="{56A85EC9-422A-47E4-B0A7-832A7F683AEF}"/>
              </a:ext>
            </a:extLst>
          </p:cNvPr>
          <p:cNvSpPr/>
          <p:nvPr/>
        </p:nvSpPr>
        <p:spPr>
          <a:xfrm>
            <a:off x="3334042" y="2159458"/>
            <a:ext cx="154744" cy="154736"/>
          </a:xfrm>
          <a:prstGeom prst="ellipse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2" name="Đường kết nối Mũi tên Thẳng 21">
            <a:extLst>
              <a:ext uri="{FF2B5EF4-FFF2-40B4-BE49-F238E27FC236}">
                <a16:creationId xmlns:a16="http://schemas.microsoft.com/office/drawing/2014/main" id="{0102FB7B-626F-4CCD-B447-01826C94DEB9}"/>
              </a:ext>
            </a:extLst>
          </p:cNvPr>
          <p:cNvCxnSpPr/>
          <p:nvPr/>
        </p:nvCxnSpPr>
        <p:spPr>
          <a:xfrm>
            <a:off x="3411414" y="2419703"/>
            <a:ext cx="0" cy="436099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4" name="Hộp Văn bản 23">
            <a:extLst>
              <a:ext uri="{FF2B5EF4-FFF2-40B4-BE49-F238E27FC236}">
                <a16:creationId xmlns:a16="http://schemas.microsoft.com/office/drawing/2014/main" id="{140251EC-3A24-4C5B-A3AC-FD094CC2A81F}"/>
              </a:ext>
            </a:extLst>
          </p:cNvPr>
          <p:cNvSpPr txBox="1"/>
          <p:nvPr/>
        </p:nvSpPr>
        <p:spPr>
          <a:xfrm>
            <a:off x="2060917" y="2947309"/>
            <a:ext cx="270099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/>
              <a:t>…</a:t>
            </a:r>
          </a:p>
        </p:txBody>
      </p:sp>
      <p:sp>
        <p:nvSpPr>
          <p:cNvPr id="26" name="Hình Bầu dục 25">
            <a:extLst>
              <a:ext uri="{FF2B5EF4-FFF2-40B4-BE49-F238E27FC236}">
                <a16:creationId xmlns:a16="http://schemas.microsoft.com/office/drawing/2014/main" id="{49C45E2D-2766-485D-AC86-AB4640FD5CFC}"/>
              </a:ext>
            </a:extLst>
          </p:cNvPr>
          <p:cNvSpPr/>
          <p:nvPr/>
        </p:nvSpPr>
        <p:spPr>
          <a:xfrm>
            <a:off x="3322321" y="3408148"/>
            <a:ext cx="154744" cy="154736"/>
          </a:xfrm>
          <a:prstGeom prst="ellipse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7" name="Đường kết nối Mũi tên Thẳng 26">
            <a:extLst>
              <a:ext uri="{FF2B5EF4-FFF2-40B4-BE49-F238E27FC236}">
                <a16:creationId xmlns:a16="http://schemas.microsoft.com/office/drawing/2014/main" id="{7197D440-AC18-4984-A38C-0E0C2B7FC8CB}"/>
              </a:ext>
            </a:extLst>
          </p:cNvPr>
          <p:cNvCxnSpPr/>
          <p:nvPr/>
        </p:nvCxnSpPr>
        <p:spPr>
          <a:xfrm>
            <a:off x="3399693" y="3668393"/>
            <a:ext cx="0" cy="436099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9" name="Hình Bầu dục 28">
            <a:extLst>
              <a:ext uri="{FF2B5EF4-FFF2-40B4-BE49-F238E27FC236}">
                <a16:creationId xmlns:a16="http://schemas.microsoft.com/office/drawing/2014/main" id="{6566661C-E04F-452B-9476-BA510BEFC87A}"/>
              </a:ext>
            </a:extLst>
          </p:cNvPr>
          <p:cNvSpPr/>
          <p:nvPr/>
        </p:nvSpPr>
        <p:spPr>
          <a:xfrm>
            <a:off x="3322321" y="4206792"/>
            <a:ext cx="154744" cy="154736"/>
          </a:xfrm>
          <a:prstGeom prst="ellipse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1" name="Hộp Văn bản 30">
                <a:extLst>
                  <a:ext uri="{FF2B5EF4-FFF2-40B4-BE49-F238E27FC236}">
                    <a16:creationId xmlns:a16="http://schemas.microsoft.com/office/drawing/2014/main" id="{EA2263D8-C584-44F7-9430-F3E032A0D63B}"/>
                  </a:ext>
                </a:extLst>
              </p:cNvPr>
              <p:cNvSpPr txBox="1"/>
              <p:nvPr/>
            </p:nvSpPr>
            <p:spPr>
              <a:xfrm>
                <a:off x="3147652" y="4079245"/>
                <a:ext cx="2423154" cy="39504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𝑎𝑐𝑐𝑒𝑝𝑡</m:t>
                          </m:r>
                        </m:sub>
                      </m:sSub>
                      <m:r>
                        <a:rPr lang="en-US" b="0" i="0" smtClean="0">
                          <a:latin typeface="Cambria Math" panose="02040503050406030204" pitchFamily="18" charset="0"/>
                        </a:rPr>
                        <m:t>/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𝑟𝑒𝑗𝑒𝑐𝑡</m:t>
                          </m:r>
                        </m:sub>
                      </m:sSub>
                    </m:oMath>
                  </m:oMathPara>
                </a14:m>
                <a:endParaRPr lang="en-US" i="1"/>
              </a:p>
            </p:txBody>
          </p:sp>
        </mc:Choice>
        <mc:Fallback xmlns="">
          <p:sp>
            <p:nvSpPr>
              <p:cNvPr id="31" name="Hộp Văn bản 30">
                <a:extLst>
                  <a:ext uri="{FF2B5EF4-FFF2-40B4-BE49-F238E27FC236}">
                    <a16:creationId xmlns:a16="http://schemas.microsoft.com/office/drawing/2014/main" id="{EA2263D8-C584-44F7-9430-F3E032A0D63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47652" y="4079245"/>
                <a:ext cx="2423154" cy="395045"/>
              </a:xfrm>
              <a:prstGeom prst="rect">
                <a:avLst/>
              </a:prstGeom>
              <a:blipFill>
                <a:blip r:embed="rId2"/>
                <a:stretch>
                  <a:fillRect b="-769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2" name="Hình Bầu dục 31">
            <a:extLst>
              <a:ext uri="{FF2B5EF4-FFF2-40B4-BE49-F238E27FC236}">
                <a16:creationId xmlns:a16="http://schemas.microsoft.com/office/drawing/2014/main" id="{325C2661-97EA-4516-9A0A-A2F21FB4E879}"/>
              </a:ext>
            </a:extLst>
          </p:cNvPr>
          <p:cNvSpPr/>
          <p:nvPr/>
        </p:nvSpPr>
        <p:spPr>
          <a:xfrm>
            <a:off x="7380845" y="1371607"/>
            <a:ext cx="154744" cy="154736"/>
          </a:xfrm>
          <a:prstGeom prst="ellipse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3" name="Đường kết nối Mũi tên Thẳng 32">
            <a:extLst>
              <a:ext uri="{FF2B5EF4-FFF2-40B4-BE49-F238E27FC236}">
                <a16:creationId xmlns:a16="http://schemas.microsoft.com/office/drawing/2014/main" id="{8C58C3E4-897E-4A15-9BEB-17295D8344F9}"/>
              </a:ext>
            </a:extLst>
          </p:cNvPr>
          <p:cNvCxnSpPr/>
          <p:nvPr/>
        </p:nvCxnSpPr>
        <p:spPr>
          <a:xfrm>
            <a:off x="7458217" y="1631852"/>
            <a:ext cx="0" cy="436099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4" name="Hình Bầu dục 33">
            <a:extLst>
              <a:ext uri="{FF2B5EF4-FFF2-40B4-BE49-F238E27FC236}">
                <a16:creationId xmlns:a16="http://schemas.microsoft.com/office/drawing/2014/main" id="{90D7F1BD-5445-4564-B3FA-579C692A04F3}"/>
              </a:ext>
            </a:extLst>
          </p:cNvPr>
          <p:cNvSpPr/>
          <p:nvPr/>
        </p:nvSpPr>
        <p:spPr>
          <a:xfrm>
            <a:off x="7380845" y="2159458"/>
            <a:ext cx="154744" cy="154736"/>
          </a:xfrm>
          <a:prstGeom prst="ellipse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5" name="Đường kết nối Mũi tên Thẳng 34">
            <a:extLst>
              <a:ext uri="{FF2B5EF4-FFF2-40B4-BE49-F238E27FC236}">
                <a16:creationId xmlns:a16="http://schemas.microsoft.com/office/drawing/2014/main" id="{CFDF060B-E9E1-4017-9A43-706323FEFB6D}"/>
              </a:ext>
            </a:extLst>
          </p:cNvPr>
          <p:cNvCxnSpPr/>
          <p:nvPr/>
        </p:nvCxnSpPr>
        <p:spPr>
          <a:xfrm>
            <a:off x="7458217" y="2419703"/>
            <a:ext cx="0" cy="436099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6" name="Hình Bầu dục 35">
            <a:extLst>
              <a:ext uri="{FF2B5EF4-FFF2-40B4-BE49-F238E27FC236}">
                <a16:creationId xmlns:a16="http://schemas.microsoft.com/office/drawing/2014/main" id="{C885114B-9D68-474D-862D-7D34B9536C66}"/>
              </a:ext>
            </a:extLst>
          </p:cNvPr>
          <p:cNvSpPr/>
          <p:nvPr/>
        </p:nvSpPr>
        <p:spPr>
          <a:xfrm>
            <a:off x="7369124" y="4036798"/>
            <a:ext cx="154744" cy="154736"/>
          </a:xfrm>
          <a:prstGeom prst="ellipse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7" name="Đường kết nối Mũi tên Thẳng 36">
            <a:extLst>
              <a:ext uri="{FF2B5EF4-FFF2-40B4-BE49-F238E27FC236}">
                <a16:creationId xmlns:a16="http://schemas.microsoft.com/office/drawing/2014/main" id="{E613FF65-91EB-45A3-BF49-AF4EAC4C7840}"/>
              </a:ext>
            </a:extLst>
          </p:cNvPr>
          <p:cNvCxnSpPr/>
          <p:nvPr/>
        </p:nvCxnSpPr>
        <p:spPr>
          <a:xfrm>
            <a:off x="7446496" y="4297043"/>
            <a:ext cx="0" cy="436099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8" name="Hình Bầu dục 37">
            <a:extLst>
              <a:ext uri="{FF2B5EF4-FFF2-40B4-BE49-F238E27FC236}">
                <a16:creationId xmlns:a16="http://schemas.microsoft.com/office/drawing/2014/main" id="{8CA780A9-8CF9-499E-83C2-E445D315576A}"/>
              </a:ext>
            </a:extLst>
          </p:cNvPr>
          <p:cNvSpPr/>
          <p:nvPr/>
        </p:nvSpPr>
        <p:spPr>
          <a:xfrm>
            <a:off x="7369124" y="4835442"/>
            <a:ext cx="154744" cy="154736"/>
          </a:xfrm>
          <a:prstGeom prst="ellipse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9" name="Đường kết nối Mũi tên Thẳng 38">
            <a:extLst>
              <a:ext uri="{FF2B5EF4-FFF2-40B4-BE49-F238E27FC236}">
                <a16:creationId xmlns:a16="http://schemas.microsoft.com/office/drawing/2014/main" id="{9D9B1284-CD8A-4063-841F-69E5F5AFC010}"/>
              </a:ext>
            </a:extLst>
          </p:cNvPr>
          <p:cNvCxnSpPr>
            <a:cxnSpLocks/>
          </p:cNvCxnSpPr>
          <p:nvPr/>
        </p:nvCxnSpPr>
        <p:spPr>
          <a:xfrm>
            <a:off x="7613103" y="1631852"/>
            <a:ext cx="391555" cy="436099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3" name="Hình Bầu dục 42">
            <a:extLst>
              <a:ext uri="{FF2B5EF4-FFF2-40B4-BE49-F238E27FC236}">
                <a16:creationId xmlns:a16="http://schemas.microsoft.com/office/drawing/2014/main" id="{2F0FC994-B3D9-40D4-A60F-AC750D2F250F}"/>
              </a:ext>
            </a:extLst>
          </p:cNvPr>
          <p:cNvSpPr/>
          <p:nvPr/>
        </p:nvSpPr>
        <p:spPr>
          <a:xfrm>
            <a:off x="7993961" y="2159458"/>
            <a:ext cx="154744" cy="154736"/>
          </a:xfrm>
          <a:prstGeom prst="ellipse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5" name="Đường kết nối Mũi tên Thẳng 44">
            <a:extLst>
              <a:ext uri="{FF2B5EF4-FFF2-40B4-BE49-F238E27FC236}">
                <a16:creationId xmlns:a16="http://schemas.microsoft.com/office/drawing/2014/main" id="{C78F5842-CA3E-4364-83D2-C97C56D124DB}"/>
              </a:ext>
            </a:extLst>
          </p:cNvPr>
          <p:cNvCxnSpPr>
            <a:cxnSpLocks/>
          </p:cNvCxnSpPr>
          <p:nvPr/>
        </p:nvCxnSpPr>
        <p:spPr>
          <a:xfrm>
            <a:off x="8242341" y="2400603"/>
            <a:ext cx="391555" cy="436099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7" name="Hình Bầu dục 46">
            <a:extLst>
              <a:ext uri="{FF2B5EF4-FFF2-40B4-BE49-F238E27FC236}">
                <a16:creationId xmlns:a16="http://schemas.microsoft.com/office/drawing/2014/main" id="{930BFBEB-B1E6-4C07-B713-50B19569385D}"/>
              </a:ext>
            </a:extLst>
          </p:cNvPr>
          <p:cNvSpPr/>
          <p:nvPr/>
        </p:nvSpPr>
        <p:spPr>
          <a:xfrm>
            <a:off x="8648839" y="2890915"/>
            <a:ext cx="154744" cy="154736"/>
          </a:xfrm>
          <a:prstGeom prst="ellipse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8" name="Đường kết nối Mũi tên Thẳng 47">
            <a:extLst>
              <a:ext uri="{FF2B5EF4-FFF2-40B4-BE49-F238E27FC236}">
                <a16:creationId xmlns:a16="http://schemas.microsoft.com/office/drawing/2014/main" id="{ABD51419-3BAD-45F9-A956-81DC7F531BB3}"/>
              </a:ext>
            </a:extLst>
          </p:cNvPr>
          <p:cNvCxnSpPr>
            <a:cxnSpLocks/>
          </p:cNvCxnSpPr>
          <p:nvPr/>
        </p:nvCxnSpPr>
        <p:spPr>
          <a:xfrm flipH="1">
            <a:off x="6723908" y="2389292"/>
            <a:ext cx="524617" cy="447410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2" name="Hình Bầu dục 51">
            <a:extLst>
              <a:ext uri="{FF2B5EF4-FFF2-40B4-BE49-F238E27FC236}">
                <a16:creationId xmlns:a16="http://schemas.microsoft.com/office/drawing/2014/main" id="{EB763FB4-A8B8-4601-97B2-366B1B629733}"/>
              </a:ext>
            </a:extLst>
          </p:cNvPr>
          <p:cNvSpPr/>
          <p:nvPr/>
        </p:nvSpPr>
        <p:spPr>
          <a:xfrm>
            <a:off x="7380845" y="2890915"/>
            <a:ext cx="154744" cy="154736"/>
          </a:xfrm>
          <a:prstGeom prst="ellipse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Hình Bầu dục 53">
            <a:extLst>
              <a:ext uri="{FF2B5EF4-FFF2-40B4-BE49-F238E27FC236}">
                <a16:creationId xmlns:a16="http://schemas.microsoft.com/office/drawing/2014/main" id="{431AEF0E-812A-4D14-8ABA-1FC3530E8486}"/>
              </a:ext>
            </a:extLst>
          </p:cNvPr>
          <p:cNvSpPr/>
          <p:nvPr/>
        </p:nvSpPr>
        <p:spPr>
          <a:xfrm>
            <a:off x="6555318" y="2890915"/>
            <a:ext cx="154744" cy="154736"/>
          </a:xfrm>
          <a:prstGeom prst="ellipse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Hộp Văn bản 55">
            <a:extLst>
              <a:ext uri="{FF2B5EF4-FFF2-40B4-BE49-F238E27FC236}">
                <a16:creationId xmlns:a16="http://schemas.microsoft.com/office/drawing/2014/main" id="{9EA18BD4-60E6-4189-91EE-BC7E3939A5EE}"/>
              </a:ext>
            </a:extLst>
          </p:cNvPr>
          <p:cNvSpPr txBox="1"/>
          <p:nvPr/>
        </p:nvSpPr>
        <p:spPr>
          <a:xfrm>
            <a:off x="6107720" y="3542390"/>
            <a:ext cx="270099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/>
              <a:t>…</a:t>
            </a:r>
          </a:p>
        </p:txBody>
      </p:sp>
      <p:cxnSp>
        <p:nvCxnSpPr>
          <p:cNvPr id="57" name="Đường kết nối Mũi tên Thẳng 56">
            <a:extLst>
              <a:ext uri="{FF2B5EF4-FFF2-40B4-BE49-F238E27FC236}">
                <a16:creationId xmlns:a16="http://schemas.microsoft.com/office/drawing/2014/main" id="{C0BE01FB-C9AB-4F61-99E9-75058299AC5D}"/>
              </a:ext>
            </a:extLst>
          </p:cNvPr>
          <p:cNvCxnSpPr/>
          <p:nvPr/>
        </p:nvCxnSpPr>
        <p:spPr>
          <a:xfrm>
            <a:off x="7458217" y="3131975"/>
            <a:ext cx="0" cy="436099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9" name="Hộp Văn bản 58">
                <a:extLst>
                  <a:ext uri="{FF2B5EF4-FFF2-40B4-BE49-F238E27FC236}">
                    <a16:creationId xmlns:a16="http://schemas.microsoft.com/office/drawing/2014/main" id="{78CB9E21-3C4F-4F0C-9EBF-855950F3B346}"/>
                  </a:ext>
                </a:extLst>
              </p:cNvPr>
              <p:cNvSpPr txBox="1"/>
              <p:nvPr/>
            </p:nvSpPr>
            <p:spPr>
              <a:xfrm>
                <a:off x="8134051" y="2749786"/>
                <a:ext cx="2423154" cy="39504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𝑎𝑐𝑐𝑒𝑝𝑡</m:t>
                          </m:r>
                        </m:sub>
                      </m:sSub>
                    </m:oMath>
                  </m:oMathPara>
                </a14:m>
                <a:endParaRPr lang="en-US" i="1"/>
              </a:p>
            </p:txBody>
          </p:sp>
        </mc:Choice>
        <mc:Fallback xmlns="">
          <p:sp>
            <p:nvSpPr>
              <p:cNvPr id="59" name="Hộp Văn bản 58">
                <a:extLst>
                  <a:ext uri="{FF2B5EF4-FFF2-40B4-BE49-F238E27FC236}">
                    <a16:creationId xmlns:a16="http://schemas.microsoft.com/office/drawing/2014/main" id="{78CB9E21-3C4F-4F0C-9EBF-855950F3B3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34051" y="2749786"/>
                <a:ext cx="2423154" cy="395045"/>
              </a:xfrm>
              <a:prstGeom prst="rect">
                <a:avLst/>
              </a:prstGeom>
              <a:blipFill>
                <a:blip r:embed="rId3"/>
                <a:stretch>
                  <a:fillRect b="-461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1" name="Hộp Văn bản 60">
                <a:extLst>
                  <a:ext uri="{FF2B5EF4-FFF2-40B4-BE49-F238E27FC236}">
                    <a16:creationId xmlns:a16="http://schemas.microsoft.com/office/drawing/2014/main" id="{3255920D-B384-4052-99C8-A89F47648D8D}"/>
                  </a:ext>
                </a:extLst>
              </p:cNvPr>
              <p:cNvSpPr txBox="1"/>
              <p:nvPr/>
            </p:nvSpPr>
            <p:spPr>
              <a:xfrm>
                <a:off x="6859756" y="4710953"/>
                <a:ext cx="2423154" cy="39504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𝑎𝑐𝑐𝑒𝑝𝑡</m:t>
                          </m:r>
                        </m:sub>
                      </m:sSub>
                    </m:oMath>
                  </m:oMathPara>
                </a14:m>
                <a:endParaRPr lang="en-US" i="1"/>
              </a:p>
            </p:txBody>
          </p:sp>
        </mc:Choice>
        <mc:Fallback xmlns="">
          <p:sp>
            <p:nvSpPr>
              <p:cNvPr id="61" name="Hộp Văn bản 60">
                <a:extLst>
                  <a:ext uri="{FF2B5EF4-FFF2-40B4-BE49-F238E27FC236}">
                    <a16:creationId xmlns:a16="http://schemas.microsoft.com/office/drawing/2014/main" id="{3255920D-B384-4052-99C8-A89F47648D8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59756" y="4710953"/>
                <a:ext cx="2423154" cy="395045"/>
              </a:xfrm>
              <a:prstGeom prst="rect">
                <a:avLst/>
              </a:prstGeom>
              <a:blipFill>
                <a:blip r:embed="rId4"/>
                <a:stretch>
                  <a:fillRect b="-461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3" name="Hộp Văn bản 62">
                <a:extLst>
                  <a:ext uri="{FF2B5EF4-FFF2-40B4-BE49-F238E27FC236}">
                    <a16:creationId xmlns:a16="http://schemas.microsoft.com/office/drawing/2014/main" id="{DA483DAA-C2DF-4319-A0A3-772B36F1737D}"/>
                  </a:ext>
                </a:extLst>
              </p:cNvPr>
              <p:cNvSpPr txBox="1"/>
              <p:nvPr/>
            </p:nvSpPr>
            <p:spPr>
              <a:xfrm>
                <a:off x="4901345" y="2732469"/>
                <a:ext cx="2423154" cy="39164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𝑟𝑒𝑗𝑒𝑐𝑡</m:t>
                          </m:r>
                        </m:sub>
                      </m:sSub>
                    </m:oMath>
                  </m:oMathPara>
                </a14:m>
                <a:endParaRPr lang="en-US" i="1"/>
              </a:p>
            </p:txBody>
          </p:sp>
        </mc:Choice>
        <mc:Fallback xmlns="">
          <p:sp>
            <p:nvSpPr>
              <p:cNvPr id="63" name="Hộp Văn bản 62">
                <a:extLst>
                  <a:ext uri="{FF2B5EF4-FFF2-40B4-BE49-F238E27FC236}">
                    <a16:creationId xmlns:a16="http://schemas.microsoft.com/office/drawing/2014/main" id="{DA483DAA-C2DF-4319-A0A3-772B36F1737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01345" y="2732469"/>
                <a:ext cx="2423154" cy="391646"/>
              </a:xfrm>
              <a:prstGeom prst="rect">
                <a:avLst/>
              </a:prstGeom>
              <a:blipFill>
                <a:blip r:embed="rId5"/>
                <a:stretch>
                  <a:fillRect b="-937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5" name="Hộp Văn bản 64">
                <a:extLst>
                  <a:ext uri="{FF2B5EF4-FFF2-40B4-BE49-F238E27FC236}">
                    <a16:creationId xmlns:a16="http://schemas.microsoft.com/office/drawing/2014/main" id="{C35F36B6-B1C0-4B0B-8843-5EFC2CAE588E}"/>
                  </a:ext>
                </a:extLst>
              </p:cNvPr>
              <p:cNvSpPr txBox="1"/>
              <p:nvPr/>
            </p:nvSpPr>
            <p:spPr>
              <a:xfrm>
                <a:off x="262600" y="2743626"/>
                <a:ext cx="2339261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𝑓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/>
              </a:p>
            </p:txBody>
          </p:sp>
        </mc:Choice>
        <mc:Fallback xmlns="">
          <p:sp>
            <p:nvSpPr>
              <p:cNvPr id="65" name="Hộp Văn bản 64">
                <a:extLst>
                  <a:ext uri="{FF2B5EF4-FFF2-40B4-BE49-F238E27FC236}">
                    <a16:creationId xmlns:a16="http://schemas.microsoft.com/office/drawing/2014/main" id="{C35F36B6-B1C0-4B0B-8843-5EFC2CAE588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2600" y="2743626"/>
                <a:ext cx="2339261" cy="369332"/>
              </a:xfrm>
              <a:prstGeom prst="rect">
                <a:avLst/>
              </a:prstGeom>
              <a:blipFill>
                <a:blip r:embed="rId6"/>
                <a:stretch>
                  <a:fillRect b="-1311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Chỗ dành sẵn cho Số hiệu Bản chiếu 1">
            <a:extLst>
              <a:ext uri="{FF2B5EF4-FFF2-40B4-BE49-F238E27FC236}">
                <a16:creationId xmlns:a16="http://schemas.microsoft.com/office/drawing/2014/main" id="{7F4F34DB-85AE-444C-A414-B156C67D90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ABBA0F-ED8F-4A6E-AA06-FEAFBF3D52EE}" type="slidenum">
              <a:rPr lang="en-US" smtClean="0"/>
              <a:t>13</a:t>
            </a:fld>
            <a:endParaRPr lang="en-US"/>
          </a:p>
        </p:txBody>
      </p:sp>
      <p:sp>
        <p:nvSpPr>
          <p:cNvPr id="3" name="Hộp Văn bản 2">
            <a:extLst>
              <a:ext uri="{FF2B5EF4-FFF2-40B4-BE49-F238E27FC236}">
                <a16:creationId xmlns:a16="http://schemas.microsoft.com/office/drawing/2014/main" id="{C1DEE39F-21A2-4712-B59A-A857340A934B}"/>
              </a:ext>
            </a:extLst>
          </p:cNvPr>
          <p:cNvSpPr txBox="1"/>
          <p:nvPr/>
        </p:nvSpPr>
        <p:spPr>
          <a:xfrm>
            <a:off x="2511744" y="5275385"/>
            <a:ext cx="22328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/>
              <a:t>1 computation path</a:t>
            </a:r>
            <a:endParaRPr lang="vi-VN"/>
          </a:p>
        </p:txBody>
      </p:sp>
      <p:sp>
        <p:nvSpPr>
          <p:cNvPr id="40" name="Hộp Văn bản 39">
            <a:extLst>
              <a:ext uri="{FF2B5EF4-FFF2-40B4-BE49-F238E27FC236}">
                <a16:creationId xmlns:a16="http://schemas.microsoft.com/office/drawing/2014/main" id="{A22AFEA1-8CA9-4BD2-BE15-C6D025568D8B}"/>
              </a:ext>
            </a:extLst>
          </p:cNvPr>
          <p:cNvSpPr txBox="1"/>
          <p:nvPr/>
        </p:nvSpPr>
        <p:spPr>
          <a:xfrm>
            <a:off x="6723908" y="5287375"/>
            <a:ext cx="22328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/>
              <a:t>n computation path</a:t>
            </a:r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16919666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êu đề 1">
            <a:extLst>
              <a:ext uri="{FF2B5EF4-FFF2-40B4-BE49-F238E27FC236}">
                <a16:creationId xmlns:a16="http://schemas.microsoft.com/office/drawing/2014/main" id="{A403CF82-CE53-40AD-9D89-6216C2FD28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Example: Sub-set sum probel</a:t>
            </a:r>
            <a:endParaRPr lang="vi-V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hỗ dành sẵn cho Nội dung 2">
                <a:extLst>
                  <a:ext uri="{FF2B5EF4-FFF2-40B4-BE49-F238E27FC236}">
                    <a16:creationId xmlns:a16="http://schemas.microsoft.com/office/drawing/2014/main" id="{DA9E0ED7-BAE1-44DA-89F7-48FB9D912D0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US"/>
                  <a:t>Given a set S =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{1,−2, 5,3}</m:t>
                    </m:r>
                  </m:oMath>
                </a14:m>
                <a:r>
                  <a:rPr lang="en-US"/>
                  <a:t>. What sub-set of S has sum equal 7?</a:t>
                </a:r>
                <a:endParaRPr lang="vi-VN"/>
              </a:p>
            </p:txBody>
          </p:sp>
        </mc:Choice>
        <mc:Fallback xmlns="">
          <p:sp>
            <p:nvSpPr>
              <p:cNvPr id="3" name="Chỗ dành sẵn cho Nội dung 2">
                <a:extLst>
                  <a:ext uri="{FF2B5EF4-FFF2-40B4-BE49-F238E27FC236}">
                    <a16:creationId xmlns:a16="http://schemas.microsoft.com/office/drawing/2014/main" id="{DA9E0ED7-BAE1-44DA-89F7-48FB9D912D0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17" t="-2241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Chỗ dành sẵn cho Số hiệu Bản chiếu 3">
            <a:extLst>
              <a:ext uri="{FF2B5EF4-FFF2-40B4-BE49-F238E27FC236}">
                <a16:creationId xmlns:a16="http://schemas.microsoft.com/office/drawing/2014/main" id="{D582ABA6-3A1B-4C50-8824-990A625EDF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CF7CBD-B9A5-4D53-9D65-FFCCF7EF1299}" type="slidenum">
              <a:rPr lang="vi-VN" smtClean="0"/>
              <a:t>14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425279707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Đường nối Thẳng 4">
            <a:extLst>
              <a:ext uri="{FF2B5EF4-FFF2-40B4-BE49-F238E27FC236}">
                <a16:creationId xmlns:a16="http://schemas.microsoft.com/office/drawing/2014/main" id="{98C885DC-C1BB-44B4-BED5-368EDF7ECB8A}"/>
              </a:ext>
            </a:extLst>
          </p:cNvPr>
          <p:cNvCxnSpPr>
            <a:cxnSpLocks/>
          </p:cNvCxnSpPr>
          <p:nvPr/>
        </p:nvCxnSpPr>
        <p:spPr>
          <a:xfrm>
            <a:off x="5570806" y="661182"/>
            <a:ext cx="0" cy="4614203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" name="Hộp Văn bản 5">
            <a:extLst>
              <a:ext uri="{FF2B5EF4-FFF2-40B4-BE49-F238E27FC236}">
                <a16:creationId xmlns:a16="http://schemas.microsoft.com/office/drawing/2014/main" id="{A6542C27-5933-4543-A6EC-BE2B06C6A6DD}"/>
              </a:ext>
            </a:extLst>
          </p:cNvPr>
          <p:cNvSpPr txBox="1"/>
          <p:nvPr/>
        </p:nvSpPr>
        <p:spPr>
          <a:xfrm>
            <a:off x="2096087" y="661182"/>
            <a:ext cx="270099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/>
              <a:t>Deterministic</a:t>
            </a:r>
          </a:p>
        </p:txBody>
      </p:sp>
      <p:sp>
        <p:nvSpPr>
          <p:cNvPr id="8" name="Hộp Văn bản 7">
            <a:extLst>
              <a:ext uri="{FF2B5EF4-FFF2-40B4-BE49-F238E27FC236}">
                <a16:creationId xmlns:a16="http://schemas.microsoft.com/office/drawing/2014/main" id="{BB5464A6-3670-4D09-AFCA-D31B740FB6DD}"/>
              </a:ext>
            </a:extLst>
          </p:cNvPr>
          <p:cNvSpPr txBox="1"/>
          <p:nvPr/>
        </p:nvSpPr>
        <p:spPr>
          <a:xfrm>
            <a:off x="7686260" y="661182"/>
            <a:ext cx="270099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/>
              <a:t>Nondeterministic</a:t>
            </a:r>
          </a:p>
        </p:txBody>
      </p:sp>
      <p:sp>
        <p:nvSpPr>
          <p:cNvPr id="18" name="Hình Bầu dục 17">
            <a:extLst>
              <a:ext uri="{FF2B5EF4-FFF2-40B4-BE49-F238E27FC236}">
                <a16:creationId xmlns:a16="http://schemas.microsoft.com/office/drawing/2014/main" id="{35CA6449-6970-43A8-A34C-2FB64E42A74E}"/>
              </a:ext>
            </a:extLst>
          </p:cNvPr>
          <p:cNvSpPr/>
          <p:nvPr/>
        </p:nvSpPr>
        <p:spPr>
          <a:xfrm>
            <a:off x="3334042" y="1371607"/>
            <a:ext cx="154744" cy="154736"/>
          </a:xfrm>
          <a:prstGeom prst="ellipse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0" name="Đường kết nối Mũi tên Thẳng 19">
            <a:extLst>
              <a:ext uri="{FF2B5EF4-FFF2-40B4-BE49-F238E27FC236}">
                <a16:creationId xmlns:a16="http://schemas.microsoft.com/office/drawing/2014/main" id="{2502F663-AFF8-4D6A-8C6F-68F258F5EACE}"/>
              </a:ext>
            </a:extLst>
          </p:cNvPr>
          <p:cNvCxnSpPr/>
          <p:nvPr/>
        </p:nvCxnSpPr>
        <p:spPr>
          <a:xfrm>
            <a:off x="3411414" y="1631852"/>
            <a:ext cx="0" cy="436099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1" name="Hình Bầu dục 20">
            <a:extLst>
              <a:ext uri="{FF2B5EF4-FFF2-40B4-BE49-F238E27FC236}">
                <a16:creationId xmlns:a16="http://schemas.microsoft.com/office/drawing/2014/main" id="{56A85EC9-422A-47E4-B0A7-832A7F683AEF}"/>
              </a:ext>
            </a:extLst>
          </p:cNvPr>
          <p:cNvSpPr/>
          <p:nvPr/>
        </p:nvSpPr>
        <p:spPr>
          <a:xfrm>
            <a:off x="3334042" y="2159458"/>
            <a:ext cx="154744" cy="154736"/>
          </a:xfrm>
          <a:prstGeom prst="ellipse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2" name="Đường kết nối Mũi tên Thẳng 21">
            <a:extLst>
              <a:ext uri="{FF2B5EF4-FFF2-40B4-BE49-F238E27FC236}">
                <a16:creationId xmlns:a16="http://schemas.microsoft.com/office/drawing/2014/main" id="{0102FB7B-626F-4CCD-B447-01826C94DEB9}"/>
              </a:ext>
            </a:extLst>
          </p:cNvPr>
          <p:cNvCxnSpPr/>
          <p:nvPr/>
        </p:nvCxnSpPr>
        <p:spPr>
          <a:xfrm>
            <a:off x="3411414" y="2419703"/>
            <a:ext cx="0" cy="436099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4" name="Hộp Văn bản 23">
            <a:extLst>
              <a:ext uri="{FF2B5EF4-FFF2-40B4-BE49-F238E27FC236}">
                <a16:creationId xmlns:a16="http://schemas.microsoft.com/office/drawing/2014/main" id="{140251EC-3A24-4C5B-A3AC-FD094CC2A81F}"/>
              </a:ext>
            </a:extLst>
          </p:cNvPr>
          <p:cNvSpPr txBox="1"/>
          <p:nvPr/>
        </p:nvSpPr>
        <p:spPr>
          <a:xfrm>
            <a:off x="2060917" y="2947309"/>
            <a:ext cx="270099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/>
              <a:t>…</a:t>
            </a:r>
          </a:p>
        </p:txBody>
      </p:sp>
      <p:sp>
        <p:nvSpPr>
          <p:cNvPr id="26" name="Hình Bầu dục 25">
            <a:extLst>
              <a:ext uri="{FF2B5EF4-FFF2-40B4-BE49-F238E27FC236}">
                <a16:creationId xmlns:a16="http://schemas.microsoft.com/office/drawing/2014/main" id="{49C45E2D-2766-485D-AC86-AB4640FD5CFC}"/>
              </a:ext>
            </a:extLst>
          </p:cNvPr>
          <p:cNvSpPr/>
          <p:nvPr/>
        </p:nvSpPr>
        <p:spPr>
          <a:xfrm>
            <a:off x="3322321" y="3408148"/>
            <a:ext cx="154744" cy="154736"/>
          </a:xfrm>
          <a:prstGeom prst="ellipse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7" name="Đường kết nối Mũi tên Thẳng 26">
            <a:extLst>
              <a:ext uri="{FF2B5EF4-FFF2-40B4-BE49-F238E27FC236}">
                <a16:creationId xmlns:a16="http://schemas.microsoft.com/office/drawing/2014/main" id="{7197D440-AC18-4984-A38C-0E0C2B7FC8CB}"/>
              </a:ext>
            </a:extLst>
          </p:cNvPr>
          <p:cNvCxnSpPr/>
          <p:nvPr/>
        </p:nvCxnSpPr>
        <p:spPr>
          <a:xfrm>
            <a:off x="3399693" y="3668393"/>
            <a:ext cx="0" cy="436099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9" name="Hình Bầu dục 28">
            <a:extLst>
              <a:ext uri="{FF2B5EF4-FFF2-40B4-BE49-F238E27FC236}">
                <a16:creationId xmlns:a16="http://schemas.microsoft.com/office/drawing/2014/main" id="{6566661C-E04F-452B-9476-BA510BEFC87A}"/>
              </a:ext>
            </a:extLst>
          </p:cNvPr>
          <p:cNvSpPr/>
          <p:nvPr/>
        </p:nvSpPr>
        <p:spPr>
          <a:xfrm>
            <a:off x="3322321" y="4206792"/>
            <a:ext cx="154744" cy="154736"/>
          </a:xfrm>
          <a:prstGeom prst="ellipse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1" name="Hộp Văn bản 30">
                <a:extLst>
                  <a:ext uri="{FF2B5EF4-FFF2-40B4-BE49-F238E27FC236}">
                    <a16:creationId xmlns:a16="http://schemas.microsoft.com/office/drawing/2014/main" id="{EA2263D8-C584-44F7-9430-F3E032A0D63B}"/>
                  </a:ext>
                </a:extLst>
              </p:cNvPr>
              <p:cNvSpPr txBox="1"/>
              <p:nvPr/>
            </p:nvSpPr>
            <p:spPr>
              <a:xfrm>
                <a:off x="3147652" y="4079245"/>
                <a:ext cx="1753693" cy="39504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𝑎𝑐𝑐𝑒𝑝𝑡</m:t>
                          </m:r>
                        </m:sub>
                      </m:sSub>
                    </m:oMath>
                  </m:oMathPara>
                </a14:m>
                <a:endParaRPr lang="en-US" i="1"/>
              </a:p>
            </p:txBody>
          </p:sp>
        </mc:Choice>
        <mc:Fallback xmlns="">
          <p:sp>
            <p:nvSpPr>
              <p:cNvPr id="31" name="Hộp Văn bản 30">
                <a:extLst>
                  <a:ext uri="{FF2B5EF4-FFF2-40B4-BE49-F238E27FC236}">
                    <a16:creationId xmlns:a16="http://schemas.microsoft.com/office/drawing/2014/main" id="{EA2263D8-C584-44F7-9430-F3E032A0D63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47652" y="4079245"/>
                <a:ext cx="1753693" cy="395045"/>
              </a:xfrm>
              <a:prstGeom prst="rect">
                <a:avLst/>
              </a:prstGeom>
              <a:blipFill>
                <a:blip r:embed="rId2"/>
                <a:stretch>
                  <a:fillRect b="-4615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2" name="Hình Bầu dục 31">
            <a:extLst>
              <a:ext uri="{FF2B5EF4-FFF2-40B4-BE49-F238E27FC236}">
                <a16:creationId xmlns:a16="http://schemas.microsoft.com/office/drawing/2014/main" id="{325C2661-97EA-4516-9A0A-A2F21FB4E879}"/>
              </a:ext>
            </a:extLst>
          </p:cNvPr>
          <p:cNvSpPr/>
          <p:nvPr/>
        </p:nvSpPr>
        <p:spPr>
          <a:xfrm>
            <a:off x="8971105" y="1371607"/>
            <a:ext cx="154744" cy="154736"/>
          </a:xfrm>
          <a:prstGeom prst="ellipse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3" name="Đường kết nối Mũi tên Thẳng 32">
            <a:extLst>
              <a:ext uri="{FF2B5EF4-FFF2-40B4-BE49-F238E27FC236}">
                <a16:creationId xmlns:a16="http://schemas.microsoft.com/office/drawing/2014/main" id="{8C58C3E4-897E-4A15-9BEB-17295D8344F9}"/>
              </a:ext>
            </a:extLst>
          </p:cNvPr>
          <p:cNvCxnSpPr/>
          <p:nvPr/>
        </p:nvCxnSpPr>
        <p:spPr>
          <a:xfrm>
            <a:off x="9048477" y="1631852"/>
            <a:ext cx="0" cy="436099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4" name="Hình Bầu dục 33">
            <a:extLst>
              <a:ext uri="{FF2B5EF4-FFF2-40B4-BE49-F238E27FC236}">
                <a16:creationId xmlns:a16="http://schemas.microsoft.com/office/drawing/2014/main" id="{90D7F1BD-5445-4564-B3FA-579C692A04F3}"/>
              </a:ext>
            </a:extLst>
          </p:cNvPr>
          <p:cNvSpPr/>
          <p:nvPr/>
        </p:nvSpPr>
        <p:spPr>
          <a:xfrm>
            <a:off x="8971105" y="2159458"/>
            <a:ext cx="154744" cy="154736"/>
          </a:xfrm>
          <a:prstGeom prst="ellipse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5" name="Đường kết nối Mũi tên Thẳng 34">
            <a:extLst>
              <a:ext uri="{FF2B5EF4-FFF2-40B4-BE49-F238E27FC236}">
                <a16:creationId xmlns:a16="http://schemas.microsoft.com/office/drawing/2014/main" id="{CFDF060B-E9E1-4017-9A43-706323FEFB6D}"/>
              </a:ext>
            </a:extLst>
          </p:cNvPr>
          <p:cNvCxnSpPr/>
          <p:nvPr/>
        </p:nvCxnSpPr>
        <p:spPr>
          <a:xfrm>
            <a:off x="9048477" y="2419703"/>
            <a:ext cx="0" cy="436099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6" name="Hình Bầu dục 35">
            <a:extLst>
              <a:ext uri="{FF2B5EF4-FFF2-40B4-BE49-F238E27FC236}">
                <a16:creationId xmlns:a16="http://schemas.microsoft.com/office/drawing/2014/main" id="{C885114B-9D68-474D-862D-7D34B9536C66}"/>
              </a:ext>
            </a:extLst>
          </p:cNvPr>
          <p:cNvSpPr/>
          <p:nvPr/>
        </p:nvSpPr>
        <p:spPr>
          <a:xfrm>
            <a:off x="8959384" y="4036798"/>
            <a:ext cx="154744" cy="154736"/>
          </a:xfrm>
          <a:prstGeom prst="ellipse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7" name="Đường kết nối Mũi tên Thẳng 36">
            <a:extLst>
              <a:ext uri="{FF2B5EF4-FFF2-40B4-BE49-F238E27FC236}">
                <a16:creationId xmlns:a16="http://schemas.microsoft.com/office/drawing/2014/main" id="{E613FF65-91EB-45A3-BF49-AF4EAC4C7840}"/>
              </a:ext>
            </a:extLst>
          </p:cNvPr>
          <p:cNvCxnSpPr/>
          <p:nvPr/>
        </p:nvCxnSpPr>
        <p:spPr>
          <a:xfrm>
            <a:off x="9036756" y="4297043"/>
            <a:ext cx="0" cy="436099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8" name="Hình Bầu dục 37">
            <a:extLst>
              <a:ext uri="{FF2B5EF4-FFF2-40B4-BE49-F238E27FC236}">
                <a16:creationId xmlns:a16="http://schemas.microsoft.com/office/drawing/2014/main" id="{8CA780A9-8CF9-499E-83C2-E445D315576A}"/>
              </a:ext>
            </a:extLst>
          </p:cNvPr>
          <p:cNvSpPr/>
          <p:nvPr/>
        </p:nvSpPr>
        <p:spPr>
          <a:xfrm>
            <a:off x="8959384" y="4835442"/>
            <a:ext cx="154744" cy="154736"/>
          </a:xfrm>
          <a:prstGeom prst="ellipse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9" name="Đường kết nối Mũi tên Thẳng 38">
            <a:extLst>
              <a:ext uri="{FF2B5EF4-FFF2-40B4-BE49-F238E27FC236}">
                <a16:creationId xmlns:a16="http://schemas.microsoft.com/office/drawing/2014/main" id="{9D9B1284-CD8A-4063-841F-69E5F5AFC010}"/>
              </a:ext>
            </a:extLst>
          </p:cNvPr>
          <p:cNvCxnSpPr>
            <a:cxnSpLocks/>
          </p:cNvCxnSpPr>
          <p:nvPr/>
        </p:nvCxnSpPr>
        <p:spPr>
          <a:xfrm>
            <a:off x="9203363" y="1631852"/>
            <a:ext cx="391555" cy="436099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3" name="Hình Bầu dục 42">
            <a:extLst>
              <a:ext uri="{FF2B5EF4-FFF2-40B4-BE49-F238E27FC236}">
                <a16:creationId xmlns:a16="http://schemas.microsoft.com/office/drawing/2014/main" id="{2F0FC994-B3D9-40D4-A60F-AC750D2F250F}"/>
              </a:ext>
            </a:extLst>
          </p:cNvPr>
          <p:cNvSpPr/>
          <p:nvPr/>
        </p:nvSpPr>
        <p:spPr>
          <a:xfrm>
            <a:off x="9584221" y="2159458"/>
            <a:ext cx="154744" cy="154736"/>
          </a:xfrm>
          <a:prstGeom prst="ellipse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5" name="Đường kết nối Mũi tên Thẳng 44">
            <a:extLst>
              <a:ext uri="{FF2B5EF4-FFF2-40B4-BE49-F238E27FC236}">
                <a16:creationId xmlns:a16="http://schemas.microsoft.com/office/drawing/2014/main" id="{C78F5842-CA3E-4364-83D2-C97C56D124DB}"/>
              </a:ext>
            </a:extLst>
          </p:cNvPr>
          <p:cNvCxnSpPr>
            <a:cxnSpLocks/>
          </p:cNvCxnSpPr>
          <p:nvPr/>
        </p:nvCxnSpPr>
        <p:spPr>
          <a:xfrm>
            <a:off x="9832601" y="2400603"/>
            <a:ext cx="391555" cy="436099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7" name="Hình Bầu dục 46">
            <a:extLst>
              <a:ext uri="{FF2B5EF4-FFF2-40B4-BE49-F238E27FC236}">
                <a16:creationId xmlns:a16="http://schemas.microsoft.com/office/drawing/2014/main" id="{930BFBEB-B1E6-4C07-B713-50B19569385D}"/>
              </a:ext>
            </a:extLst>
          </p:cNvPr>
          <p:cNvSpPr/>
          <p:nvPr/>
        </p:nvSpPr>
        <p:spPr>
          <a:xfrm>
            <a:off x="10239099" y="2890915"/>
            <a:ext cx="154744" cy="154736"/>
          </a:xfrm>
          <a:prstGeom prst="ellipse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8" name="Đường kết nối Mũi tên Thẳng 47">
            <a:extLst>
              <a:ext uri="{FF2B5EF4-FFF2-40B4-BE49-F238E27FC236}">
                <a16:creationId xmlns:a16="http://schemas.microsoft.com/office/drawing/2014/main" id="{ABD51419-3BAD-45F9-A956-81DC7F531BB3}"/>
              </a:ext>
            </a:extLst>
          </p:cNvPr>
          <p:cNvCxnSpPr>
            <a:cxnSpLocks/>
          </p:cNvCxnSpPr>
          <p:nvPr/>
        </p:nvCxnSpPr>
        <p:spPr>
          <a:xfrm flipH="1">
            <a:off x="8314168" y="2389292"/>
            <a:ext cx="524617" cy="447410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2" name="Hình Bầu dục 51">
            <a:extLst>
              <a:ext uri="{FF2B5EF4-FFF2-40B4-BE49-F238E27FC236}">
                <a16:creationId xmlns:a16="http://schemas.microsoft.com/office/drawing/2014/main" id="{EB763FB4-A8B8-4601-97B2-366B1B629733}"/>
              </a:ext>
            </a:extLst>
          </p:cNvPr>
          <p:cNvSpPr/>
          <p:nvPr/>
        </p:nvSpPr>
        <p:spPr>
          <a:xfrm>
            <a:off x="8971105" y="2890915"/>
            <a:ext cx="154744" cy="154736"/>
          </a:xfrm>
          <a:prstGeom prst="ellipse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Hình Bầu dục 53">
            <a:extLst>
              <a:ext uri="{FF2B5EF4-FFF2-40B4-BE49-F238E27FC236}">
                <a16:creationId xmlns:a16="http://schemas.microsoft.com/office/drawing/2014/main" id="{431AEF0E-812A-4D14-8ABA-1FC3530E8486}"/>
              </a:ext>
            </a:extLst>
          </p:cNvPr>
          <p:cNvSpPr/>
          <p:nvPr/>
        </p:nvSpPr>
        <p:spPr>
          <a:xfrm>
            <a:off x="8145578" y="2890915"/>
            <a:ext cx="154744" cy="154736"/>
          </a:xfrm>
          <a:prstGeom prst="ellipse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Hộp Văn bản 55">
            <a:extLst>
              <a:ext uri="{FF2B5EF4-FFF2-40B4-BE49-F238E27FC236}">
                <a16:creationId xmlns:a16="http://schemas.microsoft.com/office/drawing/2014/main" id="{9EA18BD4-60E6-4189-91EE-BC7E3939A5EE}"/>
              </a:ext>
            </a:extLst>
          </p:cNvPr>
          <p:cNvSpPr txBox="1"/>
          <p:nvPr/>
        </p:nvSpPr>
        <p:spPr>
          <a:xfrm>
            <a:off x="7697980" y="3542390"/>
            <a:ext cx="270099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/>
              <a:t>…</a:t>
            </a:r>
          </a:p>
        </p:txBody>
      </p:sp>
      <p:cxnSp>
        <p:nvCxnSpPr>
          <p:cNvPr id="57" name="Đường kết nối Mũi tên Thẳng 56">
            <a:extLst>
              <a:ext uri="{FF2B5EF4-FFF2-40B4-BE49-F238E27FC236}">
                <a16:creationId xmlns:a16="http://schemas.microsoft.com/office/drawing/2014/main" id="{C0BE01FB-C9AB-4F61-99E9-75058299AC5D}"/>
              </a:ext>
            </a:extLst>
          </p:cNvPr>
          <p:cNvCxnSpPr/>
          <p:nvPr/>
        </p:nvCxnSpPr>
        <p:spPr>
          <a:xfrm>
            <a:off x="9048477" y="3131975"/>
            <a:ext cx="0" cy="436099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1" name="Hộp Văn bản 60">
                <a:extLst>
                  <a:ext uri="{FF2B5EF4-FFF2-40B4-BE49-F238E27FC236}">
                    <a16:creationId xmlns:a16="http://schemas.microsoft.com/office/drawing/2014/main" id="{3255920D-B384-4052-99C8-A89F47648D8D}"/>
                  </a:ext>
                </a:extLst>
              </p:cNvPr>
              <p:cNvSpPr txBox="1"/>
              <p:nvPr/>
            </p:nvSpPr>
            <p:spPr>
              <a:xfrm>
                <a:off x="8450016" y="4710953"/>
                <a:ext cx="2423154" cy="39504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𝑎𝑐𝑐𝑒𝑝𝑡</m:t>
                          </m:r>
                        </m:sub>
                      </m:sSub>
                    </m:oMath>
                  </m:oMathPara>
                </a14:m>
                <a:endParaRPr lang="en-US" i="1"/>
              </a:p>
            </p:txBody>
          </p:sp>
        </mc:Choice>
        <mc:Fallback xmlns="">
          <p:sp>
            <p:nvSpPr>
              <p:cNvPr id="61" name="Hộp Văn bản 60">
                <a:extLst>
                  <a:ext uri="{FF2B5EF4-FFF2-40B4-BE49-F238E27FC236}">
                    <a16:creationId xmlns:a16="http://schemas.microsoft.com/office/drawing/2014/main" id="{3255920D-B384-4052-99C8-A89F47648D8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50016" y="4710953"/>
                <a:ext cx="2423154" cy="395045"/>
              </a:xfrm>
              <a:prstGeom prst="rect">
                <a:avLst/>
              </a:prstGeom>
              <a:blipFill>
                <a:blip r:embed="rId3"/>
                <a:stretch>
                  <a:fillRect b="-4615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5" name="Hộp Văn bản 64">
                <a:extLst>
                  <a:ext uri="{FF2B5EF4-FFF2-40B4-BE49-F238E27FC236}">
                    <a16:creationId xmlns:a16="http://schemas.microsoft.com/office/drawing/2014/main" id="{C35F36B6-B1C0-4B0B-8843-5EFC2CAE588E}"/>
                  </a:ext>
                </a:extLst>
              </p:cNvPr>
              <p:cNvSpPr txBox="1"/>
              <p:nvPr/>
            </p:nvSpPr>
            <p:spPr>
              <a:xfrm>
                <a:off x="1844112" y="1264309"/>
                <a:ext cx="1218687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{1}</m:t>
                      </m:r>
                    </m:oMath>
                  </m:oMathPara>
                </a14:m>
                <a:endParaRPr lang="en-US"/>
              </a:p>
            </p:txBody>
          </p:sp>
        </mc:Choice>
        <mc:Fallback xmlns="">
          <p:sp>
            <p:nvSpPr>
              <p:cNvPr id="65" name="Hộp Văn bản 64">
                <a:extLst>
                  <a:ext uri="{FF2B5EF4-FFF2-40B4-BE49-F238E27FC236}">
                    <a16:creationId xmlns:a16="http://schemas.microsoft.com/office/drawing/2014/main" id="{C35F36B6-B1C0-4B0B-8843-5EFC2CAE588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44112" y="1264309"/>
                <a:ext cx="1218687" cy="369332"/>
              </a:xfrm>
              <a:prstGeom prst="rect">
                <a:avLst/>
              </a:prstGeom>
              <a:blipFill>
                <a:blip r:embed="rId4"/>
                <a:stretch>
                  <a:fillRect b="-14754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Chỗ dành sẵn cho Số hiệu Bản chiếu 1">
            <a:extLst>
              <a:ext uri="{FF2B5EF4-FFF2-40B4-BE49-F238E27FC236}">
                <a16:creationId xmlns:a16="http://schemas.microsoft.com/office/drawing/2014/main" id="{7F4F34DB-85AE-444C-A414-B156C67D90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ABBA0F-ED8F-4A6E-AA06-FEAFBF3D52EE}" type="slidenum">
              <a:rPr lang="en-US" smtClean="0"/>
              <a:t>15</a:t>
            </a:fld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1" name="Hộp Văn bản 40">
                <a:extLst>
                  <a:ext uri="{FF2B5EF4-FFF2-40B4-BE49-F238E27FC236}">
                    <a16:creationId xmlns:a16="http://schemas.microsoft.com/office/drawing/2014/main" id="{5485D25E-9CDA-46D6-999B-1F452381E793}"/>
                  </a:ext>
                </a:extLst>
              </p:cNvPr>
              <p:cNvSpPr txBox="1"/>
              <p:nvPr/>
            </p:nvSpPr>
            <p:spPr>
              <a:xfrm>
                <a:off x="262600" y="6323665"/>
                <a:ext cx="6096000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/>
                  <a:t>S =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{1,−2, 5,3}</m:t>
                    </m:r>
                  </m:oMath>
                </a14:m>
                <a:r>
                  <a:rPr lang="en-US"/>
                  <a:t>. </a:t>
                </a:r>
                <a:endParaRPr lang="vi-VN"/>
              </a:p>
            </p:txBody>
          </p:sp>
        </mc:Choice>
        <mc:Fallback xmlns="">
          <p:sp>
            <p:nvSpPr>
              <p:cNvPr id="41" name="Hộp Văn bản 40">
                <a:extLst>
                  <a:ext uri="{FF2B5EF4-FFF2-40B4-BE49-F238E27FC236}">
                    <a16:creationId xmlns:a16="http://schemas.microsoft.com/office/drawing/2014/main" id="{5485D25E-9CDA-46D6-999B-1F452381E79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2600" y="6323665"/>
                <a:ext cx="6096000" cy="369332"/>
              </a:xfrm>
              <a:prstGeom prst="rect">
                <a:avLst/>
              </a:prstGeom>
              <a:blipFill>
                <a:blip r:embed="rId5"/>
                <a:stretch>
                  <a:fillRect l="-800" t="-8197" b="-24590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2" name="Hộp Văn bản 41">
                <a:extLst>
                  <a:ext uri="{FF2B5EF4-FFF2-40B4-BE49-F238E27FC236}">
                    <a16:creationId xmlns:a16="http://schemas.microsoft.com/office/drawing/2014/main" id="{D96A668F-8641-4105-B6EB-77E071EB2BA8}"/>
                  </a:ext>
                </a:extLst>
              </p:cNvPr>
              <p:cNvSpPr txBox="1"/>
              <p:nvPr/>
            </p:nvSpPr>
            <p:spPr>
              <a:xfrm>
                <a:off x="1844112" y="2026015"/>
                <a:ext cx="1218687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{−2}</m:t>
                      </m:r>
                    </m:oMath>
                  </m:oMathPara>
                </a14:m>
                <a:endParaRPr lang="en-US"/>
              </a:p>
            </p:txBody>
          </p:sp>
        </mc:Choice>
        <mc:Fallback xmlns="">
          <p:sp>
            <p:nvSpPr>
              <p:cNvPr id="42" name="Hộp Văn bản 41">
                <a:extLst>
                  <a:ext uri="{FF2B5EF4-FFF2-40B4-BE49-F238E27FC236}">
                    <a16:creationId xmlns:a16="http://schemas.microsoft.com/office/drawing/2014/main" id="{D96A668F-8641-4105-B6EB-77E071EB2BA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44112" y="2026015"/>
                <a:ext cx="1218687" cy="369332"/>
              </a:xfrm>
              <a:prstGeom prst="rect">
                <a:avLst/>
              </a:prstGeom>
              <a:blipFill>
                <a:blip r:embed="rId6"/>
                <a:stretch>
                  <a:fillRect b="-14754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4" name="Hộp Văn bản 43">
                <a:extLst>
                  <a:ext uri="{FF2B5EF4-FFF2-40B4-BE49-F238E27FC236}">
                    <a16:creationId xmlns:a16="http://schemas.microsoft.com/office/drawing/2014/main" id="{DDC1A039-87F2-4449-A5BC-387FC447AC22}"/>
                  </a:ext>
                </a:extLst>
              </p:cNvPr>
              <p:cNvSpPr txBox="1"/>
              <p:nvPr/>
            </p:nvSpPr>
            <p:spPr>
              <a:xfrm>
                <a:off x="1800747" y="3306278"/>
                <a:ext cx="1262052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{1,5,3}</m:t>
                      </m:r>
                    </m:oMath>
                  </m:oMathPara>
                </a14:m>
                <a:endParaRPr lang="en-US"/>
              </a:p>
            </p:txBody>
          </p:sp>
        </mc:Choice>
        <mc:Fallback xmlns="">
          <p:sp>
            <p:nvSpPr>
              <p:cNvPr id="44" name="Hộp Văn bản 43">
                <a:extLst>
                  <a:ext uri="{FF2B5EF4-FFF2-40B4-BE49-F238E27FC236}">
                    <a16:creationId xmlns:a16="http://schemas.microsoft.com/office/drawing/2014/main" id="{DDC1A039-87F2-4449-A5BC-387FC447AC2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00747" y="3306278"/>
                <a:ext cx="1262052" cy="369332"/>
              </a:xfrm>
              <a:prstGeom prst="rect">
                <a:avLst/>
              </a:prstGeom>
              <a:blipFill>
                <a:blip r:embed="rId7"/>
                <a:stretch>
                  <a:fillRect b="-14754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6" name="Hộp Văn bản 45">
                <a:extLst>
                  <a:ext uri="{FF2B5EF4-FFF2-40B4-BE49-F238E27FC236}">
                    <a16:creationId xmlns:a16="http://schemas.microsoft.com/office/drawing/2014/main" id="{3C1DDFB9-EFB3-4C37-8E02-030667349452}"/>
                  </a:ext>
                </a:extLst>
              </p:cNvPr>
              <p:cNvSpPr txBox="1"/>
              <p:nvPr/>
            </p:nvSpPr>
            <p:spPr>
              <a:xfrm>
                <a:off x="1434911" y="4106165"/>
                <a:ext cx="1712739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{1,−2,5,3}</m:t>
                      </m:r>
                    </m:oMath>
                  </m:oMathPara>
                </a14:m>
                <a:endParaRPr lang="en-US"/>
              </a:p>
            </p:txBody>
          </p:sp>
        </mc:Choice>
        <mc:Fallback xmlns="">
          <p:sp>
            <p:nvSpPr>
              <p:cNvPr id="46" name="Hộp Văn bản 45">
                <a:extLst>
                  <a:ext uri="{FF2B5EF4-FFF2-40B4-BE49-F238E27FC236}">
                    <a16:creationId xmlns:a16="http://schemas.microsoft.com/office/drawing/2014/main" id="{3C1DDFB9-EFB3-4C37-8E02-03066734945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34911" y="4106165"/>
                <a:ext cx="1712739" cy="369332"/>
              </a:xfrm>
              <a:prstGeom prst="rect">
                <a:avLst/>
              </a:prstGeom>
              <a:blipFill>
                <a:blip r:embed="rId8"/>
                <a:stretch>
                  <a:fillRect b="-16667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9" name="Hộp Văn bản 48">
                <a:extLst>
                  <a:ext uri="{FF2B5EF4-FFF2-40B4-BE49-F238E27FC236}">
                    <a16:creationId xmlns:a16="http://schemas.microsoft.com/office/drawing/2014/main" id="{2C4EC7CD-C5A4-49F3-9361-39391B0C0A7F}"/>
                  </a:ext>
                </a:extLst>
              </p:cNvPr>
              <p:cNvSpPr txBox="1"/>
              <p:nvPr/>
            </p:nvSpPr>
            <p:spPr>
              <a:xfrm>
                <a:off x="8290172" y="1853420"/>
                <a:ext cx="691809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{−2}</m:t>
                      </m:r>
                    </m:oMath>
                  </m:oMathPara>
                </a14:m>
                <a:endParaRPr lang="en-US"/>
              </a:p>
            </p:txBody>
          </p:sp>
        </mc:Choice>
        <mc:Fallback xmlns="">
          <p:sp>
            <p:nvSpPr>
              <p:cNvPr id="49" name="Hộp Văn bản 48">
                <a:extLst>
                  <a:ext uri="{FF2B5EF4-FFF2-40B4-BE49-F238E27FC236}">
                    <a16:creationId xmlns:a16="http://schemas.microsoft.com/office/drawing/2014/main" id="{2C4EC7CD-C5A4-49F3-9361-39391B0C0A7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90172" y="1853420"/>
                <a:ext cx="691809" cy="369332"/>
              </a:xfrm>
              <a:prstGeom prst="rect">
                <a:avLst/>
              </a:prstGeom>
              <a:blipFill>
                <a:blip r:embed="rId9"/>
                <a:stretch>
                  <a:fillRect l="-4425" b="-14754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0" name="Hộp Văn bản 49">
                <a:extLst>
                  <a:ext uri="{FF2B5EF4-FFF2-40B4-BE49-F238E27FC236}">
                    <a16:creationId xmlns:a16="http://schemas.microsoft.com/office/drawing/2014/main" id="{94C6036A-413B-4882-A840-630805F5FEE3}"/>
                  </a:ext>
                </a:extLst>
              </p:cNvPr>
              <p:cNvSpPr txBox="1"/>
              <p:nvPr/>
            </p:nvSpPr>
            <p:spPr>
              <a:xfrm>
                <a:off x="9568414" y="1874170"/>
                <a:ext cx="798894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{5}</m:t>
                      </m:r>
                    </m:oMath>
                  </m:oMathPara>
                </a14:m>
                <a:endParaRPr lang="en-US"/>
              </a:p>
            </p:txBody>
          </p:sp>
        </mc:Choice>
        <mc:Fallback xmlns="">
          <p:sp>
            <p:nvSpPr>
              <p:cNvPr id="50" name="Hộp Văn bản 49">
                <a:extLst>
                  <a:ext uri="{FF2B5EF4-FFF2-40B4-BE49-F238E27FC236}">
                    <a16:creationId xmlns:a16="http://schemas.microsoft.com/office/drawing/2014/main" id="{94C6036A-413B-4882-A840-630805F5FEE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68414" y="1874170"/>
                <a:ext cx="798894" cy="369332"/>
              </a:xfrm>
              <a:prstGeom prst="rect">
                <a:avLst/>
              </a:prstGeom>
              <a:blipFill>
                <a:blip r:embed="rId10"/>
                <a:stretch>
                  <a:fillRect b="-14754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1" name="Đường kết nối Mũi tên Thẳng 50">
            <a:extLst>
              <a:ext uri="{FF2B5EF4-FFF2-40B4-BE49-F238E27FC236}">
                <a16:creationId xmlns:a16="http://schemas.microsoft.com/office/drawing/2014/main" id="{9FF72441-5101-4454-83F8-3CA453D680C4}"/>
              </a:ext>
            </a:extLst>
          </p:cNvPr>
          <p:cNvCxnSpPr>
            <a:cxnSpLocks/>
          </p:cNvCxnSpPr>
          <p:nvPr/>
        </p:nvCxnSpPr>
        <p:spPr>
          <a:xfrm flipH="1">
            <a:off x="8078814" y="1610367"/>
            <a:ext cx="835946" cy="414812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3" name="Hình Bầu dục 52">
            <a:extLst>
              <a:ext uri="{FF2B5EF4-FFF2-40B4-BE49-F238E27FC236}">
                <a16:creationId xmlns:a16="http://schemas.microsoft.com/office/drawing/2014/main" id="{9A225D5B-DD69-4E74-90A4-40370BB1C1F2}"/>
              </a:ext>
            </a:extLst>
          </p:cNvPr>
          <p:cNvSpPr/>
          <p:nvPr/>
        </p:nvSpPr>
        <p:spPr>
          <a:xfrm>
            <a:off x="7946355" y="2179992"/>
            <a:ext cx="154744" cy="154736"/>
          </a:xfrm>
          <a:prstGeom prst="ellipse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5" name="Hộp Văn bản 54">
                <a:extLst>
                  <a:ext uri="{FF2B5EF4-FFF2-40B4-BE49-F238E27FC236}">
                    <a16:creationId xmlns:a16="http://schemas.microsoft.com/office/drawing/2014/main" id="{D751FFFD-EB53-47AD-849F-8F1674BCCC2E}"/>
                  </a:ext>
                </a:extLst>
              </p:cNvPr>
              <p:cNvSpPr txBox="1"/>
              <p:nvPr/>
            </p:nvSpPr>
            <p:spPr>
              <a:xfrm>
                <a:off x="7209359" y="1859977"/>
                <a:ext cx="615146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{1}</m:t>
                      </m:r>
                    </m:oMath>
                  </m:oMathPara>
                </a14:m>
                <a:endParaRPr lang="en-US"/>
              </a:p>
            </p:txBody>
          </p:sp>
        </mc:Choice>
        <mc:Fallback xmlns="">
          <p:sp>
            <p:nvSpPr>
              <p:cNvPr id="55" name="Hộp Văn bản 54">
                <a:extLst>
                  <a:ext uri="{FF2B5EF4-FFF2-40B4-BE49-F238E27FC236}">
                    <a16:creationId xmlns:a16="http://schemas.microsoft.com/office/drawing/2014/main" id="{D751FFFD-EB53-47AD-849F-8F1674BCCC2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09359" y="1859977"/>
                <a:ext cx="615146" cy="369332"/>
              </a:xfrm>
              <a:prstGeom prst="rect">
                <a:avLst/>
              </a:prstGeom>
              <a:blipFill>
                <a:blip r:embed="rId11"/>
                <a:stretch>
                  <a:fillRect b="-14754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8" name="Đường kết nối Mũi tên Thẳng 57">
            <a:extLst>
              <a:ext uri="{FF2B5EF4-FFF2-40B4-BE49-F238E27FC236}">
                <a16:creationId xmlns:a16="http://schemas.microsoft.com/office/drawing/2014/main" id="{C25BB3C1-BE7B-4F4A-AB58-4153B1ACF79B}"/>
              </a:ext>
            </a:extLst>
          </p:cNvPr>
          <p:cNvCxnSpPr>
            <a:cxnSpLocks/>
            <a:endCxn id="50" idx="3"/>
          </p:cNvCxnSpPr>
          <p:nvPr/>
        </p:nvCxnSpPr>
        <p:spPr>
          <a:xfrm>
            <a:off x="9353923" y="1526343"/>
            <a:ext cx="1013385" cy="532493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0" name="Hình Bầu dục 59">
            <a:extLst>
              <a:ext uri="{FF2B5EF4-FFF2-40B4-BE49-F238E27FC236}">
                <a16:creationId xmlns:a16="http://schemas.microsoft.com/office/drawing/2014/main" id="{A84F3858-5A2F-4814-B927-B75709F5F00E}"/>
              </a:ext>
            </a:extLst>
          </p:cNvPr>
          <p:cNvSpPr/>
          <p:nvPr/>
        </p:nvSpPr>
        <p:spPr>
          <a:xfrm>
            <a:off x="10404509" y="2166134"/>
            <a:ext cx="154744" cy="154736"/>
          </a:xfrm>
          <a:prstGeom prst="ellipse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2" name="Hộp Văn bản 61">
                <a:extLst>
                  <a:ext uri="{FF2B5EF4-FFF2-40B4-BE49-F238E27FC236}">
                    <a16:creationId xmlns:a16="http://schemas.microsoft.com/office/drawing/2014/main" id="{7FC78DF3-BA87-4475-BFED-9296E2D31C28}"/>
                  </a:ext>
                </a:extLst>
              </p:cNvPr>
              <p:cNvSpPr txBox="1"/>
              <p:nvPr/>
            </p:nvSpPr>
            <p:spPr>
              <a:xfrm>
                <a:off x="10412103" y="1890780"/>
                <a:ext cx="798894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{3}</m:t>
                      </m:r>
                    </m:oMath>
                  </m:oMathPara>
                </a14:m>
                <a:endParaRPr lang="en-US"/>
              </a:p>
            </p:txBody>
          </p:sp>
        </mc:Choice>
        <mc:Fallback xmlns="">
          <p:sp>
            <p:nvSpPr>
              <p:cNvPr id="62" name="Hộp Văn bản 61">
                <a:extLst>
                  <a:ext uri="{FF2B5EF4-FFF2-40B4-BE49-F238E27FC236}">
                    <a16:creationId xmlns:a16="http://schemas.microsoft.com/office/drawing/2014/main" id="{7FC78DF3-BA87-4475-BFED-9296E2D31C2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412103" y="1890780"/>
                <a:ext cx="798894" cy="369332"/>
              </a:xfrm>
              <a:prstGeom prst="rect">
                <a:avLst/>
              </a:prstGeom>
              <a:blipFill>
                <a:blip r:embed="rId12"/>
                <a:stretch>
                  <a:fillRect b="-14754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4" name="Hộp Văn bản 63">
                <a:extLst>
                  <a:ext uri="{FF2B5EF4-FFF2-40B4-BE49-F238E27FC236}">
                    <a16:creationId xmlns:a16="http://schemas.microsoft.com/office/drawing/2014/main" id="{8E1FBC0B-F1D9-4DBD-B2C2-FD30F6776CFA}"/>
                  </a:ext>
                </a:extLst>
              </p:cNvPr>
              <p:cNvSpPr txBox="1"/>
              <p:nvPr/>
            </p:nvSpPr>
            <p:spPr>
              <a:xfrm>
                <a:off x="7414364" y="4693655"/>
                <a:ext cx="1712739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{1,−2,5,3}</m:t>
                      </m:r>
                    </m:oMath>
                  </m:oMathPara>
                </a14:m>
                <a:endParaRPr lang="en-US"/>
              </a:p>
            </p:txBody>
          </p:sp>
        </mc:Choice>
        <mc:Fallback xmlns="">
          <p:sp>
            <p:nvSpPr>
              <p:cNvPr id="64" name="Hộp Văn bản 63">
                <a:extLst>
                  <a:ext uri="{FF2B5EF4-FFF2-40B4-BE49-F238E27FC236}">
                    <a16:creationId xmlns:a16="http://schemas.microsoft.com/office/drawing/2014/main" id="{8E1FBC0B-F1D9-4DBD-B2C2-FD30F6776CF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14364" y="4693655"/>
                <a:ext cx="1712739" cy="369332"/>
              </a:xfrm>
              <a:prstGeom prst="rect">
                <a:avLst/>
              </a:prstGeom>
              <a:blipFill>
                <a:blip r:embed="rId13"/>
                <a:stretch>
                  <a:fillRect b="-14754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6" name="Đường kết nối Mũi tên Thẳng 65">
            <a:extLst>
              <a:ext uri="{FF2B5EF4-FFF2-40B4-BE49-F238E27FC236}">
                <a16:creationId xmlns:a16="http://schemas.microsoft.com/office/drawing/2014/main" id="{5BFAC735-3EA9-434F-A978-A8F1473B37AE}"/>
              </a:ext>
            </a:extLst>
          </p:cNvPr>
          <p:cNvCxnSpPr>
            <a:cxnSpLocks/>
          </p:cNvCxnSpPr>
          <p:nvPr/>
        </p:nvCxnSpPr>
        <p:spPr>
          <a:xfrm flipH="1">
            <a:off x="7516932" y="3121112"/>
            <a:ext cx="524617" cy="447410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7" name="Đường kết nối Mũi tên Thẳng 66">
            <a:extLst>
              <a:ext uri="{FF2B5EF4-FFF2-40B4-BE49-F238E27FC236}">
                <a16:creationId xmlns:a16="http://schemas.microsoft.com/office/drawing/2014/main" id="{1F249832-6DDA-4E51-A016-D8EDD18D8B1D}"/>
              </a:ext>
            </a:extLst>
          </p:cNvPr>
          <p:cNvCxnSpPr>
            <a:cxnSpLocks/>
          </p:cNvCxnSpPr>
          <p:nvPr/>
        </p:nvCxnSpPr>
        <p:spPr>
          <a:xfrm flipH="1">
            <a:off x="9661593" y="3184443"/>
            <a:ext cx="524617" cy="447410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8" name="Đường kết nối Mũi tên Thẳng 67">
            <a:extLst>
              <a:ext uri="{FF2B5EF4-FFF2-40B4-BE49-F238E27FC236}">
                <a16:creationId xmlns:a16="http://schemas.microsoft.com/office/drawing/2014/main" id="{0C8569F8-01D6-4597-8DED-C5194E50C5DC}"/>
              </a:ext>
            </a:extLst>
          </p:cNvPr>
          <p:cNvCxnSpPr>
            <a:cxnSpLocks/>
          </p:cNvCxnSpPr>
          <p:nvPr/>
        </p:nvCxnSpPr>
        <p:spPr>
          <a:xfrm>
            <a:off x="10473415" y="3177457"/>
            <a:ext cx="338135" cy="490936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9" name="Đường kết nối Mũi tên Thẳng 68">
            <a:extLst>
              <a:ext uri="{FF2B5EF4-FFF2-40B4-BE49-F238E27FC236}">
                <a16:creationId xmlns:a16="http://schemas.microsoft.com/office/drawing/2014/main" id="{FDCE744D-74E2-46AD-B1BE-9F3DDC526EC5}"/>
              </a:ext>
            </a:extLst>
          </p:cNvPr>
          <p:cNvCxnSpPr>
            <a:cxnSpLocks/>
          </p:cNvCxnSpPr>
          <p:nvPr/>
        </p:nvCxnSpPr>
        <p:spPr>
          <a:xfrm>
            <a:off x="8266294" y="3158130"/>
            <a:ext cx="338135" cy="490936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3424143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Hộp Văn bản 3">
            <a:extLst>
              <a:ext uri="{FF2B5EF4-FFF2-40B4-BE49-F238E27FC236}">
                <a16:creationId xmlns:a16="http://schemas.microsoft.com/office/drawing/2014/main" id="{4899650B-827B-4A4A-8A8E-D2939D513AF3}"/>
              </a:ext>
            </a:extLst>
          </p:cNvPr>
          <p:cNvSpPr txBox="1"/>
          <p:nvPr/>
        </p:nvSpPr>
        <p:spPr>
          <a:xfrm>
            <a:off x="5335862" y="1314541"/>
            <a:ext cx="102694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>
                <a:latin typeface="Cambria" panose="02040503050406030204" pitchFamily="18" charset="0"/>
                <a:ea typeface="Cambria" panose="02040503050406030204" pitchFamily="18" charset="0"/>
              </a:rPr>
              <a:t>PSPACE</a:t>
            </a:r>
          </a:p>
        </p:txBody>
      </p:sp>
      <p:sp>
        <p:nvSpPr>
          <p:cNvPr id="7" name="Hộp Văn bản 5">
            <a:extLst>
              <a:ext uri="{FF2B5EF4-FFF2-40B4-BE49-F238E27FC236}">
                <a16:creationId xmlns:a16="http://schemas.microsoft.com/office/drawing/2014/main" id="{3BE36AF5-A4AD-4883-9B2D-DE5A3D3748EF}"/>
              </a:ext>
            </a:extLst>
          </p:cNvPr>
          <p:cNvSpPr txBox="1"/>
          <p:nvPr/>
        </p:nvSpPr>
        <p:spPr>
          <a:xfrm>
            <a:off x="3359938" y="3561600"/>
            <a:ext cx="102694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>
                <a:latin typeface="Cambria" panose="02040503050406030204" pitchFamily="18" charset="0"/>
                <a:ea typeface="Cambria" panose="02040503050406030204" pitchFamily="18" charset="0"/>
              </a:rPr>
              <a:t>NP</a:t>
            </a:r>
          </a:p>
        </p:txBody>
      </p:sp>
      <p:sp>
        <p:nvSpPr>
          <p:cNvPr id="8" name="Hộp Văn bản 7">
            <a:extLst>
              <a:ext uri="{FF2B5EF4-FFF2-40B4-BE49-F238E27FC236}">
                <a16:creationId xmlns:a16="http://schemas.microsoft.com/office/drawing/2014/main" id="{195C7464-A932-4FB0-8EB8-7693BC9A186E}"/>
              </a:ext>
            </a:extLst>
          </p:cNvPr>
          <p:cNvSpPr txBox="1"/>
          <p:nvPr/>
        </p:nvSpPr>
        <p:spPr>
          <a:xfrm>
            <a:off x="7240277" y="3561600"/>
            <a:ext cx="102694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>
                <a:latin typeface="Cambria" panose="02040503050406030204" pitchFamily="18" charset="0"/>
                <a:ea typeface="Cambria" panose="02040503050406030204" pitchFamily="18" charset="0"/>
              </a:rPr>
              <a:t>coNP</a:t>
            </a:r>
          </a:p>
        </p:txBody>
      </p:sp>
      <p:sp>
        <p:nvSpPr>
          <p:cNvPr id="9" name="Hộp Văn bản 9">
            <a:extLst>
              <a:ext uri="{FF2B5EF4-FFF2-40B4-BE49-F238E27FC236}">
                <a16:creationId xmlns:a16="http://schemas.microsoft.com/office/drawing/2014/main" id="{69B0EA51-C736-47B0-9846-0C6061CB3F2D}"/>
              </a:ext>
            </a:extLst>
          </p:cNvPr>
          <p:cNvSpPr txBox="1"/>
          <p:nvPr/>
        </p:nvSpPr>
        <p:spPr>
          <a:xfrm>
            <a:off x="5335862" y="4626001"/>
            <a:ext cx="102694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>
                <a:latin typeface="Cambria" panose="02040503050406030204" pitchFamily="18" charset="0"/>
                <a:ea typeface="Cambria" panose="02040503050406030204" pitchFamily="18" charset="0"/>
              </a:rPr>
              <a:t>P = coP</a:t>
            </a:r>
          </a:p>
        </p:txBody>
      </p:sp>
      <p:cxnSp>
        <p:nvCxnSpPr>
          <p:cNvPr id="10" name="Đường nối Thẳng 11">
            <a:extLst>
              <a:ext uri="{FF2B5EF4-FFF2-40B4-BE49-F238E27FC236}">
                <a16:creationId xmlns:a16="http://schemas.microsoft.com/office/drawing/2014/main" id="{5A907E54-FE09-4559-ADB9-851D6826B0BC}"/>
              </a:ext>
            </a:extLst>
          </p:cNvPr>
          <p:cNvCxnSpPr>
            <a:stCxn id="6" idx="2"/>
            <a:endCxn id="7" idx="0"/>
          </p:cNvCxnSpPr>
          <p:nvPr/>
        </p:nvCxnSpPr>
        <p:spPr>
          <a:xfrm flipH="1">
            <a:off x="3873409" y="1683873"/>
            <a:ext cx="1975924" cy="1877727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" name="Đường nối Thẳng 12">
            <a:extLst>
              <a:ext uri="{FF2B5EF4-FFF2-40B4-BE49-F238E27FC236}">
                <a16:creationId xmlns:a16="http://schemas.microsoft.com/office/drawing/2014/main" id="{443D0DA4-990F-43E0-9B8C-38A2BD4EA196}"/>
              </a:ext>
            </a:extLst>
          </p:cNvPr>
          <p:cNvCxnSpPr>
            <a:cxnSpLocks/>
            <a:stCxn id="8" idx="0"/>
            <a:endCxn id="6" idx="2"/>
          </p:cNvCxnSpPr>
          <p:nvPr/>
        </p:nvCxnSpPr>
        <p:spPr>
          <a:xfrm flipH="1" flipV="1">
            <a:off x="5849333" y="1683873"/>
            <a:ext cx="1904415" cy="1877727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Đường nối Thẳng 15">
            <a:extLst>
              <a:ext uri="{FF2B5EF4-FFF2-40B4-BE49-F238E27FC236}">
                <a16:creationId xmlns:a16="http://schemas.microsoft.com/office/drawing/2014/main" id="{502D5CC6-A8C1-4C7E-BA0B-D47FEBEE9BB1}"/>
              </a:ext>
            </a:extLst>
          </p:cNvPr>
          <p:cNvCxnSpPr>
            <a:cxnSpLocks/>
            <a:stCxn id="9" idx="0"/>
            <a:endCxn id="7" idx="2"/>
          </p:cNvCxnSpPr>
          <p:nvPr/>
        </p:nvCxnSpPr>
        <p:spPr>
          <a:xfrm flipH="1" flipV="1">
            <a:off x="3873409" y="3930932"/>
            <a:ext cx="1975924" cy="695069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Đường nối Thẳng 18">
            <a:extLst>
              <a:ext uri="{FF2B5EF4-FFF2-40B4-BE49-F238E27FC236}">
                <a16:creationId xmlns:a16="http://schemas.microsoft.com/office/drawing/2014/main" id="{179866E4-94B3-416F-9738-9FBA2BD0346C}"/>
              </a:ext>
            </a:extLst>
          </p:cNvPr>
          <p:cNvCxnSpPr>
            <a:cxnSpLocks/>
            <a:stCxn id="9" idx="0"/>
            <a:endCxn id="8" idx="2"/>
          </p:cNvCxnSpPr>
          <p:nvPr/>
        </p:nvCxnSpPr>
        <p:spPr>
          <a:xfrm flipV="1">
            <a:off x="5849333" y="3930932"/>
            <a:ext cx="1904415" cy="695069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Hộp Văn bản 13">
            <a:extLst>
              <a:ext uri="{FF2B5EF4-FFF2-40B4-BE49-F238E27FC236}">
                <a16:creationId xmlns:a16="http://schemas.microsoft.com/office/drawing/2014/main" id="{351DC0F0-6D17-48B8-B24E-DCFBB15DCF29}"/>
              </a:ext>
            </a:extLst>
          </p:cNvPr>
          <p:cNvSpPr txBox="1"/>
          <p:nvPr/>
        </p:nvSpPr>
        <p:spPr>
          <a:xfrm>
            <a:off x="4705747" y="5063180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/>
              <a:t>P</a:t>
            </a:r>
            <a:r>
              <a:rPr lang="en-US"/>
              <a:t>olynomial number of step</a:t>
            </a:r>
          </a:p>
        </p:txBody>
      </p:sp>
      <p:sp>
        <p:nvSpPr>
          <p:cNvPr id="15" name="Hộp Văn bản 14">
            <a:extLst>
              <a:ext uri="{FF2B5EF4-FFF2-40B4-BE49-F238E27FC236}">
                <a16:creationId xmlns:a16="http://schemas.microsoft.com/office/drawing/2014/main" id="{B564330D-7689-406B-8A9E-29046928DE0F}"/>
              </a:ext>
            </a:extLst>
          </p:cNvPr>
          <p:cNvSpPr txBox="1"/>
          <p:nvPr/>
        </p:nvSpPr>
        <p:spPr>
          <a:xfrm>
            <a:off x="4386879" y="797723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/>
              <a:t>P</a:t>
            </a:r>
            <a:r>
              <a:rPr lang="en-US"/>
              <a:t>olynomial number of </a:t>
            </a:r>
            <a:r>
              <a:rPr lang="en-US" b="1"/>
              <a:t>SPACE</a:t>
            </a:r>
          </a:p>
        </p:txBody>
      </p:sp>
      <p:sp>
        <p:nvSpPr>
          <p:cNvPr id="16" name="Hộp Văn bản 15">
            <a:extLst>
              <a:ext uri="{FF2B5EF4-FFF2-40B4-BE49-F238E27FC236}">
                <a16:creationId xmlns:a16="http://schemas.microsoft.com/office/drawing/2014/main" id="{528D65A1-9899-4286-9F68-7771F26C957A}"/>
              </a:ext>
            </a:extLst>
          </p:cNvPr>
          <p:cNvSpPr txBox="1"/>
          <p:nvPr/>
        </p:nvSpPr>
        <p:spPr>
          <a:xfrm>
            <a:off x="1039784" y="3355136"/>
            <a:ext cx="3035209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vi-VN" b="1">
                <a:latin typeface="Calibri" panose="020F0502020204030204" pitchFamily="34" charset="0"/>
                <a:cs typeface="Calibri" panose="020F0502020204030204" pitchFamily="34" charset="0"/>
              </a:rPr>
              <a:t>N</a:t>
            </a:r>
            <a:r>
              <a:rPr lang="vi-VN">
                <a:latin typeface="Calibri" panose="020F0502020204030204" pitchFamily="34" charset="0"/>
                <a:cs typeface="Calibri" panose="020F0502020204030204" pitchFamily="34" charset="0"/>
              </a:rPr>
              <a:t>onderterministic Turing machine</a:t>
            </a:r>
            <a:r>
              <a:rPr lang="en-US">
                <a:latin typeface="Calibri" panose="020F0502020204030204" pitchFamily="34" charset="0"/>
                <a:cs typeface="Calibri" panose="020F0502020204030204" pitchFamily="34" charset="0"/>
              </a:rPr>
              <a:t> in</a:t>
            </a:r>
            <a:r>
              <a:rPr lang="vi-VN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vi-VN" b="1">
                <a:latin typeface="Calibri" panose="020F0502020204030204" pitchFamily="34" charset="0"/>
                <a:cs typeface="Calibri" panose="020F0502020204030204" pitchFamily="34" charset="0"/>
              </a:rPr>
              <a:t>P</a:t>
            </a:r>
            <a:r>
              <a:rPr lang="vi-VN">
                <a:latin typeface="Calibri" panose="020F0502020204030204" pitchFamily="34" charset="0"/>
                <a:cs typeface="Calibri" panose="020F0502020204030204" pitchFamily="34" charset="0"/>
              </a:rPr>
              <a:t>olynomial number of step</a:t>
            </a:r>
            <a:endParaRPr lang="en-US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8" name="Hộp Văn bản 17">
            <a:extLst>
              <a:ext uri="{FF2B5EF4-FFF2-40B4-BE49-F238E27FC236}">
                <a16:creationId xmlns:a16="http://schemas.microsoft.com/office/drawing/2014/main" id="{0F25A91E-BDB0-493A-8229-2ABE891879EF}"/>
              </a:ext>
            </a:extLst>
          </p:cNvPr>
          <p:cNvSpPr txBox="1"/>
          <p:nvPr/>
        </p:nvSpPr>
        <p:spPr>
          <a:xfrm>
            <a:off x="8104216" y="3513547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/>
              <a:t> </a:t>
            </a:r>
            <a:r>
              <a:rPr lang="en-US" b="1"/>
              <a:t>co</a:t>
            </a:r>
            <a:r>
              <a:rPr lang="en-US"/>
              <a:t>mplement of </a:t>
            </a:r>
            <a:r>
              <a:rPr lang="en-US" b="1"/>
              <a:t>NP</a:t>
            </a:r>
          </a:p>
        </p:txBody>
      </p:sp>
      <p:sp>
        <p:nvSpPr>
          <p:cNvPr id="2" name="Chỗ dành sẵn cho Số hiệu Bản chiếu 1">
            <a:extLst>
              <a:ext uri="{FF2B5EF4-FFF2-40B4-BE49-F238E27FC236}">
                <a16:creationId xmlns:a16="http://schemas.microsoft.com/office/drawing/2014/main" id="{14DA6B99-48C1-4EEE-B84C-595268F5C2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ABBA0F-ED8F-4A6E-AA06-FEAFBF3D52EE}" type="slidenum">
              <a:rPr lang="en-US" smtClean="0"/>
              <a:t>16</a:t>
            </a:fld>
            <a:endParaRPr lang="en-US"/>
          </a:p>
        </p:txBody>
      </p:sp>
      <p:sp>
        <p:nvSpPr>
          <p:cNvPr id="17" name="Hộp Văn bản 16">
            <a:extLst>
              <a:ext uri="{FF2B5EF4-FFF2-40B4-BE49-F238E27FC236}">
                <a16:creationId xmlns:a16="http://schemas.microsoft.com/office/drawing/2014/main" id="{D7DB7CAF-2ECD-40A0-8814-9DAF602FE61A}"/>
              </a:ext>
            </a:extLst>
          </p:cNvPr>
          <p:cNvSpPr txBox="1"/>
          <p:nvPr/>
        </p:nvSpPr>
        <p:spPr>
          <a:xfrm>
            <a:off x="1039783" y="4300264"/>
            <a:ext cx="3035209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vi-VN" b="1">
                <a:latin typeface="Calibri" panose="020F0502020204030204" pitchFamily="34" charset="0"/>
                <a:cs typeface="Calibri" panose="020F0502020204030204" pitchFamily="34" charset="0"/>
              </a:rPr>
              <a:t>Cho một tập hợp các số nguyên, tồn tại hay không một tập hợp con có tổng bằng T không?</a:t>
            </a:r>
            <a:endParaRPr lang="en-US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9" name="Hộp Văn bản 18">
            <a:extLst>
              <a:ext uri="{FF2B5EF4-FFF2-40B4-BE49-F238E27FC236}">
                <a16:creationId xmlns:a16="http://schemas.microsoft.com/office/drawing/2014/main" id="{21D2ACE9-0056-43F3-A892-7A082DA3A157}"/>
              </a:ext>
            </a:extLst>
          </p:cNvPr>
          <p:cNvSpPr txBox="1"/>
          <p:nvPr/>
        </p:nvSpPr>
        <p:spPr>
          <a:xfrm>
            <a:off x="4861371" y="5500359"/>
            <a:ext cx="303520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vi-VN" b="1">
                <a:latin typeface="Calibri" panose="020F0502020204030204" pitchFamily="34" charset="0"/>
                <a:cs typeface="Calibri" panose="020F0502020204030204" pitchFamily="34" charset="0"/>
              </a:rPr>
              <a:t>Tồn tại lời giải trong thời gian đa thức</a:t>
            </a:r>
            <a:endParaRPr lang="en-US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0" name="Hộp Văn bản 19">
            <a:extLst>
              <a:ext uri="{FF2B5EF4-FFF2-40B4-BE49-F238E27FC236}">
                <a16:creationId xmlns:a16="http://schemas.microsoft.com/office/drawing/2014/main" id="{6266F116-CFAF-4EAB-A338-8785887B097D}"/>
              </a:ext>
            </a:extLst>
          </p:cNvPr>
          <p:cNvSpPr txBox="1"/>
          <p:nvPr/>
        </p:nvSpPr>
        <p:spPr>
          <a:xfrm>
            <a:off x="1039782" y="2656860"/>
            <a:ext cx="303520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vi-VN" b="1">
                <a:latin typeface="Calibri" panose="020F0502020204030204" pitchFamily="34" charset="0"/>
                <a:cs typeface="Calibri" panose="020F0502020204030204" pitchFamily="34" charset="0"/>
              </a:rPr>
              <a:t>Kiểm tra lời giải trong thời gian đa thức</a:t>
            </a:r>
            <a:endParaRPr lang="en-US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1" name="Hộp Văn bản 20">
            <a:extLst>
              <a:ext uri="{FF2B5EF4-FFF2-40B4-BE49-F238E27FC236}">
                <a16:creationId xmlns:a16="http://schemas.microsoft.com/office/drawing/2014/main" id="{044E8B89-CCF2-4EBF-9C07-3462AEFBDEB2}"/>
              </a:ext>
            </a:extLst>
          </p:cNvPr>
          <p:cNvSpPr txBox="1"/>
          <p:nvPr/>
        </p:nvSpPr>
        <p:spPr>
          <a:xfrm>
            <a:off x="8212067" y="3978985"/>
            <a:ext cx="3035209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vi-VN" b="1">
                <a:latin typeface="Calibri" panose="020F0502020204030204" pitchFamily="34" charset="0"/>
                <a:cs typeface="Calibri" panose="020F0502020204030204" pitchFamily="34" charset="0"/>
              </a:rPr>
              <a:t>Cho một tập hợp các số nguyên, có phải tất cả tập hợp con đều có tổng khác T không?</a:t>
            </a:r>
            <a:endParaRPr lang="en-US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3039985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êu đề 1">
            <a:extLst>
              <a:ext uri="{FF2B5EF4-FFF2-40B4-BE49-F238E27FC236}">
                <a16:creationId xmlns:a16="http://schemas.microsoft.com/office/drawing/2014/main" id="{91612F00-E5D1-41F8-B014-EE0C414319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Probability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hỗ dành sẵn cho Nội dung 2">
                <a:extLst>
                  <a:ext uri="{FF2B5EF4-FFF2-40B4-BE49-F238E27FC236}">
                    <a16:creationId xmlns:a16="http://schemas.microsoft.com/office/drawing/2014/main" id="{20D0CDB7-408E-4087-97A3-9FD1143A2DD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515600" cy="444923"/>
              </a:xfrm>
            </p:spPr>
            <p:txBody>
              <a:bodyPr>
                <a:normAutofit fontScale="92500" lnSpcReduction="20000"/>
              </a:bodyPr>
              <a:lstStyle/>
              <a:p>
                <a:pPr marL="0" indent="0">
                  <a:buNone/>
                </a:pPr>
                <a:r>
                  <a:rPr lang="en-US" dirty="0"/>
                  <a:t>Nondeterministic Turing machine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𝑀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={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𝑄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m:rPr>
                        <m:sty m:val="p"/>
                      </m:rPr>
                      <a:rPr lang="el-G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Σ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𝑠𝑡𝑎𝑟𝑡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𝑟𝑒𝑗𝑒𝑐𝑡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𝑎𝑐𝑐𝑒𝑝𝑡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𝛿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endParaRPr lang="en-US" b="0" dirty="0"/>
              </a:p>
            </p:txBody>
          </p:sp>
        </mc:Choice>
        <mc:Fallback xmlns="">
          <p:sp>
            <p:nvSpPr>
              <p:cNvPr id="3" name="Chỗ dành sẵn cho Nội dung 2">
                <a:extLst>
                  <a:ext uri="{FF2B5EF4-FFF2-40B4-BE49-F238E27FC236}">
                    <a16:creationId xmlns:a16="http://schemas.microsoft.com/office/drawing/2014/main" id="{20D0CDB7-408E-4087-97A3-9FD1143A2DD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515600" cy="444923"/>
              </a:xfrm>
              <a:blipFill>
                <a:blip r:embed="rId2"/>
                <a:stretch>
                  <a:fillRect l="-1043" t="-31507" b="-2602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Chỗ dành sẵn cho Số hiệu Bản chiếu 3">
            <a:extLst>
              <a:ext uri="{FF2B5EF4-FFF2-40B4-BE49-F238E27FC236}">
                <a16:creationId xmlns:a16="http://schemas.microsoft.com/office/drawing/2014/main" id="{F8F89BA8-C804-49F1-AF16-C98ACEB3D9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ABBA0F-ED8F-4A6E-AA06-FEAFBF3D52EE}" type="slidenum">
              <a:rPr lang="en-US" smtClean="0"/>
              <a:t>17</a:t>
            </a:fld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Hộp Văn bản 5">
                <a:extLst>
                  <a:ext uri="{FF2B5EF4-FFF2-40B4-BE49-F238E27FC236}">
                    <a16:creationId xmlns:a16="http://schemas.microsoft.com/office/drawing/2014/main" id="{85497540-82E5-44C4-88E3-34180F358CF5}"/>
                  </a:ext>
                </a:extLst>
              </p:cNvPr>
              <p:cNvSpPr txBox="1"/>
              <p:nvPr/>
            </p:nvSpPr>
            <p:spPr>
              <a:xfrm>
                <a:off x="838200" y="2405485"/>
                <a:ext cx="10306878" cy="56009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28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𝛿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l-GR" sz="2800" i="1" smtClean="0">
                          <a:latin typeface="Cambria Math" panose="02040503050406030204" pitchFamily="18" charset="0"/>
                        </a:rPr>
                        <m:t>𝑄</m:t>
                      </m:r>
                      <m:r>
                        <a:rPr lang="el-GR" sz="2800" i="1" smtClean="0">
                          <a:latin typeface="Cambria Math" panose="02040503050406030204" pitchFamily="18" charset="0"/>
                        </a:rPr>
                        <m:t> × </m:t>
                      </m:r>
                      <m:r>
                        <m:rPr>
                          <m:sty m:val="p"/>
                        </m:rPr>
                        <a:rPr lang="el-GR" sz="280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Σ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→</m:t>
                      </m:r>
                      <m:sSup>
                        <m:sSup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0,1</m:t>
                              </m:r>
                            </m:e>
                          </m:d>
                        </m:e>
                        <m:sup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l-GR" sz="2800" i="1">
                              <a:latin typeface="Cambria Math" panose="02040503050406030204" pitchFamily="18" charset="0"/>
                            </a:rPr>
                            <m:t>𝑄</m:t>
                          </m:r>
                          <m:r>
                            <a:rPr lang="el-GR" sz="2800" i="1">
                              <a:latin typeface="Cambria Math" panose="02040503050406030204" pitchFamily="18" charset="0"/>
                            </a:rPr>
                            <m:t> × </m:t>
                          </m:r>
                          <m:r>
                            <m:rPr>
                              <m:sty m:val="p"/>
                            </m:rPr>
                            <a:rPr lang="el-GR" sz="280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Σ</m:t>
                          </m:r>
                          <m:r>
                            <a:rPr lang="el-GR" sz="2800" i="1">
                              <a:latin typeface="Cambria Math" panose="02040503050406030204" pitchFamily="18" charset="0"/>
                            </a:rPr>
                            <m:t> × </m:t>
                          </m:r>
                          <m:d>
                            <m:dPr>
                              <m:begChr m:val="{"/>
                              <m:endChr m:val="}"/>
                              <m:ctrlPr>
                                <a:rPr lang="el-GR" sz="28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l-GR" sz="2800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  <m:r>
                                <a:rPr lang="el-GR" sz="2800" i="1">
                                  <a:latin typeface="Cambria Math" panose="02040503050406030204" pitchFamily="18" charset="0"/>
                                </a:rPr>
                                <m:t>, </m:t>
                              </m:r>
                              <m:r>
                                <a:rPr lang="el-GR" sz="2800" i="1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</m:d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)</m:t>
                          </m:r>
                        </m:sup>
                      </m:sSup>
                    </m:oMath>
                  </m:oMathPara>
                </a14:m>
                <a:endParaRPr lang="en-US" sz="2800"/>
              </a:p>
            </p:txBody>
          </p:sp>
        </mc:Choice>
        <mc:Fallback xmlns="">
          <p:sp>
            <p:nvSpPr>
              <p:cNvPr id="6" name="Hộp Văn bản 5">
                <a:extLst>
                  <a:ext uri="{FF2B5EF4-FFF2-40B4-BE49-F238E27FC236}">
                    <a16:creationId xmlns:a16="http://schemas.microsoft.com/office/drawing/2014/main" id="{85497540-82E5-44C4-88E3-34180F358CF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2405485"/>
                <a:ext cx="10306878" cy="56009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Hình ảnh 6">
            <a:extLst>
              <a:ext uri="{FF2B5EF4-FFF2-40B4-BE49-F238E27FC236}">
                <a16:creationId xmlns:a16="http://schemas.microsoft.com/office/drawing/2014/main" id="{60A31778-4DD9-4ED2-A19B-29111639A290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15409" t="24653" r="24684" b="26570"/>
          <a:stretch/>
        </p:blipFill>
        <p:spPr>
          <a:xfrm>
            <a:off x="848357" y="3193774"/>
            <a:ext cx="6466844" cy="29733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9612493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êu đề 1">
            <a:extLst>
              <a:ext uri="{FF2B5EF4-FFF2-40B4-BE49-F238E27FC236}">
                <a16:creationId xmlns:a16="http://schemas.microsoft.com/office/drawing/2014/main" id="{91612F00-E5D1-41F8-B014-EE0C414319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Probability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1" name="Hộp Văn bản 4">
                <a:extLst>
                  <a:ext uri="{FF2B5EF4-FFF2-40B4-BE49-F238E27FC236}">
                    <a16:creationId xmlns:a16="http://schemas.microsoft.com/office/drawing/2014/main" id="{812456B0-C35E-4B63-8355-F7A16793307F}"/>
                  </a:ext>
                </a:extLst>
              </p:cNvPr>
              <p:cNvSpPr txBox="1"/>
              <p:nvPr/>
            </p:nvSpPr>
            <p:spPr>
              <a:xfrm>
                <a:off x="109330" y="4068723"/>
                <a:ext cx="130829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6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𝜎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16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/>
              </a:p>
            </p:txBody>
          </p:sp>
        </mc:Choice>
        <mc:Fallback xmlns="">
          <p:sp>
            <p:nvSpPr>
              <p:cNvPr id="51" name="Hộp Văn bản 4">
                <a:extLst>
                  <a:ext uri="{FF2B5EF4-FFF2-40B4-BE49-F238E27FC236}">
                    <a16:creationId xmlns:a16="http://schemas.microsoft.com/office/drawing/2014/main" id="{812456B0-C35E-4B63-8355-F7A16793307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9330" y="4068723"/>
                <a:ext cx="1308295" cy="369332"/>
              </a:xfrm>
              <a:prstGeom prst="rect">
                <a:avLst/>
              </a:prstGeom>
              <a:blipFill>
                <a:blip r:embed="rId2"/>
                <a:stretch>
                  <a:fillRect b="-13115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2" name="Hộp Văn bản 6">
                <a:extLst>
                  <a:ext uri="{FF2B5EF4-FFF2-40B4-BE49-F238E27FC236}">
                    <a16:creationId xmlns:a16="http://schemas.microsoft.com/office/drawing/2014/main" id="{15A9794A-28F9-48F8-8E48-6185A87CF852}"/>
                  </a:ext>
                </a:extLst>
              </p:cNvPr>
              <p:cNvSpPr txBox="1"/>
              <p:nvPr/>
            </p:nvSpPr>
            <p:spPr>
              <a:xfrm>
                <a:off x="3113761" y="2884024"/>
                <a:ext cx="130829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9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𝜎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𝐿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/>
              </a:p>
            </p:txBody>
          </p:sp>
        </mc:Choice>
        <mc:Fallback xmlns="">
          <p:sp>
            <p:nvSpPr>
              <p:cNvPr id="52" name="Hộp Văn bản 6">
                <a:extLst>
                  <a:ext uri="{FF2B5EF4-FFF2-40B4-BE49-F238E27FC236}">
                    <a16:creationId xmlns:a16="http://schemas.microsoft.com/office/drawing/2014/main" id="{15A9794A-28F9-48F8-8E48-6185A87CF85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13761" y="2884024"/>
                <a:ext cx="1308295" cy="369332"/>
              </a:xfrm>
              <a:prstGeom prst="rect">
                <a:avLst/>
              </a:prstGeom>
              <a:blipFill>
                <a:blip r:embed="rId3"/>
                <a:stretch>
                  <a:fillRect b="-13115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3" name="Hộp Văn bản 10">
                <a:extLst>
                  <a:ext uri="{FF2B5EF4-FFF2-40B4-BE49-F238E27FC236}">
                    <a16:creationId xmlns:a16="http://schemas.microsoft.com/office/drawing/2014/main" id="{0F78B7B3-6C60-4602-A2AC-DC616FAC65FD}"/>
                  </a:ext>
                </a:extLst>
              </p:cNvPr>
              <p:cNvSpPr txBox="1"/>
              <p:nvPr/>
            </p:nvSpPr>
            <p:spPr>
              <a:xfrm>
                <a:off x="3113760" y="3514725"/>
                <a:ext cx="130829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17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𝜎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18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𝑅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/>
              </a:p>
            </p:txBody>
          </p:sp>
        </mc:Choice>
        <mc:Fallback xmlns="">
          <p:sp>
            <p:nvSpPr>
              <p:cNvPr id="53" name="Hộp Văn bản 10">
                <a:extLst>
                  <a:ext uri="{FF2B5EF4-FFF2-40B4-BE49-F238E27FC236}">
                    <a16:creationId xmlns:a16="http://schemas.microsoft.com/office/drawing/2014/main" id="{0F78B7B3-6C60-4602-A2AC-DC616FAC65F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13760" y="3514725"/>
                <a:ext cx="1308295" cy="369332"/>
              </a:xfrm>
              <a:prstGeom prst="rect">
                <a:avLst/>
              </a:prstGeom>
              <a:blipFill>
                <a:blip r:embed="rId4"/>
                <a:stretch>
                  <a:fillRect l="-1402" r="-3738" b="-13333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4" name="Hộp Văn bản 12">
                <a:extLst>
                  <a:ext uri="{FF2B5EF4-FFF2-40B4-BE49-F238E27FC236}">
                    <a16:creationId xmlns:a16="http://schemas.microsoft.com/office/drawing/2014/main" id="{718814C1-FA0B-4428-B434-AE5DC099D2EC}"/>
                  </a:ext>
                </a:extLst>
              </p:cNvPr>
              <p:cNvSpPr txBox="1"/>
              <p:nvPr/>
            </p:nvSpPr>
            <p:spPr>
              <a:xfrm>
                <a:off x="3113760" y="4145426"/>
                <a:ext cx="130829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17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𝜎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18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𝑅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/>
              </a:p>
            </p:txBody>
          </p:sp>
        </mc:Choice>
        <mc:Fallback xmlns="">
          <p:sp>
            <p:nvSpPr>
              <p:cNvPr id="54" name="Hộp Văn bản 12">
                <a:extLst>
                  <a:ext uri="{FF2B5EF4-FFF2-40B4-BE49-F238E27FC236}">
                    <a16:creationId xmlns:a16="http://schemas.microsoft.com/office/drawing/2014/main" id="{718814C1-FA0B-4428-B434-AE5DC099D2E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13760" y="4145426"/>
                <a:ext cx="1308295" cy="369332"/>
              </a:xfrm>
              <a:prstGeom prst="rect">
                <a:avLst/>
              </a:prstGeom>
              <a:blipFill>
                <a:blip r:embed="rId5"/>
                <a:stretch>
                  <a:fillRect l="-1402" r="-3738" b="-13115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5" name="Hộp Văn bản 14">
                <a:extLst>
                  <a:ext uri="{FF2B5EF4-FFF2-40B4-BE49-F238E27FC236}">
                    <a16:creationId xmlns:a16="http://schemas.microsoft.com/office/drawing/2014/main" id="{DC0E278D-5285-47B8-8073-ACF4FB819305}"/>
                  </a:ext>
                </a:extLst>
              </p:cNvPr>
              <p:cNvSpPr txBox="1"/>
              <p:nvPr/>
            </p:nvSpPr>
            <p:spPr>
              <a:xfrm>
                <a:off x="3159481" y="4796858"/>
                <a:ext cx="130829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21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𝜎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23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𝐿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/>
              </a:p>
            </p:txBody>
          </p:sp>
        </mc:Choice>
        <mc:Fallback xmlns="">
          <p:sp>
            <p:nvSpPr>
              <p:cNvPr id="55" name="Hộp Văn bản 14">
                <a:extLst>
                  <a:ext uri="{FF2B5EF4-FFF2-40B4-BE49-F238E27FC236}">
                    <a16:creationId xmlns:a16="http://schemas.microsoft.com/office/drawing/2014/main" id="{DC0E278D-5285-47B8-8073-ACF4FB81930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59481" y="4796858"/>
                <a:ext cx="1308295" cy="369332"/>
              </a:xfrm>
              <a:prstGeom prst="rect">
                <a:avLst/>
              </a:prstGeom>
              <a:blipFill>
                <a:blip r:embed="rId6"/>
                <a:stretch>
                  <a:fillRect l="-1395" r="-1860" b="-13333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6" name="Đường kết nối Mũi tên Thẳng 16">
            <a:extLst>
              <a:ext uri="{FF2B5EF4-FFF2-40B4-BE49-F238E27FC236}">
                <a16:creationId xmlns:a16="http://schemas.microsoft.com/office/drawing/2014/main" id="{9601C23A-172B-4E59-A10A-5CBAD2AC9DD7}"/>
              </a:ext>
            </a:extLst>
          </p:cNvPr>
          <p:cNvCxnSpPr/>
          <p:nvPr/>
        </p:nvCxnSpPr>
        <p:spPr>
          <a:xfrm>
            <a:off x="1925432" y="3387726"/>
            <a:ext cx="3024553" cy="0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7" name="Đường kết nối Mũi tên Thẳng 17">
            <a:extLst>
              <a:ext uri="{FF2B5EF4-FFF2-40B4-BE49-F238E27FC236}">
                <a16:creationId xmlns:a16="http://schemas.microsoft.com/office/drawing/2014/main" id="{B1A83D17-BC83-4A1F-9913-96C1F7BEB4B9}"/>
              </a:ext>
            </a:extLst>
          </p:cNvPr>
          <p:cNvCxnSpPr/>
          <p:nvPr/>
        </p:nvCxnSpPr>
        <p:spPr>
          <a:xfrm>
            <a:off x="1904720" y="4068723"/>
            <a:ext cx="3024553" cy="0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8" name="Đường kết nối Mũi tên Thẳng 18">
            <a:extLst>
              <a:ext uri="{FF2B5EF4-FFF2-40B4-BE49-F238E27FC236}">
                <a16:creationId xmlns:a16="http://schemas.microsoft.com/office/drawing/2014/main" id="{21D822B5-504A-43C0-8D9A-26B708CCF172}"/>
              </a:ext>
            </a:extLst>
          </p:cNvPr>
          <p:cNvCxnSpPr/>
          <p:nvPr/>
        </p:nvCxnSpPr>
        <p:spPr>
          <a:xfrm>
            <a:off x="1904720" y="4759426"/>
            <a:ext cx="3024553" cy="0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9" name="Hộp Văn bản 20">
                <a:extLst>
                  <a:ext uri="{FF2B5EF4-FFF2-40B4-BE49-F238E27FC236}">
                    <a16:creationId xmlns:a16="http://schemas.microsoft.com/office/drawing/2014/main" id="{DE347BB2-00ED-4533-83CB-A20B449DAC66}"/>
                  </a:ext>
                </a:extLst>
              </p:cNvPr>
              <p:cNvSpPr txBox="1"/>
              <p:nvPr/>
            </p:nvSpPr>
            <p:spPr>
              <a:xfrm>
                <a:off x="1474874" y="2900431"/>
                <a:ext cx="130829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0.14</m:t>
                      </m:r>
                    </m:oMath>
                  </m:oMathPara>
                </a14:m>
                <a:endParaRPr lang="en-US"/>
              </a:p>
            </p:txBody>
          </p:sp>
        </mc:Choice>
        <mc:Fallback xmlns="">
          <p:sp>
            <p:nvSpPr>
              <p:cNvPr id="59" name="Hộp Văn bản 20">
                <a:extLst>
                  <a:ext uri="{FF2B5EF4-FFF2-40B4-BE49-F238E27FC236}">
                    <a16:creationId xmlns:a16="http://schemas.microsoft.com/office/drawing/2014/main" id="{DE347BB2-00ED-4533-83CB-A20B449DAC6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74874" y="2900431"/>
                <a:ext cx="1308295" cy="369332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" name="Hộp Văn bản 22">
                <a:extLst>
                  <a:ext uri="{FF2B5EF4-FFF2-40B4-BE49-F238E27FC236}">
                    <a16:creationId xmlns:a16="http://schemas.microsoft.com/office/drawing/2014/main" id="{548402DE-069D-488F-A8FC-B69F9149631F}"/>
                  </a:ext>
                </a:extLst>
              </p:cNvPr>
              <p:cNvSpPr txBox="1"/>
              <p:nvPr/>
            </p:nvSpPr>
            <p:spPr>
              <a:xfrm>
                <a:off x="1474874" y="3572393"/>
                <a:ext cx="130829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0.23</m:t>
                      </m:r>
                    </m:oMath>
                  </m:oMathPara>
                </a14:m>
                <a:endParaRPr lang="en-US"/>
              </a:p>
            </p:txBody>
          </p:sp>
        </mc:Choice>
        <mc:Fallback xmlns="">
          <p:sp>
            <p:nvSpPr>
              <p:cNvPr id="60" name="Hộp Văn bản 22">
                <a:extLst>
                  <a:ext uri="{FF2B5EF4-FFF2-40B4-BE49-F238E27FC236}">
                    <a16:creationId xmlns:a16="http://schemas.microsoft.com/office/drawing/2014/main" id="{548402DE-069D-488F-A8FC-B69F914963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74874" y="3572393"/>
                <a:ext cx="1308295" cy="369332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1" name="Hộp Văn bản 24">
                <a:extLst>
                  <a:ext uri="{FF2B5EF4-FFF2-40B4-BE49-F238E27FC236}">
                    <a16:creationId xmlns:a16="http://schemas.microsoft.com/office/drawing/2014/main" id="{DCCFA05C-A32B-42B6-8837-75238F0FE1D8}"/>
                  </a:ext>
                </a:extLst>
              </p:cNvPr>
              <p:cNvSpPr txBox="1"/>
              <p:nvPr/>
            </p:nvSpPr>
            <p:spPr>
              <a:xfrm>
                <a:off x="1474874" y="4276463"/>
                <a:ext cx="130829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0.08</m:t>
                      </m:r>
                    </m:oMath>
                  </m:oMathPara>
                </a14:m>
                <a:endParaRPr lang="en-US"/>
              </a:p>
            </p:txBody>
          </p:sp>
        </mc:Choice>
        <mc:Fallback xmlns="">
          <p:sp>
            <p:nvSpPr>
              <p:cNvPr id="61" name="Hộp Văn bản 24">
                <a:extLst>
                  <a:ext uri="{FF2B5EF4-FFF2-40B4-BE49-F238E27FC236}">
                    <a16:creationId xmlns:a16="http://schemas.microsoft.com/office/drawing/2014/main" id="{DCCFA05C-A32B-42B6-8837-75238F0FE1D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74874" y="4276463"/>
                <a:ext cx="1308295" cy="369332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2" name="Đường kết nối Mũi tên Thẳng 25">
            <a:extLst>
              <a:ext uri="{FF2B5EF4-FFF2-40B4-BE49-F238E27FC236}">
                <a16:creationId xmlns:a16="http://schemas.microsoft.com/office/drawing/2014/main" id="{D5DDF98E-7329-4CCE-8909-B81D717E02D1}"/>
              </a:ext>
            </a:extLst>
          </p:cNvPr>
          <p:cNvCxnSpPr/>
          <p:nvPr/>
        </p:nvCxnSpPr>
        <p:spPr>
          <a:xfrm>
            <a:off x="1925432" y="5432526"/>
            <a:ext cx="3024553" cy="0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3" name="Hộp Văn bản 27">
                <a:extLst>
                  <a:ext uri="{FF2B5EF4-FFF2-40B4-BE49-F238E27FC236}">
                    <a16:creationId xmlns:a16="http://schemas.microsoft.com/office/drawing/2014/main" id="{D3CA02B6-BD8B-4260-94E2-4EF2EFDE66B8}"/>
                  </a:ext>
                </a:extLst>
              </p:cNvPr>
              <p:cNvSpPr txBox="1"/>
              <p:nvPr/>
            </p:nvSpPr>
            <p:spPr>
              <a:xfrm>
                <a:off x="1495977" y="4977944"/>
                <a:ext cx="130829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0.55</m:t>
                      </m:r>
                    </m:oMath>
                  </m:oMathPara>
                </a14:m>
                <a:endParaRPr lang="en-US"/>
              </a:p>
            </p:txBody>
          </p:sp>
        </mc:Choice>
        <mc:Fallback xmlns="">
          <p:sp>
            <p:nvSpPr>
              <p:cNvPr id="63" name="Hộp Văn bản 27">
                <a:extLst>
                  <a:ext uri="{FF2B5EF4-FFF2-40B4-BE49-F238E27FC236}">
                    <a16:creationId xmlns:a16="http://schemas.microsoft.com/office/drawing/2014/main" id="{D3CA02B6-BD8B-4260-94E2-4EF2EFDE66B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95977" y="4977944"/>
                <a:ext cx="1308295" cy="369332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4" name="Đường nối Thẳng 29">
            <a:extLst>
              <a:ext uri="{FF2B5EF4-FFF2-40B4-BE49-F238E27FC236}">
                <a16:creationId xmlns:a16="http://schemas.microsoft.com/office/drawing/2014/main" id="{7FDD6D6A-1139-41F4-818B-6AC902A82DBC}"/>
              </a:ext>
            </a:extLst>
          </p:cNvPr>
          <p:cNvCxnSpPr>
            <a:endCxn id="51" idx="3"/>
          </p:cNvCxnSpPr>
          <p:nvPr/>
        </p:nvCxnSpPr>
        <p:spPr>
          <a:xfrm flipH="1">
            <a:off x="1417625" y="3387726"/>
            <a:ext cx="507807" cy="865663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5" name="Đường nối Thẳng 30">
            <a:extLst>
              <a:ext uri="{FF2B5EF4-FFF2-40B4-BE49-F238E27FC236}">
                <a16:creationId xmlns:a16="http://schemas.microsoft.com/office/drawing/2014/main" id="{CB8B904F-291F-4929-A330-3630E476F1B3}"/>
              </a:ext>
            </a:extLst>
          </p:cNvPr>
          <p:cNvCxnSpPr>
            <a:cxnSpLocks/>
            <a:endCxn id="51" idx="3"/>
          </p:cNvCxnSpPr>
          <p:nvPr/>
        </p:nvCxnSpPr>
        <p:spPr>
          <a:xfrm flipH="1">
            <a:off x="1417625" y="4060826"/>
            <a:ext cx="507807" cy="192563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6" name="Đường nối Thẳng 36">
            <a:extLst>
              <a:ext uri="{FF2B5EF4-FFF2-40B4-BE49-F238E27FC236}">
                <a16:creationId xmlns:a16="http://schemas.microsoft.com/office/drawing/2014/main" id="{942B4C86-68FC-4083-85BD-A0D2C7160BEB}"/>
              </a:ext>
            </a:extLst>
          </p:cNvPr>
          <p:cNvCxnSpPr>
            <a:cxnSpLocks/>
            <a:endCxn id="51" idx="3"/>
          </p:cNvCxnSpPr>
          <p:nvPr/>
        </p:nvCxnSpPr>
        <p:spPr>
          <a:xfrm flipH="1" flipV="1">
            <a:off x="1417625" y="4253389"/>
            <a:ext cx="487095" cy="516788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7" name="Đường nối Thẳng 40">
            <a:extLst>
              <a:ext uri="{FF2B5EF4-FFF2-40B4-BE49-F238E27FC236}">
                <a16:creationId xmlns:a16="http://schemas.microsoft.com/office/drawing/2014/main" id="{ADBC72EC-3E7B-4257-8AE7-EA2A88391C39}"/>
              </a:ext>
            </a:extLst>
          </p:cNvPr>
          <p:cNvCxnSpPr>
            <a:cxnSpLocks/>
            <a:endCxn id="51" idx="3"/>
          </p:cNvCxnSpPr>
          <p:nvPr/>
        </p:nvCxnSpPr>
        <p:spPr>
          <a:xfrm flipH="1" flipV="1">
            <a:off x="1417625" y="4253389"/>
            <a:ext cx="507808" cy="1179138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" name="Chỗ dành sẵn cho Số hiệu Bản chiếu 2">
            <a:extLst>
              <a:ext uri="{FF2B5EF4-FFF2-40B4-BE49-F238E27FC236}">
                <a16:creationId xmlns:a16="http://schemas.microsoft.com/office/drawing/2014/main" id="{48855A97-1F69-46DC-8F29-E5AB51D156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ABBA0F-ED8F-4A6E-AA06-FEAFBF3D52EE}" type="slidenum">
              <a:rPr lang="en-US" smtClean="0"/>
              <a:t>18</a:t>
            </a:fld>
            <a:endParaRPr lang="en-US"/>
          </a:p>
        </p:txBody>
      </p:sp>
      <p:pic>
        <p:nvPicPr>
          <p:cNvPr id="6" name="Hình ảnh 5">
            <a:extLst>
              <a:ext uri="{FF2B5EF4-FFF2-40B4-BE49-F238E27FC236}">
                <a16:creationId xmlns:a16="http://schemas.microsoft.com/office/drawing/2014/main" id="{EF4A38D8-B0AF-49B6-8568-E5368FFBEEC5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233743" y="136525"/>
            <a:ext cx="6753714" cy="2484644"/>
          </a:xfrm>
          <a:prstGeom prst="rect">
            <a:avLst/>
          </a:prstGeom>
        </p:spPr>
      </p:pic>
      <p:pic>
        <p:nvPicPr>
          <p:cNvPr id="8" name="Hình ảnh 7">
            <a:extLst>
              <a:ext uri="{FF2B5EF4-FFF2-40B4-BE49-F238E27FC236}">
                <a16:creationId xmlns:a16="http://schemas.microsoft.com/office/drawing/2014/main" id="{A66E0A68-98C4-41AA-8F31-721F64B715E1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259863" y="2642093"/>
            <a:ext cx="6727593" cy="2565035"/>
          </a:xfrm>
          <a:prstGeom prst="rect">
            <a:avLst/>
          </a:prstGeom>
        </p:spPr>
      </p:pic>
      <p:sp>
        <p:nvSpPr>
          <p:cNvPr id="4" name="Hộp Văn bản 3">
            <a:extLst>
              <a:ext uri="{FF2B5EF4-FFF2-40B4-BE49-F238E27FC236}">
                <a16:creationId xmlns:a16="http://schemas.microsoft.com/office/drawing/2014/main" id="{96A06B8D-2317-4D43-A32C-DA19024A8213}"/>
              </a:ext>
            </a:extLst>
          </p:cNvPr>
          <p:cNvSpPr txBox="1"/>
          <p:nvPr/>
        </p:nvSpPr>
        <p:spPr>
          <a:xfrm>
            <a:off x="5936974" y="1126435"/>
            <a:ext cx="728869" cy="36643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endParaRPr lang="vi-VN"/>
          </a:p>
        </p:txBody>
      </p:sp>
      <p:sp>
        <p:nvSpPr>
          <p:cNvPr id="24" name="Hộp Văn bản 23">
            <a:extLst>
              <a:ext uri="{FF2B5EF4-FFF2-40B4-BE49-F238E27FC236}">
                <a16:creationId xmlns:a16="http://schemas.microsoft.com/office/drawing/2014/main" id="{BFCE8099-47DB-40D5-A990-B1A8B5D6FD97}"/>
              </a:ext>
            </a:extLst>
          </p:cNvPr>
          <p:cNvSpPr txBox="1"/>
          <p:nvPr/>
        </p:nvSpPr>
        <p:spPr>
          <a:xfrm>
            <a:off x="6818244" y="1126435"/>
            <a:ext cx="1689652" cy="36643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endParaRPr lang="vi-VN"/>
          </a:p>
        </p:txBody>
      </p:sp>
      <p:sp>
        <p:nvSpPr>
          <p:cNvPr id="5" name="Hộp Văn bản 4">
            <a:extLst>
              <a:ext uri="{FF2B5EF4-FFF2-40B4-BE49-F238E27FC236}">
                <a16:creationId xmlns:a16="http://schemas.microsoft.com/office/drawing/2014/main" id="{7B2A4C77-6D5A-4D48-ACD4-BDF80185F64E}"/>
              </a:ext>
            </a:extLst>
          </p:cNvPr>
          <p:cNvSpPr txBox="1"/>
          <p:nvPr/>
        </p:nvSpPr>
        <p:spPr>
          <a:xfrm>
            <a:off x="3557375" y="1657905"/>
            <a:ext cx="13718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vi-VN">
                <a:latin typeface="Calibri (Thân)"/>
              </a:rPr>
              <a:t>Lời giải đúng</a:t>
            </a:r>
          </a:p>
        </p:txBody>
      </p:sp>
      <p:sp>
        <p:nvSpPr>
          <p:cNvPr id="26" name="Hộp Văn bản 25">
            <a:extLst>
              <a:ext uri="{FF2B5EF4-FFF2-40B4-BE49-F238E27FC236}">
                <a16:creationId xmlns:a16="http://schemas.microsoft.com/office/drawing/2014/main" id="{91E29CCE-C7E4-4E98-A38A-B867E99FD64F}"/>
              </a:ext>
            </a:extLst>
          </p:cNvPr>
          <p:cNvSpPr txBox="1"/>
          <p:nvPr/>
        </p:nvSpPr>
        <p:spPr>
          <a:xfrm>
            <a:off x="2491409" y="2026259"/>
            <a:ext cx="243786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vi-VN">
                <a:latin typeface="Calibri (Thân)"/>
              </a:rPr>
              <a:t>Chấp nhận lời giải đúng</a:t>
            </a:r>
          </a:p>
        </p:txBody>
      </p:sp>
      <p:cxnSp>
        <p:nvCxnSpPr>
          <p:cNvPr id="9" name="Đường kết nối Mũi tên Thẳng 8">
            <a:extLst>
              <a:ext uri="{FF2B5EF4-FFF2-40B4-BE49-F238E27FC236}">
                <a16:creationId xmlns:a16="http://schemas.microsoft.com/office/drawing/2014/main" id="{94F4A55E-62B7-4685-854C-CB37FA514011}"/>
              </a:ext>
            </a:extLst>
          </p:cNvPr>
          <p:cNvCxnSpPr>
            <a:cxnSpLocks/>
            <a:stCxn id="4" idx="2"/>
            <a:endCxn id="5" idx="3"/>
          </p:cNvCxnSpPr>
          <p:nvPr/>
        </p:nvCxnSpPr>
        <p:spPr>
          <a:xfrm flipH="1">
            <a:off x="4929273" y="1492871"/>
            <a:ext cx="1372136" cy="3497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Đường kết nối Mũi tên Thẳng 28">
            <a:extLst>
              <a:ext uri="{FF2B5EF4-FFF2-40B4-BE49-F238E27FC236}">
                <a16:creationId xmlns:a16="http://schemas.microsoft.com/office/drawing/2014/main" id="{A7D80986-88E4-47AB-8D59-40238C81BA24}"/>
              </a:ext>
            </a:extLst>
          </p:cNvPr>
          <p:cNvCxnSpPr>
            <a:cxnSpLocks/>
            <a:endCxn id="26" idx="3"/>
          </p:cNvCxnSpPr>
          <p:nvPr/>
        </p:nvCxnSpPr>
        <p:spPr>
          <a:xfrm flipH="1">
            <a:off x="4929272" y="1504123"/>
            <a:ext cx="2719176" cy="70680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" name="Hộp Văn bản 23">
            <a:extLst>
              <a:ext uri="{FF2B5EF4-FFF2-40B4-BE49-F238E27FC236}">
                <a16:creationId xmlns:a16="http://schemas.microsoft.com/office/drawing/2014/main" id="{DAA8A532-FCEE-9978-E23F-E58D4E3E9AE0}"/>
              </a:ext>
            </a:extLst>
          </p:cNvPr>
          <p:cNvSpPr txBox="1"/>
          <p:nvPr/>
        </p:nvSpPr>
        <p:spPr>
          <a:xfrm>
            <a:off x="8660297" y="1057732"/>
            <a:ext cx="260679" cy="59313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endParaRPr lang="vi-VN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0F20B7E-A7B9-8825-4CF9-58B7365860A7}"/>
              </a:ext>
            </a:extLst>
          </p:cNvPr>
          <p:cNvSpPr txBox="1"/>
          <p:nvPr/>
        </p:nvSpPr>
        <p:spPr>
          <a:xfrm>
            <a:off x="9054790" y="1126435"/>
            <a:ext cx="164216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VN">
                <a:solidFill>
                  <a:srgbClr val="FF0000"/>
                </a:solidFill>
              </a:rPr>
              <a:t>Tính hội tụ!</a:t>
            </a:r>
          </a:p>
        </p:txBody>
      </p:sp>
    </p:spTree>
    <p:extLst>
      <p:ext uri="{BB962C8B-B14F-4D97-AF65-F5344CB8AC3E}">
        <p14:creationId xmlns:p14="http://schemas.microsoft.com/office/powerpoint/2010/main" val="165413197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êu đề 1">
            <a:extLst>
              <a:ext uri="{FF2B5EF4-FFF2-40B4-BE49-F238E27FC236}">
                <a16:creationId xmlns:a16="http://schemas.microsoft.com/office/drawing/2014/main" id="{91612F00-E5D1-41F8-B014-EE0C414319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Probability</a:t>
            </a:r>
            <a:endParaRPr lang="en-US" dirty="0"/>
          </a:p>
        </p:txBody>
      </p:sp>
      <p:sp>
        <p:nvSpPr>
          <p:cNvPr id="6" name="Hộp Văn bản 35">
            <a:extLst>
              <a:ext uri="{FF2B5EF4-FFF2-40B4-BE49-F238E27FC236}">
                <a16:creationId xmlns:a16="http://schemas.microsoft.com/office/drawing/2014/main" id="{6BB01E60-7200-4A0D-8F37-6D0E676E6F46}"/>
              </a:ext>
            </a:extLst>
          </p:cNvPr>
          <p:cNvSpPr txBox="1"/>
          <p:nvPr/>
        </p:nvSpPr>
        <p:spPr>
          <a:xfrm>
            <a:off x="4111379" y="2461759"/>
            <a:ext cx="102694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>
                <a:latin typeface="Cambria" panose="02040503050406030204" pitchFamily="18" charset="0"/>
                <a:ea typeface="Cambria" panose="02040503050406030204" pitchFamily="18" charset="0"/>
              </a:rPr>
              <a:t>BPP</a:t>
            </a:r>
          </a:p>
        </p:txBody>
      </p:sp>
      <p:sp>
        <p:nvSpPr>
          <p:cNvPr id="7" name="Hộp Văn bản 36">
            <a:extLst>
              <a:ext uri="{FF2B5EF4-FFF2-40B4-BE49-F238E27FC236}">
                <a16:creationId xmlns:a16="http://schemas.microsoft.com/office/drawing/2014/main" id="{64D1F4EF-4076-49B7-BE66-4A42AB0C2C73}"/>
              </a:ext>
            </a:extLst>
          </p:cNvPr>
          <p:cNvSpPr txBox="1"/>
          <p:nvPr/>
        </p:nvSpPr>
        <p:spPr>
          <a:xfrm>
            <a:off x="2135455" y="3542627"/>
            <a:ext cx="102694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>
                <a:latin typeface="Cambria" panose="02040503050406030204" pitchFamily="18" charset="0"/>
                <a:ea typeface="Cambria" panose="02040503050406030204" pitchFamily="18" charset="0"/>
              </a:rPr>
              <a:t>RP</a:t>
            </a:r>
          </a:p>
        </p:txBody>
      </p:sp>
      <p:sp>
        <p:nvSpPr>
          <p:cNvPr id="8" name="Hộp Văn bản 37">
            <a:extLst>
              <a:ext uri="{FF2B5EF4-FFF2-40B4-BE49-F238E27FC236}">
                <a16:creationId xmlns:a16="http://schemas.microsoft.com/office/drawing/2014/main" id="{ACFB5F97-D996-427A-83C2-C90C003069C3}"/>
              </a:ext>
            </a:extLst>
          </p:cNvPr>
          <p:cNvSpPr txBox="1"/>
          <p:nvPr/>
        </p:nvSpPr>
        <p:spPr>
          <a:xfrm>
            <a:off x="6015794" y="3542627"/>
            <a:ext cx="102694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>
                <a:latin typeface="Cambria" panose="02040503050406030204" pitchFamily="18" charset="0"/>
                <a:ea typeface="Cambria" panose="02040503050406030204" pitchFamily="18" charset="0"/>
              </a:rPr>
              <a:t>coRP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Hộp Văn bản 38">
                <a:extLst>
                  <a:ext uri="{FF2B5EF4-FFF2-40B4-BE49-F238E27FC236}">
                    <a16:creationId xmlns:a16="http://schemas.microsoft.com/office/drawing/2014/main" id="{33995811-D71E-4305-A2F9-DF1BAA3351C0}"/>
                  </a:ext>
                </a:extLst>
              </p:cNvPr>
              <p:cNvSpPr txBox="1"/>
              <p:nvPr/>
            </p:nvSpPr>
            <p:spPr>
              <a:xfrm>
                <a:off x="3162396" y="4607028"/>
                <a:ext cx="2924907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b="1">
                    <a:latin typeface="Cambria" panose="02040503050406030204" pitchFamily="18" charset="0"/>
                    <a:ea typeface="Cambria" panose="02040503050406030204" pitchFamily="18" charset="0"/>
                  </a:rPr>
                  <a:t>ZPP = RP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∩</m:t>
                    </m:r>
                  </m:oMath>
                </a14:m>
                <a:r>
                  <a:rPr lang="en-US" b="1">
                    <a:latin typeface="Cambria" panose="02040503050406030204" pitchFamily="18" charset="0"/>
                    <a:ea typeface="Cambria" panose="02040503050406030204" pitchFamily="18" charset="0"/>
                  </a:rPr>
                  <a:t> coRP</a:t>
                </a:r>
              </a:p>
            </p:txBody>
          </p:sp>
        </mc:Choice>
        <mc:Fallback xmlns="">
          <p:sp>
            <p:nvSpPr>
              <p:cNvPr id="9" name="Hộp Văn bản 38">
                <a:extLst>
                  <a:ext uri="{FF2B5EF4-FFF2-40B4-BE49-F238E27FC236}">
                    <a16:creationId xmlns:a16="http://schemas.microsoft.com/office/drawing/2014/main" id="{33995811-D71E-4305-A2F9-DF1BAA3351C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62396" y="4607028"/>
                <a:ext cx="2924907" cy="369332"/>
              </a:xfrm>
              <a:prstGeom prst="rect">
                <a:avLst/>
              </a:prstGeom>
              <a:blipFill>
                <a:blip r:embed="rId2"/>
                <a:stretch>
                  <a:fillRect t="-11667" b="-25000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" name="Đường nối Thẳng 39">
            <a:extLst>
              <a:ext uri="{FF2B5EF4-FFF2-40B4-BE49-F238E27FC236}">
                <a16:creationId xmlns:a16="http://schemas.microsoft.com/office/drawing/2014/main" id="{64E97606-DF47-48B8-80EA-CED041388C04}"/>
              </a:ext>
            </a:extLst>
          </p:cNvPr>
          <p:cNvCxnSpPr>
            <a:cxnSpLocks/>
            <a:stCxn id="6" idx="2"/>
            <a:endCxn id="7" idx="0"/>
          </p:cNvCxnSpPr>
          <p:nvPr/>
        </p:nvCxnSpPr>
        <p:spPr>
          <a:xfrm flipH="1">
            <a:off x="2648926" y="2831091"/>
            <a:ext cx="1975924" cy="711536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" name="Đường nối Thẳng 40">
            <a:extLst>
              <a:ext uri="{FF2B5EF4-FFF2-40B4-BE49-F238E27FC236}">
                <a16:creationId xmlns:a16="http://schemas.microsoft.com/office/drawing/2014/main" id="{BAE2A05C-BED8-488A-B679-4BDA387ACE3C}"/>
              </a:ext>
            </a:extLst>
          </p:cNvPr>
          <p:cNvCxnSpPr>
            <a:cxnSpLocks/>
            <a:stCxn id="8" idx="0"/>
            <a:endCxn id="6" idx="2"/>
          </p:cNvCxnSpPr>
          <p:nvPr/>
        </p:nvCxnSpPr>
        <p:spPr>
          <a:xfrm flipH="1" flipV="1">
            <a:off x="4624850" y="2831091"/>
            <a:ext cx="1904415" cy="711536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Đường nối Thẳng 41">
            <a:extLst>
              <a:ext uri="{FF2B5EF4-FFF2-40B4-BE49-F238E27FC236}">
                <a16:creationId xmlns:a16="http://schemas.microsoft.com/office/drawing/2014/main" id="{9A70A531-26C8-4572-B5EE-F9B8B4435155}"/>
              </a:ext>
            </a:extLst>
          </p:cNvPr>
          <p:cNvCxnSpPr>
            <a:cxnSpLocks/>
            <a:stCxn id="9" idx="0"/>
            <a:endCxn id="7" idx="2"/>
          </p:cNvCxnSpPr>
          <p:nvPr/>
        </p:nvCxnSpPr>
        <p:spPr>
          <a:xfrm flipH="1" flipV="1">
            <a:off x="2648926" y="3911959"/>
            <a:ext cx="1975924" cy="695069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Đường nối Thẳng 42">
            <a:extLst>
              <a:ext uri="{FF2B5EF4-FFF2-40B4-BE49-F238E27FC236}">
                <a16:creationId xmlns:a16="http://schemas.microsoft.com/office/drawing/2014/main" id="{C57E1D4E-8C15-4CF2-A6DC-B6C91ABB266A}"/>
              </a:ext>
            </a:extLst>
          </p:cNvPr>
          <p:cNvCxnSpPr>
            <a:cxnSpLocks/>
            <a:stCxn id="9" idx="0"/>
            <a:endCxn id="8" idx="2"/>
          </p:cNvCxnSpPr>
          <p:nvPr/>
        </p:nvCxnSpPr>
        <p:spPr>
          <a:xfrm flipV="1">
            <a:off x="4624850" y="3911959"/>
            <a:ext cx="1904415" cy="695069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9" name="Hộp Văn bản 68">
            <a:extLst>
              <a:ext uri="{FF2B5EF4-FFF2-40B4-BE49-F238E27FC236}">
                <a16:creationId xmlns:a16="http://schemas.microsoft.com/office/drawing/2014/main" id="{57F8D259-0F2F-4C83-97CA-DFD0E6FD5B8F}"/>
              </a:ext>
            </a:extLst>
          </p:cNvPr>
          <p:cNvSpPr txBox="1"/>
          <p:nvPr/>
        </p:nvSpPr>
        <p:spPr>
          <a:xfrm>
            <a:off x="2908130" y="1699522"/>
            <a:ext cx="3814053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/>
              <a:t>P</a:t>
            </a:r>
            <a:r>
              <a:rPr lang="en-US"/>
              <a:t>robabilistic Turing Machine in </a:t>
            </a:r>
            <a:r>
              <a:rPr lang="en-US" b="1"/>
              <a:t>P</a:t>
            </a:r>
            <a:r>
              <a:rPr lang="en-US"/>
              <a:t>olynomial time với khả năng xảy ra lỗi</a:t>
            </a:r>
          </a:p>
        </p:txBody>
      </p:sp>
      <p:sp>
        <p:nvSpPr>
          <p:cNvPr id="71" name="Hộp Văn bản 70">
            <a:extLst>
              <a:ext uri="{FF2B5EF4-FFF2-40B4-BE49-F238E27FC236}">
                <a16:creationId xmlns:a16="http://schemas.microsoft.com/office/drawing/2014/main" id="{521D1BA4-5C11-481F-9F2E-3B8ABDEA9337}"/>
              </a:ext>
            </a:extLst>
          </p:cNvPr>
          <p:cNvSpPr txBox="1"/>
          <p:nvPr/>
        </p:nvSpPr>
        <p:spPr>
          <a:xfrm>
            <a:off x="61651" y="3119384"/>
            <a:ext cx="2222380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/>
              <a:t>Probabilistic / </a:t>
            </a:r>
            <a:r>
              <a:rPr lang="en-US" b="1"/>
              <a:t>R</a:t>
            </a:r>
            <a:r>
              <a:rPr lang="en-US"/>
              <a:t>andom Turing Machine in </a:t>
            </a:r>
            <a:r>
              <a:rPr lang="en-US" b="1"/>
              <a:t>P</a:t>
            </a:r>
            <a:r>
              <a:rPr lang="en-US"/>
              <a:t>olynomial time with </a:t>
            </a:r>
            <a:r>
              <a:rPr lang="en-US" b="1"/>
              <a:t>false negative </a:t>
            </a:r>
            <a:r>
              <a:rPr lang="en-US"/>
              <a:t>only</a:t>
            </a:r>
          </a:p>
        </p:txBody>
      </p:sp>
      <p:sp>
        <p:nvSpPr>
          <p:cNvPr id="73" name="Hộp Văn bản 72">
            <a:extLst>
              <a:ext uri="{FF2B5EF4-FFF2-40B4-BE49-F238E27FC236}">
                <a16:creationId xmlns:a16="http://schemas.microsoft.com/office/drawing/2014/main" id="{55B088EB-589C-4691-99C5-3CEAEA0370F3}"/>
              </a:ext>
            </a:extLst>
          </p:cNvPr>
          <p:cNvSpPr txBox="1"/>
          <p:nvPr/>
        </p:nvSpPr>
        <p:spPr>
          <a:xfrm>
            <a:off x="7042735" y="2988629"/>
            <a:ext cx="2222380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/>
              <a:t>Probabilistic / </a:t>
            </a:r>
            <a:r>
              <a:rPr lang="en-US" b="1"/>
              <a:t>R</a:t>
            </a:r>
            <a:r>
              <a:rPr lang="en-US"/>
              <a:t>andom Turing Machine in </a:t>
            </a:r>
            <a:r>
              <a:rPr lang="en-US" b="1"/>
              <a:t>P</a:t>
            </a:r>
            <a:r>
              <a:rPr lang="en-US"/>
              <a:t>olynomial time with </a:t>
            </a:r>
            <a:r>
              <a:rPr lang="en-US" b="1"/>
              <a:t>false positive </a:t>
            </a:r>
            <a:r>
              <a:rPr lang="en-US"/>
              <a:t>only</a:t>
            </a:r>
          </a:p>
        </p:txBody>
      </p:sp>
      <p:sp>
        <p:nvSpPr>
          <p:cNvPr id="75" name="Hộp Văn bản 74">
            <a:extLst>
              <a:ext uri="{FF2B5EF4-FFF2-40B4-BE49-F238E27FC236}">
                <a16:creationId xmlns:a16="http://schemas.microsoft.com/office/drawing/2014/main" id="{9A135786-D991-4979-B009-960D493A947B}"/>
              </a:ext>
            </a:extLst>
          </p:cNvPr>
          <p:cNvSpPr txBox="1"/>
          <p:nvPr/>
        </p:nvSpPr>
        <p:spPr>
          <a:xfrm>
            <a:off x="2908130" y="5053511"/>
            <a:ext cx="334138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/>
              <a:t>P</a:t>
            </a:r>
            <a:r>
              <a:rPr lang="en-US"/>
              <a:t>robabilistic / Random Turing Machine in </a:t>
            </a:r>
            <a:r>
              <a:rPr lang="en-US" b="1"/>
              <a:t>P</a:t>
            </a:r>
            <a:r>
              <a:rPr lang="en-US"/>
              <a:t>olynomial time with </a:t>
            </a:r>
            <a:r>
              <a:rPr lang="en-US" b="1"/>
              <a:t>Z</a:t>
            </a:r>
            <a:r>
              <a:rPr lang="en-US"/>
              <a:t>ero error, allow ? result</a:t>
            </a:r>
          </a:p>
        </p:txBody>
      </p:sp>
      <p:sp>
        <p:nvSpPr>
          <p:cNvPr id="3" name="Chỗ dành sẵn cho Số hiệu Bản chiếu 2">
            <a:extLst>
              <a:ext uri="{FF2B5EF4-FFF2-40B4-BE49-F238E27FC236}">
                <a16:creationId xmlns:a16="http://schemas.microsoft.com/office/drawing/2014/main" id="{B4857F7C-0AB3-446F-B314-0D3B48FD36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ABBA0F-ED8F-4A6E-AA06-FEAFBF3D52EE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559665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Hộp Văn bản 57">
            <a:extLst>
              <a:ext uri="{FF2B5EF4-FFF2-40B4-BE49-F238E27FC236}">
                <a16:creationId xmlns:a16="http://schemas.microsoft.com/office/drawing/2014/main" id="{9BBE9475-127F-4D38-98F1-2AA8E9B7042F}"/>
              </a:ext>
            </a:extLst>
          </p:cNvPr>
          <p:cNvSpPr txBox="1"/>
          <p:nvPr/>
        </p:nvSpPr>
        <p:spPr>
          <a:xfrm>
            <a:off x="5410837" y="1522873"/>
            <a:ext cx="102694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>
                <a:latin typeface="Cambria" panose="02040503050406030204" pitchFamily="18" charset="0"/>
                <a:ea typeface="Cambria" panose="02040503050406030204" pitchFamily="18" charset="0"/>
              </a:rPr>
              <a:t>PSPACE</a:t>
            </a:r>
          </a:p>
        </p:txBody>
      </p:sp>
      <p:sp>
        <p:nvSpPr>
          <p:cNvPr id="15" name="Hộp Văn bản 58">
            <a:extLst>
              <a:ext uri="{FF2B5EF4-FFF2-40B4-BE49-F238E27FC236}">
                <a16:creationId xmlns:a16="http://schemas.microsoft.com/office/drawing/2014/main" id="{222B77C1-8DFC-4466-957D-2B2F70024324}"/>
              </a:ext>
            </a:extLst>
          </p:cNvPr>
          <p:cNvSpPr txBox="1"/>
          <p:nvPr/>
        </p:nvSpPr>
        <p:spPr>
          <a:xfrm>
            <a:off x="3434913" y="2603741"/>
            <a:ext cx="102694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>
                <a:latin typeface="Cambria" panose="02040503050406030204" pitchFamily="18" charset="0"/>
                <a:ea typeface="Cambria" panose="02040503050406030204" pitchFamily="18" charset="0"/>
              </a:rPr>
              <a:t>NP</a:t>
            </a:r>
          </a:p>
        </p:txBody>
      </p:sp>
      <p:sp>
        <p:nvSpPr>
          <p:cNvPr id="16" name="Hộp Văn bản 59">
            <a:extLst>
              <a:ext uri="{FF2B5EF4-FFF2-40B4-BE49-F238E27FC236}">
                <a16:creationId xmlns:a16="http://schemas.microsoft.com/office/drawing/2014/main" id="{012C7071-45A6-4B4B-A8B8-4BA44CA0F109}"/>
              </a:ext>
            </a:extLst>
          </p:cNvPr>
          <p:cNvSpPr txBox="1"/>
          <p:nvPr/>
        </p:nvSpPr>
        <p:spPr>
          <a:xfrm>
            <a:off x="7315252" y="2603741"/>
            <a:ext cx="102694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>
                <a:latin typeface="Cambria" panose="02040503050406030204" pitchFamily="18" charset="0"/>
                <a:ea typeface="Cambria" panose="02040503050406030204" pitchFamily="18" charset="0"/>
              </a:rPr>
              <a:t>coNP</a:t>
            </a:r>
          </a:p>
        </p:txBody>
      </p:sp>
      <p:sp>
        <p:nvSpPr>
          <p:cNvPr id="17" name="Hộp Văn bản 60">
            <a:extLst>
              <a:ext uri="{FF2B5EF4-FFF2-40B4-BE49-F238E27FC236}">
                <a16:creationId xmlns:a16="http://schemas.microsoft.com/office/drawing/2014/main" id="{71CD7921-3556-4B22-A223-B732AD231130}"/>
              </a:ext>
            </a:extLst>
          </p:cNvPr>
          <p:cNvSpPr txBox="1"/>
          <p:nvPr/>
        </p:nvSpPr>
        <p:spPr>
          <a:xfrm>
            <a:off x="5427836" y="5412275"/>
            <a:ext cx="102694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>
                <a:latin typeface="Cambria" panose="02040503050406030204" pitchFamily="18" charset="0"/>
                <a:ea typeface="Cambria" panose="02040503050406030204" pitchFamily="18" charset="0"/>
              </a:rPr>
              <a:t>P</a:t>
            </a:r>
          </a:p>
        </p:txBody>
      </p:sp>
      <p:cxnSp>
        <p:nvCxnSpPr>
          <p:cNvPr id="18" name="Đường nối Thẳng 61">
            <a:extLst>
              <a:ext uri="{FF2B5EF4-FFF2-40B4-BE49-F238E27FC236}">
                <a16:creationId xmlns:a16="http://schemas.microsoft.com/office/drawing/2014/main" id="{5EAE0A1E-C4D4-42D1-8AE7-17A54B241552}"/>
              </a:ext>
            </a:extLst>
          </p:cNvPr>
          <p:cNvCxnSpPr>
            <a:cxnSpLocks/>
            <a:stCxn id="14" idx="2"/>
            <a:endCxn id="15" idx="0"/>
          </p:cNvCxnSpPr>
          <p:nvPr/>
        </p:nvCxnSpPr>
        <p:spPr>
          <a:xfrm flipH="1">
            <a:off x="3948384" y="1892205"/>
            <a:ext cx="1975924" cy="711536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Đường nối Thẳng 62">
            <a:extLst>
              <a:ext uri="{FF2B5EF4-FFF2-40B4-BE49-F238E27FC236}">
                <a16:creationId xmlns:a16="http://schemas.microsoft.com/office/drawing/2014/main" id="{97634E41-C1B4-490A-BF1E-3E998601C6C7}"/>
              </a:ext>
            </a:extLst>
          </p:cNvPr>
          <p:cNvCxnSpPr>
            <a:cxnSpLocks/>
            <a:stCxn id="16" idx="0"/>
            <a:endCxn id="14" idx="2"/>
          </p:cNvCxnSpPr>
          <p:nvPr/>
        </p:nvCxnSpPr>
        <p:spPr>
          <a:xfrm flipH="1" flipV="1">
            <a:off x="5924308" y="1892205"/>
            <a:ext cx="1904415" cy="711536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" name="Đường nối Thẳng 63">
            <a:extLst>
              <a:ext uri="{FF2B5EF4-FFF2-40B4-BE49-F238E27FC236}">
                <a16:creationId xmlns:a16="http://schemas.microsoft.com/office/drawing/2014/main" id="{8EE471D7-CAC7-4D46-BBBC-08C20BF78716}"/>
              </a:ext>
            </a:extLst>
          </p:cNvPr>
          <p:cNvCxnSpPr>
            <a:cxnSpLocks/>
            <a:stCxn id="17" idx="0"/>
            <a:endCxn id="15" idx="2"/>
          </p:cNvCxnSpPr>
          <p:nvPr/>
        </p:nvCxnSpPr>
        <p:spPr>
          <a:xfrm flipH="1" flipV="1">
            <a:off x="3948384" y="2973073"/>
            <a:ext cx="1992923" cy="2439202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Đường nối Thẳng 64">
            <a:extLst>
              <a:ext uri="{FF2B5EF4-FFF2-40B4-BE49-F238E27FC236}">
                <a16:creationId xmlns:a16="http://schemas.microsoft.com/office/drawing/2014/main" id="{686ED4F0-75C0-4274-B1B4-2BBD758B6626}"/>
              </a:ext>
            </a:extLst>
          </p:cNvPr>
          <p:cNvCxnSpPr>
            <a:cxnSpLocks/>
            <a:stCxn id="17" idx="0"/>
            <a:endCxn id="16" idx="2"/>
          </p:cNvCxnSpPr>
          <p:nvPr/>
        </p:nvCxnSpPr>
        <p:spPr>
          <a:xfrm flipV="1">
            <a:off x="5941307" y="2973073"/>
            <a:ext cx="1887416" cy="2439202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2" name="Hộp Văn bản 75">
            <a:extLst>
              <a:ext uri="{FF2B5EF4-FFF2-40B4-BE49-F238E27FC236}">
                <a16:creationId xmlns:a16="http://schemas.microsoft.com/office/drawing/2014/main" id="{91C874B7-88BC-4763-8975-FE982715BE27}"/>
              </a:ext>
            </a:extLst>
          </p:cNvPr>
          <p:cNvSpPr txBox="1"/>
          <p:nvPr/>
        </p:nvSpPr>
        <p:spPr>
          <a:xfrm>
            <a:off x="5410836" y="2603741"/>
            <a:ext cx="102694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>
                <a:latin typeface="Cambria" panose="02040503050406030204" pitchFamily="18" charset="0"/>
                <a:ea typeface="Cambria" panose="02040503050406030204" pitchFamily="18" charset="0"/>
              </a:rPr>
              <a:t>BPP</a:t>
            </a:r>
          </a:p>
        </p:txBody>
      </p:sp>
      <p:cxnSp>
        <p:nvCxnSpPr>
          <p:cNvPr id="23" name="Đường nối Thẳng 76">
            <a:extLst>
              <a:ext uri="{FF2B5EF4-FFF2-40B4-BE49-F238E27FC236}">
                <a16:creationId xmlns:a16="http://schemas.microsoft.com/office/drawing/2014/main" id="{B3EB6BE2-A4F4-4595-AAA8-8D3DAA11EA58}"/>
              </a:ext>
            </a:extLst>
          </p:cNvPr>
          <p:cNvCxnSpPr>
            <a:cxnSpLocks/>
            <a:stCxn id="14" idx="2"/>
            <a:endCxn id="22" idx="0"/>
          </p:cNvCxnSpPr>
          <p:nvPr/>
        </p:nvCxnSpPr>
        <p:spPr>
          <a:xfrm flipH="1">
            <a:off x="5924307" y="1892205"/>
            <a:ext cx="1" cy="711536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4" name="Hộp Văn bản 85">
            <a:extLst>
              <a:ext uri="{FF2B5EF4-FFF2-40B4-BE49-F238E27FC236}">
                <a16:creationId xmlns:a16="http://schemas.microsoft.com/office/drawing/2014/main" id="{656E72DC-59B9-4093-8162-5A3549E142D9}"/>
              </a:ext>
            </a:extLst>
          </p:cNvPr>
          <p:cNvSpPr txBox="1"/>
          <p:nvPr/>
        </p:nvSpPr>
        <p:spPr>
          <a:xfrm>
            <a:off x="4655775" y="3258485"/>
            <a:ext cx="102694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>
                <a:latin typeface="Cambria" panose="02040503050406030204" pitchFamily="18" charset="0"/>
                <a:ea typeface="Cambria" panose="02040503050406030204" pitchFamily="18" charset="0"/>
              </a:rPr>
              <a:t>RP</a:t>
            </a:r>
          </a:p>
        </p:txBody>
      </p:sp>
      <p:sp>
        <p:nvSpPr>
          <p:cNvPr id="25" name="Hộp Văn bản 87">
            <a:extLst>
              <a:ext uri="{FF2B5EF4-FFF2-40B4-BE49-F238E27FC236}">
                <a16:creationId xmlns:a16="http://schemas.microsoft.com/office/drawing/2014/main" id="{574C125F-B633-44F1-80C3-E8844B9B3FEA}"/>
              </a:ext>
            </a:extLst>
          </p:cNvPr>
          <p:cNvSpPr txBox="1"/>
          <p:nvPr/>
        </p:nvSpPr>
        <p:spPr>
          <a:xfrm>
            <a:off x="6113149" y="3258485"/>
            <a:ext cx="102694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>
                <a:latin typeface="Cambria" panose="02040503050406030204" pitchFamily="18" charset="0"/>
                <a:ea typeface="Cambria" panose="02040503050406030204" pitchFamily="18" charset="0"/>
              </a:rPr>
              <a:t>coRP</a:t>
            </a:r>
          </a:p>
        </p:txBody>
      </p:sp>
      <p:sp>
        <p:nvSpPr>
          <p:cNvPr id="26" name="Hộp Văn bản 89">
            <a:extLst>
              <a:ext uri="{FF2B5EF4-FFF2-40B4-BE49-F238E27FC236}">
                <a16:creationId xmlns:a16="http://schemas.microsoft.com/office/drawing/2014/main" id="{3F313E95-5C9A-4FF2-B8BA-4E52DCA2A251}"/>
              </a:ext>
            </a:extLst>
          </p:cNvPr>
          <p:cNvSpPr txBox="1"/>
          <p:nvPr/>
        </p:nvSpPr>
        <p:spPr>
          <a:xfrm>
            <a:off x="5427836" y="4171436"/>
            <a:ext cx="102694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>
                <a:latin typeface="Cambria" panose="02040503050406030204" pitchFamily="18" charset="0"/>
                <a:ea typeface="Cambria" panose="02040503050406030204" pitchFamily="18" charset="0"/>
              </a:rPr>
              <a:t>ZPP</a:t>
            </a:r>
          </a:p>
        </p:txBody>
      </p:sp>
      <p:cxnSp>
        <p:nvCxnSpPr>
          <p:cNvPr id="27" name="Đường nối Thẳng 91">
            <a:extLst>
              <a:ext uri="{FF2B5EF4-FFF2-40B4-BE49-F238E27FC236}">
                <a16:creationId xmlns:a16="http://schemas.microsoft.com/office/drawing/2014/main" id="{6B84342B-3170-4094-84A7-46D47D32E6EC}"/>
              </a:ext>
            </a:extLst>
          </p:cNvPr>
          <p:cNvCxnSpPr>
            <a:cxnSpLocks/>
            <a:stCxn id="22" idx="2"/>
            <a:endCxn id="24" idx="0"/>
          </p:cNvCxnSpPr>
          <p:nvPr/>
        </p:nvCxnSpPr>
        <p:spPr>
          <a:xfrm flipH="1">
            <a:off x="5169246" y="2973073"/>
            <a:ext cx="755061" cy="285412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Đường nối Thẳng 94">
            <a:extLst>
              <a:ext uri="{FF2B5EF4-FFF2-40B4-BE49-F238E27FC236}">
                <a16:creationId xmlns:a16="http://schemas.microsoft.com/office/drawing/2014/main" id="{AEB418DE-E85E-40DA-BCF6-1D488ECA0042}"/>
              </a:ext>
            </a:extLst>
          </p:cNvPr>
          <p:cNvCxnSpPr>
            <a:cxnSpLocks/>
            <a:stCxn id="22" idx="2"/>
            <a:endCxn id="25" idx="0"/>
          </p:cNvCxnSpPr>
          <p:nvPr/>
        </p:nvCxnSpPr>
        <p:spPr>
          <a:xfrm>
            <a:off x="5924307" y="2973073"/>
            <a:ext cx="702313" cy="285412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Đường nối Thẳng 97">
            <a:extLst>
              <a:ext uri="{FF2B5EF4-FFF2-40B4-BE49-F238E27FC236}">
                <a16:creationId xmlns:a16="http://schemas.microsoft.com/office/drawing/2014/main" id="{A5B6D4E1-06FF-47F7-8A6E-8E6867103484}"/>
              </a:ext>
            </a:extLst>
          </p:cNvPr>
          <p:cNvCxnSpPr>
            <a:cxnSpLocks/>
            <a:stCxn id="26" idx="0"/>
            <a:endCxn id="25" idx="2"/>
          </p:cNvCxnSpPr>
          <p:nvPr/>
        </p:nvCxnSpPr>
        <p:spPr>
          <a:xfrm flipV="1">
            <a:off x="5941307" y="3627817"/>
            <a:ext cx="685313" cy="543619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Đường nối Thẳng 100">
            <a:extLst>
              <a:ext uri="{FF2B5EF4-FFF2-40B4-BE49-F238E27FC236}">
                <a16:creationId xmlns:a16="http://schemas.microsoft.com/office/drawing/2014/main" id="{9866A777-06F0-43F8-B4A2-42CF9423E0F1}"/>
              </a:ext>
            </a:extLst>
          </p:cNvPr>
          <p:cNvCxnSpPr>
            <a:cxnSpLocks/>
            <a:stCxn id="24" idx="2"/>
            <a:endCxn id="26" idx="0"/>
          </p:cNvCxnSpPr>
          <p:nvPr/>
        </p:nvCxnSpPr>
        <p:spPr>
          <a:xfrm>
            <a:off x="5169246" y="3627817"/>
            <a:ext cx="772061" cy="543619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1" name="Đường nối Thẳng 103">
            <a:extLst>
              <a:ext uri="{FF2B5EF4-FFF2-40B4-BE49-F238E27FC236}">
                <a16:creationId xmlns:a16="http://schemas.microsoft.com/office/drawing/2014/main" id="{8D384362-5BA9-4736-99D8-088D82E90CB7}"/>
              </a:ext>
            </a:extLst>
          </p:cNvPr>
          <p:cNvCxnSpPr>
            <a:cxnSpLocks/>
            <a:stCxn id="26" idx="2"/>
            <a:endCxn id="17" idx="0"/>
          </p:cNvCxnSpPr>
          <p:nvPr/>
        </p:nvCxnSpPr>
        <p:spPr>
          <a:xfrm>
            <a:off x="5941307" y="4540768"/>
            <a:ext cx="0" cy="871507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2" name="Đường nối Thẳng 106">
            <a:extLst>
              <a:ext uri="{FF2B5EF4-FFF2-40B4-BE49-F238E27FC236}">
                <a16:creationId xmlns:a16="http://schemas.microsoft.com/office/drawing/2014/main" id="{44E6BF6E-5755-44C7-A7C0-0FC75C0F64CB}"/>
              </a:ext>
            </a:extLst>
          </p:cNvPr>
          <p:cNvCxnSpPr>
            <a:cxnSpLocks/>
            <a:stCxn id="15" idx="2"/>
            <a:endCxn id="24" idx="0"/>
          </p:cNvCxnSpPr>
          <p:nvPr/>
        </p:nvCxnSpPr>
        <p:spPr>
          <a:xfrm>
            <a:off x="3948384" y="2973073"/>
            <a:ext cx="1220862" cy="285412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3" name="Đường nối Thẳng 109">
            <a:extLst>
              <a:ext uri="{FF2B5EF4-FFF2-40B4-BE49-F238E27FC236}">
                <a16:creationId xmlns:a16="http://schemas.microsoft.com/office/drawing/2014/main" id="{5FAA672B-B6C5-47C8-81B4-B6FC453A4902}"/>
              </a:ext>
            </a:extLst>
          </p:cNvPr>
          <p:cNvCxnSpPr>
            <a:cxnSpLocks/>
            <a:stCxn id="16" idx="2"/>
            <a:endCxn id="25" idx="0"/>
          </p:cNvCxnSpPr>
          <p:nvPr/>
        </p:nvCxnSpPr>
        <p:spPr>
          <a:xfrm flipH="1">
            <a:off x="6626620" y="2973073"/>
            <a:ext cx="1202103" cy="285412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" name="Chỗ dành sẵn cho Số hiệu Bản chiếu 1">
            <a:extLst>
              <a:ext uri="{FF2B5EF4-FFF2-40B4-BE49-F238E27FC236}">
                <a16:creationId xmlns:a16="http://schemas.microsoft.com/office/drawing/2014/main" id="{85AA79B6-AFD5-4965-A4FD-CF6445D68D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ABBA0F-ED8F-4A6E-AA06-FEAFBF3D52EE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765140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êu đề 1">
            <a:extLst>
              <a:ext uri="{FF2B5EF4-FFF2-40B4-BE49-F238E27FC236}">
                <a16:creationId xmlns:a16="http://schemas.microsoft.com/office/drawing/2014/main" id="{91612F00-E5D1-41F8-B014-EE0C414319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Quantum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hỗ dành sẵn cho Nội dung 2">
                <a:extLst>
                  <a:ext uri="{FF2B5EF4-FFF2-40B4-BE49-F238E27FC236}">
                    <a16:creationId xmlns:a16="http://schemas.microsoft.com/office/drawing/2014/main" id="{20D0CDB7-408E-4087-97A3-9FD1143A2DD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US" dirty="0"/>
                  <a:t>Quantum Turing machine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𝑀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={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𝑄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m:rPr>
                        <m:sty m:val="p"/>
                      </m:rPr>
                      <a:rPr lang="el-G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Σ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𝑠𝑡𝑎𝑟𝑡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𝑟𝑒𝑗𝑒𝑐𝑡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𝑎𝑐𝑐𝑒𝑝𝑡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𝛿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endParaRPr lang="en-US" b="0" dirty="0"/>
              </a:p>
            </p:txBody>
          </p:sp>
        </mc:Choice>
        <mc:Fallback xmlns="">
          <p:sp>
            <p:nvSpPr>
              <p:cNvPr id="3" name="Chỗ dành sẵn cho Nội dung 2">
                <a:extLst>
                  <a:ext uri="{FF2B5EF4-FFF2-40B4-BE49-F238E27FC236}">
                    <a16:creationId xmlns:a16="http://schemas.microsoft.com/office/drawing/2014/main" id="{20D0CDB7-408E-4087-97A3-9FD1143A2DD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17" t="-196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Hộp Văn bản 4">
                <a:extLst>
                  <a:ext uri="{FF2B5EF4-FFF2-40B4-BE49-F238E27FC236}">
                    <a16:creationId xmlns:a16="http://schemas.microsoft.com/office/drawing/2014/main" id="{EB697F9B-229F-4F77-8417-6960F27DA648}"/>
                  </a:ext>
                </a:extLst>
              </p:cNvPr>
              <p:cNvSpPr txBox="1"/>
              <p:nvPr/>
            </p:nvSpPr>
            <p:spPr>
              <a:xfrm>
                <a:off x="838200" y="2474893"/>
                <a:ext cx="6096000" cy="5579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l-GR" sz="2800"/>
                  <a:t>𝑄𝑇𝑀 = {𝑄, Σ,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𝑠𝑡𝑎𝑟𝑡</m:t>
                        </m:r>
                      </m:sub>
                    </m:sSub>
                  </m:oMath>
                </a14:m>
                <a:r>
                  <a:rPr lang="el-GR" sz="280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𝑎𝑐𝑐𝑒𝑝𝑡</m:t>
                        </m:r>
                      </m:sub>
                    </m:sSub>
                  </m:oMath>
                </a14:m>
                <a:r>
                  <a:rPr lang="el-GR" sz="280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𝑟𝑒𝑗𝑒𝑐𝑡</m:t>
                        </m:r>
                      </m:sub>
                    </m:sSub>
                  </m:oMath>
                </a14:m>
                <a:r>
                  <a:rPr lang="el-GR" sz="2800"/>
                  <a:t>, 𝛿′}</a:t>
                </a:r>
                <a:endParaRPr lang="en-US" sz="2800"/>
              </a:p>
            </p:txBody>
          </p:sp>
        </mc:Choice>
        <mc:Fallback xmlns="">
          <p:sp>
            <p:nvSpPr>
              <p:cNvPr id="5" name="Hộp Văn bản 4">
                <a:extLst>
                  <a:ext uri="{FF2B5EF4-FFF2-40B4-BE49-F238E27FC236}">
                    <a16:creationId xmlns:a16="http://schemas.microsoft.com/office/drawing/2014/main" id="{EB697F9B-229F-4F77-8417-6960F27DA64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2474893"/>
                <a:ext cx="6096000" cy="557910"/>
              </a:xfrm>
              <a:prstGeom prst="rect">
                <a:avLst/>
              </a:prstGeom>
              <a:blipFill>
                <a:blip r:embed="rId3"/>
                <a:stretch>
                  <a:fillRect l="-2100" t="-13043" b="-2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Hộp Văn bản 6">
            <a:extLst>
              <a:ext uri="{FF2B5EF4-FFF2-40B4-BE49-F238E27FC236}">
                <a16:creationId xmlns:a16="http://schemas.microsoft.com/office/drawing/2014/main" id="{2BA585BF-8BC1-485B-BD62-BC514802A0D8}"/>
              </a:ext>
            </a:extLst>
          </p:cNvPr>
          <p:cNvSpPr txBox="1"/>
          <p:nvPr/>
        </p:nvSpPr>
        <p:spPr>
          <a:xfrm>
            <a:off x="838200" y="3246936"/>
            <a:ext cx="6096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/>
              <a:t>𝛿′: 𝑄 × 𝛴 × 𝑄 × 𝛴 × {𝐿, 𝑅} → ℂ</a:t>
            </a:r>
          </a:p>
        </p:txBody>
      </p:sp>
      <p:pic>
        <p:nvPicPr>
          <p:cNvPr id="10" name="Hình ảnh 9">
            <a:extLst>
              <a:ext uri="{FF2B5EF4-FFF2-40B4-BE49-F238E27FC236}">
                <a16:creationId xmlns:a16="http://schemas.microsoft.com/office/drawing/2014/main" id="{2AF9AEF5-84F2-4F5E-87BD-0441BF7DACA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8200" y="3770156"/>
            <a:ext cx="7883181" cy="1141085"/>
          </a:xfrm>
          <a:prstGeom prst="rect">
            <a:avLst/>
          </a:prstGeom>
        </p:spPr>
      </p:pic>
      <p:sp>
        <p:nvSpPr>
          <p:cNvPr id="4" name="Chỗ dành sẵn cho Số hiệu Bản chiếu 3">
            <a:extLst>
              <a:ext uri="{FF2B5EF4-FFF2-40B4-BE49-F238E27FC236}">
                <a16:creationId xmlns:a16="http://schemas.microsoft.com/office/drawing/2014/main" id="{B2E371DA-E0CA-4F0F-BD5E-32BB488117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ABBA0F-ED8F-4A6E-AA06-FEAFBF3D52EE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220862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êu đề 1">
            <a:extLst>
              <a:ext uri="{FF2B5EF4-FFF2-40B4-BE49-F238E27FC236}">
                <a16:creationId xmlns:a16="http://schemas.microsoft.com/office/drawing/2014/main" id="{91612F00-E5D1-41F8-B014-EE0C414319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Quantum</a:t>
            </a:r>
            <a:endParaRPr lang="en-US" dirty="0"/>
          </a:p>
        </p:txBody>
      </p:sp>
      <p:pic>
        <p:nvPicPr>
          <p:cNvPr id="8" name="Hình ảnh 7">
            <a:extLst>
              <a:ext uri="{FF2B5EF4-FFF2-40B4-BE49-F238E27FC236}">
                <a16:creationId xmlns:a16="http://schemas.microsoft.com/office/drawing/2014/main" id="{DFBE3D19-6A1C-48C5-AF34-97C9CB19D45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825624"/>
            <a:ext cx="5456583" cy="2712993"/>
          </a:xfrm>
          <a:prstGeom prst="rect">
            <a:avLst/>
          </a:prstGeom>
        </p:spPr>
      </p:pic>
      <p:pic>
        <p:nvPicPr>
          <p:cNvPr id="9" name="Hình ảnh 8">
            <a:extLst>
              <a:ext uri="{FF2B5EF4-FFF2-40B4-BE49-F238E27FC236}">
                <a16:creationId xmlns:a16="http://schemas.microsoft.com/office/drawing/2014/main" id="{16FF15A8-2064-430B-B40C-BE4FEC899F7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0575" y="4673553"/>
            <a:ext cx="5305425" cy="1962150"/>
          </a:xfrm>
          <a:prstGeom prst="rect">
            <a:avLst/>
          </a:prstGeom>
        </p:spPr>
      </p:pic>
      <p:sp>
        <p:nvSpPr>
          <p:cNvPr id="3" name="Chỗ dành sẵn cho Số hiệu Bản chiếu 2">
            <a:extLst>
              <a:ext uri="{FF2B5EF4-FFF2-40B4-BE49-F238E27FC236}">
                <a16:creationId xmlns:a16="http://schemas.microsoft.com/office/drawing/2014/main" id="{64771D7D-CFE2-4F45-813C-F1D2102061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ABBA0F-ED8F-4A6E-AA06-FEAFBF3D52EE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156239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êu đề 1">
            <a:extLst>
              <a:ext uri="{FF2B5EF4-FFF2-40B4-BE49-F238E27FC236}">
                <a16:creationId xmlns:a16="http://schemas.microsoft.com/office/drawing/2014/main" id="{E78F44C9-F3A7-4881-9CAF-A147B540EE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Quantum</a:t>
            </a:r>
            <a:endParaRPr lang="vi-VN"/>
          </a:p>
        </p:txBody>
      </p:sp>
      <p:sp>
        <p:nvSpPr>
          <p:cNvPr id="4" name="Chỗ dành sẵn cho Số hiệu Bản chiếu 3">
            <a:extLst>
              <a:ext uri="{FF2B5EF4-FFF2-40B4-BE49-F238E27FC236}">
                <a16:creationId xmlns:a16="http://schemas.microsoft.com/office/drawing/2014/main" id="{17092590-C6FC-4AC2-B353-34CC98DDF3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CF7CBD-B9A5-4D53-9D65-FFCCF7EF1299}" type="slidenum">
              <a:rPr lang="vi-VN" smtClean="0"/>
              <a:t>23</a:t>
            </a:fld>
            <a:endParaRPr lang="vi-VN"/>
          </a:p>
        </p:txBody>
      </p:sp>
      <p:pic>
        <p:nvPicPr>
          <p:cNvPr id="6" name="Hình ảnh 5">
            <a:extLst>
              <a:ext uri="{FF2B5EF4-FFF2-40B4-BE49-F238E27FC236}">
                <a16:creationId xmlns:a16="http://schemas.microsoft.com/office/drawing/2014/main" id="{E7929C97-214B-41CC-96F5-1F51D01C2D74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17895" t="33149" r="12876" b="18888"/>
          <a:stretch/>
        </p:blipFill>
        <p:spPr>
          <a:xfrm>
            <a:off x="5963479" y="136525"/>
            <a:ext cx="6008756" cy="2350858"/>
          </a:xfrm>
          <a:prstGeom prst="rect">
            <a:avLst/>
          </a:prstGeom>
        </p:spPr>
      </p:pic>
      <p:pic>
        <p:nvPicPr>
          <p:cNvPr id="8" name="Hình ảnh 7">
            <a:extLst>
              <a:ext uri="{FF2B5EF4-FFF2-40B4-BE49-F238E27FC236}">
                <a16:creationId xmlns:a16="http://schemas.microsoft.com/office/drawing/2014/main" id="{4D37776E-F5F9-41FF-82B9-7B749D3ECA40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13412" t="21449" r="10388" b="30048"/>
          <a:stretch/>
        </p:blipFill>
        <p:spPr>
          <a:xfrm>
            <a:off x="5963479" y="2487383"/>
            <a:ext cx="6008756" cy="2159824"/>
          </a:xfrm>
          <a:prstGeom prst="rect">
            <a:avLst/>
          </a:prstGeom>
        </p:spPr>
      </p:pic>
      <p:pic>
        <p:nvPicPr>
          <p:cNvPr id="10" name="Hình ảnh 9">
            <a:extLst>
              <a:ext uri="{FF2B5EF4-FFF2-40B4-BE49-F238E27FC236}">
                <a16:creationId xmlns:a16="http://schemas.microsoft.com/office/drawing/2014/main" id="{04D6DB95-9B2A-4210-BB71-1CED7702EE95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13412" t="38841" r="9952" b="15752"/>
          <a:stretch/>
        </p:blipFill>
        <p:spPr>
          <a:xfrm>
            <a:off x="5963479" y="4647207"/>
            <a:ext cx="6032449" cy="2018421"/>
          </a:xfrm>
          <a:prstGeom prst="rect">
            <a:avLst/>
          </a:prstGeom>
        </p:spPr>
      </p:pic>
      <p:sp>
        <p:nvSpPr>
          <p:cNvPr id="11" name="Hộp Văn bản 10">
            <a:extLst>
              <a:ext uri="{FF2B5EF4-FFF2-40B4-BE49-F238E27FC236}">
                <a16:creationId xmlns:a16="http://schemas.microsoft.com/office/drawing/2014/main" id="{55D743A1-7A7B-46D7-BCD9-822EFAB6B585}"/>
              </a:ext>
            </a:extLst>
          </p:cNvPr>
          <p:cNvSpPr txBox="1"/>
          <p:nvPr/>
        </p:nvSpPr>
        <p:spPr>
          <a:xfrm>
            <a:off x="838200" y="1827425"/>
            <a:ext cx="421419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vi-VN" sz="2800">
                <a:latin typeface="Calibri (Thân)"/>
              </a:rPr>
              <a:t>𝑬𝑸𝑷 ⊆ 𝒁𝑸𝑷 ⊆ 𝑩𝑸𝑷</a:t>
            </a:r>
          </a:p>
        </p:txBody>
      </p:sp>
      <p:sp>
        <p:nvSpPr>
          <p:cNvPr id="3" name="Hộp Văn bản 2">
            <a:extLst>
              <a:ext uri="{FF2B5EF4-FFF2-40B4-BE49-F238E27FC236}">
                <a16:creationId xmlns:a16="http://schemas.microsoft.com/office/drawing/2014/main" id="{5E0E2C50-2275-45DC-BAAA-78F45A84C5C0}"/>
              </a:ext>
            </a:extLst>
          </p:cNvPr>
          <p:cNvSpPr txBox="1"/>
          <p:nvPr/>
        </p:nvSpPr>
        <p:spPr>
          <a:xfrm>
            <a:off x="4450953" y="5259236"/>
            <a:ext cx="176253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/>
              <a:t>Deutsch-Jozsa,</a:t>
            </a:r>
          </a:p>
          <a:p>
            <a:r>
              <a:rPr lang="en-US"/>
              <a:t>Require only 1 query</a:t>
            </a:r>
            <a:endParaRPr lang="vi-VN"/>
          </a:p>
        </p:txBody>
      </p:sp>
      <p:sp>
        <p:nvSpPr>
          <p:cNvPr id="5" name="Hộp Văn bản 2">
            <a:extLst>
              <a:ext uri="{FF2B5EF4-FFF2-40B4-BE49-F238E27FC236}">
                <a16:creationId xmlns:a16="http://schemas.microsoft.com/office/drawing/2014/main" id="{19A29E29-5C8D-352F-CDD9-89F78ED1C0CD}"/>
              </a:ext>
            </a:extLst>
          </p:cNvPr>
          <p:cNvSpPr txBox="1"/>
          <p:nvPr/>
        </p:nvSpPr>
        <p:spPr>
          <a:xfrm>
            <a:off x="4450952" y="904095"/>
            <a:ext cx="176253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/>
              <a:t>Simon, Grover</a:t>
            </a:r>
            <a:endParaRPr lang="vi-VN"/>
          </a:p>
        </p:txBody>
      </p:sp>
      <p:sp>
        <p:nvSpPr>
          <p:cNvPr id="7" name="Hộp Văn bản 2">
            <a:extLst>
              <a:ext uri="{FF2B5EF4-FFF2-40B4-BE49-F238E27FC236}">
                <a16:creationId xmlns:a16="http://schemas.microsoft.com/office/drawing/2014/main" id="{5D1A2BBF-B1B7-7796-342E-BDA93F5D5B43}"/>
              </a:ext>
            </a:extLst>
          </p:cNvPr>
          <p:cNvSpPr txBox="1"/>
          <p:nvPr/>
        </p:nvSpPr>
        <p:spPr>
          <a:xfrm>
            <a:off x="4450951" y="3105630"/>
            <a:ext cx="176253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/>
              <a:t>Same as ZPP</a:t>
            </a:r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52771732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êu đề 1">
            <a:extLst>
              <a:ext uri="{FF2B5EF4-FFF2-40B4-BE49-F238E27FC236}">
                <a16:creationId xmlns:a16="http://schemas.microsoft.com/office/drawing/2014/main" id="{91612F00-E5D1-41F8-B014-EE0C414319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Quantum</a:t>
            </a:r>
          </a:p>
        </p:txBody>
      </p:sp>
      <p:sp>
        <p:nvSpPr>
          <p:cNvPr id="32" name="Hộp Văn bản 57">
            <a:extLst>
              <a:ext uri="{FF2B5EF4-FFF2-40B4-BE49-F238E27FC236}">
                <a16:creationId xmlns:a16="http://schemas.microsoft.com/office/drawing/2014/main" id="{232CADA4-D0F0-422E-8F50-7D00CE5AB7F1}"/>
              </a:ext>
            </a:extLst>
          </p:cNvPr>
          <p:cNvSpPr txBox="1"/>
          <p:nvPr/>
        </p:nvSpPr>
        <p:spPr>
          <a:xfrm>
            <a:off x="7882621" y="576775"/>
            <a:ext cx="102694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>
                <a:latin typeface="Cambria" panose="02040503050406030204" pitchFamily="18" charset="0"/>
                <a:ea typeface="Cambria" panose="02040503050406030204" pitchFamily="18" charset="0"/>
              </a:rPr>
              <a:t>PSPACE</a:t>
            </a:r>
          </a:p>
        </p:txBody>
      </p:sp>
      <p:sp>
        <p:nvSpPr>
          <p:cNvPr id="33" name="Hộp Văn bản 58">
            <a:extLst>
              <a:ext uri="{FF2B5EF4-FFF2-40B4-BE49-F238E27FC236}">
                <a16:creationId xmlns:a16="http://schemas.microsoft.com/office/drawing/2014/main" id="{2F534D8C-F0A5-47F6-AB4C-A177BEA34A5D}"/>
              </a:ext>
            </a:extLst>
          </p:cNvPr>
          <p:cNvSpPr txBox="1"/>
          <p:nvPr/>
        </p:nvSpPr>
        <p:spPr>
          <a:xfrm>
            <a:off x="5288331" y="1657643"/>
            <a:ext cx="102694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>
                <a:latin typeface="Cambria" panose="02040503050406030204" pitchFamily="18" charset="0"/>
                <a:ea typeface="Cambria" panose="02040503050406030204" pitchFamily="18" charset="0"/>
              </a:rPr>
              <a:t>NP</a:t>
            </a:r>
          </a:p>
        </p:txBody>
      </p:sp>
      <p:sp>
        <p:nvSpPr>
          <p:cNvPr id="34" name="Hộp Văn bản 59">
            <a:extLst>
              <a:ext uri="{FF2B5EF4-FFF2-40B4-BE49-F238E27FC236}">
                <a16:creationId xmlns:a16="http://schemas.microsoft.com/office/drawing/2014/main" id="{59B35F93-CA0F-4281-8D97-95ECB68847E2}"/>
              </a:ext>
            </a:extLst>
          </p:cNvPr>
          <p:cNvSpPr txBox="1"/>
          <p:nvPr/>
        </p:nvSpPr>
        <p:spPr>
          <a:xfrm>
            <a:off x="10324218" y="1657643"/>
            <a:ext cx="102694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>
                <a:latin typeface="Cambria" panose="02040503050406030204" pitchFamily="18" charset="0"/>
                <a:ea typeface="Cambria" panose="02040503050406030204" pitchFamily="18" charset="0"/>
              </a:rPr>
              <a:t>coNP</a:t>
            </a:r>
          </a:p>
        </p:txBody>
      </p:sp>
      <p:sp>
        <p:nvSpPr>
          <p:cNvPr id="35" name="Hộp Văn bản 60">
            <a:extLst>
              <a:ext uri="{FF2B5EF4-FFF2-40B4-BE49-F238E27FC236}">
                <a16:creationId xmlns:a16="http://schemas.microsoft.com/office/drawing/2014/main" id="{3D880954-0A29-42D2-82AB-9710B92A226F}"/>
              </a:ext>
            </a:extLst>
          </p:cNvPr>
          <p:cNvSpPr txBox="1"/>
          <p:nvPr/>
        </p:nvSpPr>
        <p:spPr>
          <a:xfrm>
            <a:off x="7882619" y="6258468"/>
            <a:ext cx="102694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>
                <a:latin typeface="Cambria" panose="02040503050406030204" pitchFamily="18" charset="0"/>
                <a:ea typeface="Cambria" panose="02040503050406030204" pitchFamily="18" charset="0"/>
              </a:rPr>
              <a:t>P</a:t>
            </a:r>
          </a:p>
        </p:txBody>
      </p:sp>
      <p:cxnSp>
        <p:nvCxnSpPr>
          <p:cNvPr id="36" name="Đường nối Thẳng 61">
            <a:extLst>
              <a:ext uri="{FF2B5EF4-FFF2-40B4-BE49-F238E27FC236}">
                <a16:creationId xmlns:a16="http://schemas.microsoft.com/office/drawing/2014/main" id="{AD2D291B-4367-42D3-815B-61484D0EED01}"/>
              </a:ext>
            </a:extLst>
          </p:cNvPr>
          <p:cNvCxnSpPr>
            <a:stCxn id="32" idx="2"/>
            <a:endCxn id="33" idx="0"/>
          </p:cNvCxnSpPr>
          <p:nvPr/>
        </p:nvCxnSpPr>
        <p:spPr>
          <a:xfrm flipH="1">
            <a:off x="5801802" y="946107"/>
            <a:ext cx="2594290" cy="711536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7" name="Đường nối Thẳng 62">
            <a:extLst>
              <a:ext uri="{FF2B5EF4-FFF2-40B4-BE49-F238E27FC236}">
                <a16:creationId xmlns:a16="http://schemas.microsoft.com/office/drawing/2014/main" id="{FFEF63AC-19D5-4683-BB61-38F42DC9DF66}"/>
              </a:ext>
            </a:extLst>
          </p:cNvPr>
          <p:cNvCxnSpPr>
            <a:cxnSpLocks/>
            <a:stCxn id="34" idx="0"/>
            <a:endCxn id="32" idx="2"/>
          </p:cNvCxnSpPr>
          <p:nvPr/>
        </p:nvCxnSpPr>
        <p:spPr>
          <a:xfrm flipH="1" flipV="1">
            <a:off x="8396092" y="946107"/>
            <a:ext cx="2441597" cy="711536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8" name="Đường nối Thẳng 63">
            <a:extLst>
              <a:ext uri="{FF2B5EF4-FFF2-40B4-BE49-F238E27FC236}">
                <a16:creationId xmlns:a16="http://schemas.microsoft.com/office/drawing/2014/main" id="{F51F30A2-2B2C-4281-ADF1-BC7539311D02}"/>
              </a:ext>
            </a:extLst>
          </p:cNvPr>
          <p:cNvCxnSpPr>
            <a:cxnSpLocks/>
            <a:stCxn id="35" idx="0"/>
            <a:endCxn id="33" idx="2"/>
          </p:cNvCxnSpPr>
          <p:nvPr/>
        </p:nvCxnSpPr>
        <p:spPr>
          <a:xfrm flipH="1" flipV="1">
            <a:off x="5801802" y="2026975"/>
            <a:ext cx="2594288" cy="4231493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9" name="Đường nối Thẳng 64">
            <a:extLst>
              <a:ext uri="{FF2B5EF4-FFF2-40B4-BE49-F238E27FC236}">
                <a16:creationId xmlns:a16="http://schemas.microsoft.com/office/drawing/2014/main" id="{22927535-D4ED-4FDC-9426-5A26BBD13A2B}"/>
              </a:ext>
            </a:extLst>
          </p:cNvPr>
          <p:cNvCxnSpPr>
            <a:cxnSpLocks/>
            <a:stCxn id="35" idx="0"/>
            <a:endCxn id="34" idx="2"/>
          </p:cNvCxnSpPr>
          <p:nvPr/>
        </p:nvCxnSpPr>
        <p:spPr>
          <a:xfrm flipV="1">
            <a:off x="8396090" y="2026975"/>
            <a:ext cx="2441599" cy="4231493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0" name="Hộp Văn bản 75">
            <a:extLst>
              <a:ext uri="{FF2B5EF4-FFF2-40B4-BE49-F238E27FC236}">
                <a16:creationId xmlns:a16="http://schemas.microsoft.com/office/drawing/2014/main" id="{0EC4E1DE-35B6-4D07-AE59-EECAECE162A5}"/>
              </a:ext>
            </a:extLst>
          </p:cNvPr>
          <p:cNvSpPr txBox="1"/>
          <p:nvPr/>
        </p:nvSpPr>
        <p:spPr>
          <a:xfrm>
            <a:off x="6756524" y="2320061"/>
            <a:ext cx="102694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>
                <a:latin typeface="Cambria" panose="02040503050406030204" pitchFamily="18" charset="0"/>
                <a:ea typeface="Cambria" panose="02040503050406030204" pitchFamily="18" charset="0"/>
              </a:rPr>
              <a:t>BPP</a:t>
            </a:r>
          </a:p>
        </p:txBody>
      </p:sp>
      <p:cxnSp>
        <p:nvCxnSpPr>
          <p:cNvPr id="41" name="Đường nối Thẳng 76">
            <a:extLst>
              <a:ext uri="{FF2B5EF4-FFF2-40B4-BE49-F238E27FC236}">
                <a16:creationId xmlns:a16="http://schemas.microsoft.com/office/drawing/2014/main" id="{55570F54-C16E-4F11-8004-84313CB07331}"/>
              </a:ext>
            </a:extLst>
          </p:cNvPr>
          <p:cNvCxnSpPr>
            <a:cxnSpLocks/>
            <a:stCxn id="52" idx="2"/>
            <a:endCxn id="40" idx="0"/>
          </p:cNvCxnSpPr>
          <p:nvPr/>
        </p:nvCxnSpPr>
        <p:spPr>
          <a:xfrm flipH="1">
            <a:off x="7269995" y="1764735"/>
            <a:ext cx="1118612" cy="555326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2" name="Hộp Văn bản 85">
            <a:extLst>
              <a:ext uri="{FF2B5EF4-FFF2-40B4-BE49-F238E27FC236}">
                <a16:creationId xmlns:a16="http://schemas.microsoft.com/office/drawing/2014/main" id="{F882B1EA-FB5B-41BA-9564-753D00F834E0}"/>
              </a:ext>
            </a:extLst>
          </p:cNvPr>
          <p:cNvSpPr txBox="1"/>
          <p:nvPr/>
        </p:nvSpPr>
        <p:spPr>
          <a:xfrm>
            <a:off x="7013259" y="3958056"/>
            <a:ext cx="102694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>
                <a:latin typeface="Cambria" panose="02040503050406030204" pitchFamily="18" charset="0"/>
                <a:ea typeface="Cambria" panose="02040503050406030204" pitchFamily="18" charset="0"/>
              </a:rPr>
              <a:t>RP</a:t>
            </a:r>
          </a:p>
        </p:txBody>
      </p:sp>
      <p:sp>
        <p:nvSpPr>
          <p:cNvPr id="43" name="Hộp Văn bản 87">
            <a:extLst>
              <a:ext uri="{FF2B5EF4-FFF2-40B4-BE49-F238E27FC236}">
                <a16:creationId xmlns:a16="http://schemas.microsoft.com/office/drawing/2014/main" id="{0CF5A416-DADE-49E0-B566-778237358E20}"/>
              </a:ext>
            </a:extLst>
          </p:cNvPr>
          <p:cNvSpPr txBox="1"/>
          <p:nvPr/>
        </p:nvSpPr>
        <p:spPr>
          <a:xfrm>
            <a:off x="7899620" y="4022497"/>
            <a:ext cx="102694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>
                <a:latin typeface="Cambria" panose="02040503050406030204" pitchFamily="18" charset="0"/>
                <a:ea typeface="Cambria" panose="02040503050406030204" pitchFamily="18" charset="0"/>
              </a:rPr>
              <a:t>coRP</a:t>
            </a:r>
          </a:p>
        </p:txBody>
      </p:sp>
      <p:sp>
        <p:nvSpPr>
          <p:cNvPr id="44" name="Hộp Văn bản 89">
            <a:extLst>
              <a:ext uri="{FF2B5EF4-FFF2-40B4-BE49-F238E27FC236}">
                <a16:creationId xmlns:a16="http://schemas.microsoft.com/office/drawing/2014/main" id="{DFB0F095-AD77-485F-8008-1CA647D76310}"/>
              </a:ext>
            </a:extLst>
          </p:cNvPr>
          <p:cNvSpPr txBox="1"/>
          <p:nvPr/>
        </p:nvSpPr>
        <p:spPr>
          <a:xfrm>
            <a:off x="7899620" y="4851830"/>
            <a:ext cx="102694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>
                <a:latin typeface="Cambria" panose="02040503050406030204" pitchFamily="18" charset="0"/>
                <a:ea typeface="Cambria" panose="02040503050406030204" pitchFamily="18" charset="0"/>
              </a:rPr>
              <a:t>ZPP</a:t>
            </a:r>
          </a:p>
        </p:txBody>
      </p:sp>
      <p:cxnSp>
        <p:nvCxnSpPr>
          <p:cNvPr id="45" name="Đường nối Thẳng 91">
            <a:extLst>
              <a:ext uri="{FF2B5EF4-FFF2-40B4-BE49-F238E27FC236}">
                <a16:creationId xmlns:a16="http://schemas.microsoft.com/office/drawing/2014/main" id="{D8E2A341-4780-441B-B64D-D82F2C049E89}"/>
              </a:ext>
            </a:extLst>
          </p:cNvPr>
          <p:cNvCxnSpPr>
            <a:cxnSpLocks/>
            <a:stCxn id="40" idx="2"/>
            <a:endCxn id="42" idx="0"/>
          </p:cNvCxnSpPr>
          <p:nvPr/>
        </p:nvCxnSpPr>
        <p:spPr>
          <a:xfrm>
            <a:off x="7269995" y="2689393"/>
            <a:ext cx="256735" cy="1268663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6" name="Đường nối Thẳng 94">
            <a:extLst>
              <a:ext uri="{FF2B5EF4-FFF2-40B4-BE49-F238E27FC236}">
                <a16:creationId xmlns:a16="http://schemas.microsoft.com/office/drawing/2014/main" id="{76A604EC-3B48-491F-8AAD-6C8E00C55A61}"/>
              </a:ext>
            </a:extLst>
          </p:cNvPr>
          <p:cNvCxnSpPr>
            <a:cxnSpLocks/>
            <a:stCxn id="40" idx="2"/>
            <a:endCxn id="43" idx="0"/>
          </p:cNvCxnSpPr>
          <p:nvPr/>
        </p:nvCxnSpPr>
        <p:spPr>
          <a:xfrm>
            <a:off x="7269995" y="2689393"/>
            <a:ext cx="1143096" cy="1333104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7" name="Đường nối Thẳng 97">
            <a:extLst>
              <a:ext uri="{FF2B5EF4-FFF2-40B4-BE49-F238E27FC236}">
                <a16:creationId xmlns:a16="http://schemas.microsoft.com/office/drawing/2014/main" id="{0627547A-EF77-48E9-B764-4BA1311AE2A2}"/>
              </a:ext>
            </a:extLst>
          </p:cNvPr>
          <p:cNvCxnSpPr>
            <a:cxnSpLocks/>
            <a:stCxn id="44" idx="0"/>
            <a:endCxn id="43" idx="2"/>
          </p:cNvCxnSpPr>
          <p:nvPr/>
        </p:nvCxnSpPr>
        <p:spPr>
          <a:xfrm flipV="1">
            <a:off x="8413091" y="4391829"/>
            <a:ext cx="0" cy="460001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8" name="Đường nối Thẳng 100">
            <a:extLst>
              <a:ext uri="{FF2B5EF4-FFF2-40B4-BE49-F238E27FC236}">
                <a16:creationId xmlns:a16="http://schemas.microsoft.com/office/drawing/2014/main" id="{F5104D3D-A610-40DB-BC30-5EB991548EEC}"/>
              </a:ext>
            </a:extLst>
          </p:cNvPr>
          <p:cNvCxnSpPr>
            <a:cxnSpLocks/>
            <a:stCxn id="42" idx="2"/>
            <a:endCxn id="44" idx="0"/>
          </p:cNvCxnSpPr>
          <p:nvPr/>
        </p:nvCxnSpPr>
        <p:spPr>
          <a:xfrm>
            <a:off x="7526730" y="4327388"/>
            <a:ext cx="886361" cy="524442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9" name="Đường nối Thẳng 103">
            <a:extLst>
              <a:ext uri="{FF2B5EF4-FFF2-40B4-BE49-F238E27FC236}">
                <a16:creationId xmlns:a16="http://schemas.microsoft.com/office/drawing/2014/main" id="{5DBA1211-0D45-4683-830C-B98D6886FDE8}"/>
              </a:ext>
            </a:extLst>
          </p:cNvPr>
          <p:cNvCxnSpPr>
            <a:cxnSpLocks/>
            <a:stCxn id="44" idx="2"/>
            <a:endCxn id="35" idx="0"/>
          </p:cNvCxnSpPr>
          <p:nvPr/>
        </p:nvCxnSpPr>
        <p:spPr>
          <a:xfrm flipH="1">
            <a:off x="8396090" y="5221162"/>
            <a:ext cx="17001" cy="1037306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0" name="Đường nối Thẳng 106">
            <a:extLst>
              <a:ext uri="{FF2B5EF4-FFF2-40B4-BE49-F238E27FC236}">
                <a16:creationId xmlns:a16="http://schemas.microsoft.com/office/drawing/2014/main" id="{70F0B276-13C8-4B04-9D19-2A4381BFFAF9}"/>
              </a:ext>
            </a:extLst>
          </p:cNvPr>
          <p:cNvCxnSpPr>
            <a:cxnSpLocks/>
            <a:stCxn id="33" idx="2"/>
            <a:endCxn id="42" idx="0"/>
          </p:cNvCxnSpPr>
          <p:nvPr/>
        </p:nvCxnSpPr>
        <p:spPr>
          <a:xfrm>
            <a:off x="5801802" y="2026975"/>
            <a:ext cx="1724928" cy="1931081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1" name="Đường nối Thẳng 109">
            <a:extLst>
              <a:ext uri="{FF2B5EF4-FFF2-40B4-BE49-F238E27FC236}">
                <a16:creationId xmlns:a16="http://schemas.microsoft.com/office/drawing/2014/main" id="{0A917821-E4F5-4FC3-BE7A-7A4B082EFAFC}"/>
              </a:ext>
            </a:extLst>
          </p:cNvPr>
          <p:cNvCxnSpPr>
            <a:cxnSpLocks/>
            <a:stCxn id="34" idx="2"/>
            <a:endCxn id="43" idx="0"/>
          </p:cNvCxnSpPr>
          <p:nvPr/>
        </p:nvCxnSpPr>
        <p:spPr>
          <a:xfrm flipH="1">
            <a:off x="8413091" y="2026975"/>
            <a:ext cx="2424598" cy="1995522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2" name="Hộp Văn bản 34">
            <a:extLst>
              <a:ext uri="{FF2B5EF4-FFF2-40B4-BE49-F238E27FC236}">
                <a16:creationId xmlns:a16="http://schemas.microsoft.com/office/drawing/2014/main" id="{CB53AB43-8C26-4AAF-9CC5-003868497CD5}"/>
              </a:ext>
            </a:extLst>
          </p:cNvPr>
          <p:cNvSpPr txBox="1"/>
          <p:nvPr/>
        </p:nvSpPr>
        <p:spPr>
          <a:xfrm>
            <a:off x="7875136" y="1395403"/>
            <a:ext cx="102694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>
                <a:solidFill>
                  <a:srgbClr val="FF000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BQP</a:t>
            </a:r>
          </a:p>
        </p:txBody>
      </p:sp>
      <p:cxnSp>
        <p:nvCxnSpPr>
          <p:cNvPr id="53" name="Đường nối Thẳng 66">
            <a:extLst>
              <a:ext uri="{FF2B5EF4-FFF2-40B4-BE49-F238E27FC236}">
                <a16:creationId xmlns:a16="http://schemas.microsoft.com/office/drawing/2014/main" id="{C337DE81-D9CF-43BF-AA07-98CD4532527B}"/>
              </a:ext>
            </a:extLst>
          </p:cNvPr>
          <p:cNvCxnSpPr>
            <a:cxnSpLocks/>
            <a:stCxn id="52" idx="0"/>
            <a:endCxn id="32" idx="2"/>
          </p:cNvCxnSpPr>
          <p:nvPr/>
        </p:nvCxnSpPr>
        <p:spPr>
          <a:xfrm flipV="1">
            <a:off x="8388607" y="946107"/>
            <a:ext cx="7485" cy="449296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4" name="Hộp Văn bản 47">
            <a:extLst>
              <a:ext uri="{FF2B5EF4-FFF2-40B4-BE49-F238E27FC236}">
                <a16:creationId xmlns:a16="http://schemas.microsoft.com/office/drawing/2014/main" id="{780348F1-4920-498A-83BA-A5DFDC975EF5}"/>
              </a:ext>
            </a:extLst>
          </p:cNvPr>
          <p:cNvSpPr txBox="1"/>
          <p:nvPr/>
        </p:nvSpPr>
        <p:spPr>
          <a:xfrm>
            <a:off x="8773436" y="2312386"/>
            <a:ext cx="102694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>
                <a:solidFill>
                  <a:srgbClr val="FF000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ZQP</a:t>
            </a:r>
          </a:p>
        </p:txBody>
      </p:sp>
      <p:sp>
        <p:nvSpPr>
          <p:cNvPr id="55" name="Hộp Văn bản 48">
            <a:extLst>
              <a:ext uri="{FF2B5EF4-FFF2-40B4-BE49-F238E27FC236}">
                <a16:creationId xmlns:a16="http://schemas.microsoft.com/office/drawing/2014/main" id="{C376342D-A64D-4C29-B9C7-8B4F5B86D39F}"/>
              </a:ext>
            </a:extLst>
          </p:cNvPr>
          <p:cNvSpPr txBox="1"/>
          <p:nvPr/>
        </p:nvSpPr>
        <p:spPr>
          <a:xfrm>
            <a:off x="8773704" y="3611621"/>
            <a:ext cx="102694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>
                <a:solidFill>
                  <a:srgbClr val="FF000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EQP</a:t>
            </a:r>
          </a:p>
        </p:txBody>
      </p:sp>
      <p:cxnSp>
        <p:nvCxnSpPr>
          <p:cNvPr id="56" name="Đường nối Thẳng 73">
            <a:extLst>
              <a:ext uri="{FF2B5EF4-FFF2-40B4-BE49-F238E27FC236}">
                <a16:creationId xmlns:a16="http://schemas.microsoft.com/office/drawing/2014/main" id="{83733A3A-ABCE-4B45-B819-0C7FF88841C3}"/>
              </a:ext>
            </a:extLst>
          </p:cNvPr>
          <p:cNvCxnSpPr>
            <a:cxnSpLocks/>
            <a:stCxn id="52" idx="2"/>
            <a:endCxn id="54" idx="0"/>
          </p:cNvCxnSpPr>
          <p:nvPr/>
        </p:nvCxnSpPr>
        <p:spPr>
          <a:xfrm>
            <a:off x="8388607" y="1764735"/>
            <a:ext cx="898300" cy="547651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7" name="Đường nối Thẳng 77">
            <a:extLst>
              <a:ext uri="{FF2B5EF4-FFF2-40B4-BE49-F238E27FC236}">
                <a16:creationId xmlns:a16="http://schemas.microsoft.com/office/drawing/2014/main" id="{017D9973-55BD-4EA6-826A-AF1F28E8035A}"/>
              </a:ext>
            </a:extLst>
          </p:cNvPr>
          <p:cNvCxnSpPr>
            <a:cxnSpLocks/>
            <a:stCxn id="54" idx="2"/>
            <a:endCxn id="55" idx="0"/>
          </p:cNvCxnSpPr>
          <p:nvPr/>
        </p:nvCxnSpPr>
        <p:spPr>
          <a:xfrm>
            <a:off x="9286907" y="2681718"/>
            <a:ext cx="268" cy="929903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8" name="Đường nối Thẳng 80">
            <a:extLst>
              <a:ext uri="{FF2B5EF4-FFF2-40B4-BE49-F238E27FC236}">
                <a16:creationId xmlns:a16="http://schemas.microsoft.com/office/drawing/2014/main" id="{3B09B0E1-88A6-417F-9D1D-86C2654D62FF}"/>
              </a:ext>
            </a:extLst>
          </p:cNvPr>
          <p:cNvCxnSpPr>
            <a:cxnSpLocks/>
            <a:stCxn id="55" idx="2"/>
            <a:endCxn id="35" idx="0"/>
          </p:cNvCxnSpPr>
          <p:nvPr/>
        </p:nvCxnSpPr>
        <p:spPr>
          <a:xfrm flipH="1">
            <a:off x="8396090" y="3980953"/>
            <a:ext cx="891085" cy="2277515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7" name="Hộp Văn bản 76">
            <a:extLst>
              <a:ext uri="{FF2B5EF4-FFF2-40B4-BE49-F238E27FC236}">
                <a16:creationId xmlns:a16="http://schemas.microsoft.com/office/drawing/2014/main" id="{0E912871-008A-4544-AC8A-46C00357851C}"/>
              </a:ext>
            </a:extLst>
          </p:cNvPr>
          <p:cNvSpPr txBox="1"/>
          <p:nvPr/>
        </p:nvSpPr>
        <p:spPr>
          <a:xfrm>
            <a:off x="833687" y="1918584"/>
            <a:ext cx="3720548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/>
              <a:t>Q</a:t>
            </a:r>
            <a:r>
              <a:rPr lang="en-US"/>
              <a:t>uantum Turing Machine in </a:t>
            </a:r>
            <a:r>
              <a:rPr lang="en-US" b="1"/>
              <a:t>P</a:t>
            </a:r>
            <a:r>
              <a:rPr lang="en-US"/>
              <a:t>olynomial time with </a:t>
            </a:r>
            <a:r>
              <a:rPr lang="en-US" b="1"/>
              <a:t>B</a:t>
            </a:r>
            <a:r>
              <a:rPr lang="en-US"/>
              <a:t>ounded error (sai số bị chặn)</a:t>
            </a:r>
          </a:p>
        </p:txBody>
      </p:sp>
      <p:cxnSp>
        <p:nvCxnSpPr>
          <p:cNvPr id="5" name="Đường kết nối Mũi tên Thẳng 4">
            <a:extLst>
              <a:ext uri="{FF2B5EF4-FFF2-40B4-BE49-F238E27FC236}">
                <a16:creationId xmlns:a16="http://schemas.microsoft.com/office/drawing/2014/main" id="{B74130E4-08DE-459C-9A6B-BB6878E429B3}"/>
              </a:ext>
            </a:extLst>
          </p:cNvPr>
          <p:cNvCxnSpPr>
            <a:stCxn id="77" idx="3"/>
            <a:endCxn id="52" idx="1"/>
          </p:cNvCxnSpPr>
          <p:nvPr/>
        </p:nvCxnSpPr>
        <p:spPr>
          <a:xfrm flipV="1">
            <a:off x="4554235" y="1580069"/>
            <a:ext cx="3320901" cy="80018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6" name="Hộp Văn bản 5">
            <a:extLst>
              <a:ext uri="{FF2B5EF4-FFF2-40B4-BE49-F238E27FC236}">
                <a16:creationId xmlns:a16="http://schemas.microsoft.com/office/drawing/2014/main" id="{09BED436-FF0C-466B-B2C5-F95489EB6E20}"/>
              </a:ext>
            </a:extLst>
          </p:cNvPr>
          <p:cNvSpPr txBox="1"/>
          <p:nvPr/>
        </p:nvSpPr>
        <p:spPr>
          <a:xfrm>
            <a:off x="833687" y="3064492"/>
            <a:ext cx="372054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/>
              <a:t>Q</a:t>
            </a:r>
            <a:r>
              <a:rPr lang="en-US"/>
              <a:t>uantum Turing Machine in </a:t>
            </a:r>
            <a:r>
              <a:rPr lang="en-US" b="1"/>
              <a:t>P</a:t>
            </a:r>
            <a:r>
              <a:rPr lang="en-US"/>
              <a:t>olynomial time with </a:t>
            </a:r>
            <a:r>
              <a:rPr lang="en-US" b="1"/>
              <a:t>Z</a:t>
            </a:r>
            <a:r>
              <a:rPr lang="en-US"/>
              <a:t>ero error</a:t>
            </a:r>
          </a:p>
        </p:txBody>
      </p:sp>
      <p:cxnSp>
        <p:nvCxnSpPr>
          <p:cNvPr id="79" name="Đường kết nối Mũi tên Thẳng 78">
            <a:extLst>
              <a:ext uri="{FF2B5EF4-FFF2-40B4-BE49-F238E27FC236}">
                <a16:creationId xmlns:a16="http://schemas.microsoft.com/office/drawing/2014/main" id="{126E8A83-A87F-4EC8-BF69-7D3D5716BB38}"/>
              </a:ext>
            </a:extLst>
          </p:cNvPr>
          <p:cNvCxnSpPr>
            <a:cxnSpLocks/>
            <a:stCxn id="6" idx="3"/>
            <a:endCxn id="54" idx="1"/>
          </p:cNvCxnSpPr>
          <p:nvPr/>
        </p:nvCxnSpPr>
        <p:spPr>
          <a:xfrm flipV="1">
            <a:off x="4554235" y="2497052"/>
            <a:ext cx="4219201" cy="89060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9" name="Hộp Văn bản 8">
            <a:extLst>
              <a:ext uri="{FF2B5EF4-FFF2-40B4-BE49-F238E27FC236}">
                <a16:creationId xmlns:a16="http://schemas.microsoft.com/office/drawing/2014/main" id="{C7051BF4-0975-4B1D-915A-5B9D9055FE59}"/>
              </a:ext>
            </a:extLst>
          </p:cNvPr>
          <p:cNvSpPr txBox="1"/>
          <p:nvPr/>
        </p:nvSpPr>
        <p:spPr>
          <a:xfrm>
            <a:off x="833687" y="4510298"/>
            <a:ext cx="372054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/>
              <a:t>Q</a:t>
            </a:r>
            <a:r>
              <a:rPr lang="en-US"/>
              <a:t>uantum Turing Machine in </a:t>
            </a:r>
            <a:r>
              <a:rPr lang="en-US" b="1"/>
              <a:t>P</a:t>
            </a:r>
            <a:r>
              <a:rPr lang="en-US"/>
              <a:t>olynomial </a:t>
            </a:r>
            <a:r>
              <a:rPr lang="en-US" b="1"/>
              <a:t>E</a:t>
            </a:r>
            <a:r>
              <a:rPr lang="en-US"/>
              <a:t>xactly time with no error</a:t>
            </a:r>
          </a:p>
        </p:txBody>
      </p:sp>
      <p:cxnSp>
        <p:nvCxnSpPr>
          <p:cNvPr id="81" name="Đường kết nối Mũi tên Thẳng 80">
            <a:extLst>
              <a:ext uri="{FF2B5EF4-FFF2-40B4-BE49-F238E27FC236}">
                <a16:creationId xmlns:a16="http://schemas.microsoft.com/office/drawing/2014/main" id="{D9C5A16C-35BB-4207-A642-39513EA8F076}"/>
              </a:ext>
            </a:extLst>
          </p:cNvPr>
          <p:cNvCxnSpPr>
            <a:cxnSpLocks/>
            <a:stCxn id="9" idx="3"/>
            <a:endCxn id="55" idx="1"/>
          </p:cNvCxnSpPr>
          <p:nvPr/>
        </p:nvCxnSpPr>
        <p:spPr>
          <a:xfrm flipV="1">
            <a:off x="4554235" y="3796287"/>
            <a:ext cx="4219469" cy="103717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3" name="Chỗ dành sẵn cho Số hiệu Bản chiếu 2">
            <a:extLst>
              <a:ext uri="{FF2B5EF4-FFF2-40B4-BE49-F238E27FC236}">
                <a16:creationId xmlns:a16="http://schemas.microsoft.com/office/drawing/2014/main" id="{DEF3551F-68C3-44FE-8E49-7FDF2441B2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ABBA0F-ED8F-4A6E-AA06-FEAFBF3D52EE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676755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F14086-C5BE-1228-3F76-EF60624DEA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VN"/>
              <a:t>2. Grover search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2196F56-8C04-811D-5428-D3BFE99367B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V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8E52C22-3077-758D-3D6F-4C14F5427D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320652-EDBF-5741-A5EB-DBD4F612B0BB}" type="slidenum">
              <a:rPr lang="en-VN"/>
              <a:t>25</a:t>
            </a:fld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127638933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Hình ảnh 11">
            <a:extLst>
              <a:ext uri="{FF2B5EF4-FFF2-40B4-BE49-F238E27FC236}">
                <a16:creationId xmlns:a16="http://schemas.microsoft.com/office/drawing/2014/main" id="{A826116F-C8D6-4CDA-9E22-AB03BD3F74C8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998" t="17364" r="36776" b="12905"/>
          <a:stretch/>
        </p:blipFill>
        <p:spPr>
          <a:xfrm>
            <a:off x="8377766" y="1186971"/>
            <a:ext cx="300016" cy="593883"/>
          </a:xfrm>
          <a:prstGeom prst="rect">
            <a:avLst/>
          </a:prstGeom>
        </p:spPr>
      </p:pic>
      <p:sp>
        <p:nvSpPr>
          <p:cNvPr id="2" name="Tiêu đề 1">
            <a:extLst>
              <a:ext uri="{FF2B5EF4-FFF2-40B4-BE49-F238E27FC236}">
                <a16:creationId xmlns:a16="http://schemas.microsoft.com/office/drawing/2014/main" id="{59452D0A-F928-4871-8239-07EE6DF3DF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Spatial search (discrete time)</a:t>
            </a:r>
            <a:endParaRPr lang="vi-V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hỗ dành sẵn cho Nội dung 2">
                <a:extLst>
                  <a:ext uri="{FF2B5EF4-FFF2-40B4-BE49-F238E27FC236}">
                    <a16:creationId xmlns:a16="http://schemas.microsoft.com/office/drawing/2014/main" id="{79730584-F1CB-40F7-BA77-EFE20535508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4846983" cy="4351338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en-US"/>
                  <a:t>Assume that we have a complete graph with 4 nodes.</a:t>
                </a:r>
              </a:p>
              <a:p>
                <a:pPr marL="0" indent="0">
                  <a:buNone/>
                </a:pPr>
                <a:r>
                  <a:rPr lang="en-US"/>
                  <a:t>One approach is using random walk.</a:t>
                </a:r>
              </a:p>
              <a:p>
                <a:pPr marL="0" indent="0">
                  <a:buNone/>
                </a:pPr>
                <a:endParaRPr lang="en-US"/>
              </a:p>
              <a:p>
                <a:pPr marL="0" indent="0">
                  <a:buNone/>
                </a:pPr>
                <a:r>
                  <a:rPr lang="en-US"/>
                  <a:t>Note that:</a:t>
                </a:r>
              </a:p>
              <a:p>
                <a:pPr marL="0" indent="0">
                  <a:buNone/>
                </a:pPr>
                <a:r>
                  <a:rPr lang="en-US"/>
                  <a:t>Walker must be in somewhere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⇒</m:t>
                      </m:r>
                      <m:nary>
                        <m:naryPr>
                          <m:chr m:val="∑"/>
                          <m:subHide m:val="on"/>
                          <m:supHide m:val="on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sSub>
                            <m:sSubPr>
                              <m:ctrlPr>
                                <a:rPr lang="vi-VN" b="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vi-VN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=1</m:t>
                          </m:r>
                        </m:e>
                      </m:nary>
                    </m:oMath>
                  </m:oMathPara>
                </a14:m>
                <a:endParaRPr lang="en-US"/>
              </a:p>
              <a:p>
                <a:pPr marL="0" indent="0">
                  <a:buNone/>
                </a:pPr>
                <a:endParaRPr lang="en-US"/>
              </a:p>
            </p:txBody>
          </p:sp>
        </mc:Choice>
        <mc:Fallback xmlns="">
          <p:sp>
            <p:nvSpPr>
              <p:cNvPr id="3" name="Chỗ dành sẵn cho Nội dung 2">
                <a:extLst>
                  <a:ext uri="{FF2B5EF4-FFF2-40B4-BE49-F238E27FC236}">
                    <a16:creationId xmlns:a16="http://schemas.microsoft.com/office/drawing/2014/main" id="{79730584-F1CB-40F7-BA77-EFE20535508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4846983" cy="4351338"/>
              </a:xfrm>
              <a:blipFill>
                <a:blip r:embed="rId3"/>
                <a:stretch>
                  <a:fillRect l="-2618" t="-2326" b="-45349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Hình Bầu dục 3">
            <a:extLst>
              <a:ext uri="{FF2B5EF4-FFF2-40B4-BE49-F238E27FC236}">
                <a16:creationId xmlns:a16="http://schemas.microsoft.com/office/drawing/2014/main" id="{A13B7A7D-3BE5-4C71-9A4C-E7D44E389BE8}"/>
              </a:ext>
            </a:extLst>
          </p:cNvPr>
          <p:cNvSpPr/>
          <p:nvPr/>
        </p:nvSpPr>
        <p:spPr>
          <a:xfrm>
            <a:off x="8057322" y="1537252"/>
            <a:ext cx="940904" cy="927652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/>
              <a:t>1</a:t>
            </a:r>
            <a:endParaRPr lang="vi-VN"/>
          </a:p>
        </p:txBody>
      </p:sp>
      <p:sp>
        <p:nvSpPr>
          <p:cNvPr id="5" name="Hình Bầu dục 4">
            <a:extLst>
              <a:ext uri="{FF2B5EF4-FFF2-40B4-BE49-F238E27FC236}">
                <a16:creationId xmlns:a16="http://schemas.microsoft.com/office/drawing/2014/main" id="{55C4BCD2-5D43-44DE-B651-2FA186023B0E}"/>
              </a:ext>
            </a:extLst>
          </p:cNvPr>
          <p:cNvSpPr/>
          <p:nvPr/>
        </p:nvSpPr>
        <p:spPr>
          <a:xfrm>
            <a:off x="6248400" y="2965174"/>
            <a:ext cx="940904" cy="927652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/>
              <a:t>4</a:t>
            </a:r>
            <a:endParaRPr lang="vi-VN"/>
          </a:p>
        </p:txBody>
      </p:sp>
      <p:sp>
        <p:nvSpPr>
          <p:cNvPr id="6" name="Hình Bầu dục 5">
            <a:extLst>
              <a:ext uri="{FF2B5EF4-FFF2-40B4-BE49-F238E27FC236}">
                <a16:creationId xmlns:a16="http://schemas.microsoft.com/office/drawing/2014/main" id="{1D8AA1F4-8476-499B-80E9-382E9A401F62}"/>
              </a:ext>
            </a:extLst>
          </p:cNvPr>
          <p:cNvSpPr/>
          <p:nvPr/>
        </p:nvSpPr>
        <p:spPr>
          <a:xfrm>
            <a:off x="9925879" y="2951922"/>
            <a:ext cx="940904" cy="927652"/>
          </a:xfrm>
          <a:prstGeom prst="ellipse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/>
              <a:t>2</a:t>
            </a:r>
            <a:endParaRPr lang="vi-VN" b="1"/>
          </a:p>
        </p:txBody>
      </p:sp>
      <p:sp>
        <p:nvSpPr>
          <p:cNvPr id="7" name="Hình Bầu dục 6">
            <a:extLst>
              <a:ext uri="{FF2B5EF4-FFF2-40B4-BE49-F238E27FC236}">
                <a16:creationId xmlns:a16="http://schemas.microsoft.com/office/drawing/2014/main" id="{73BDBFA8-F319-4B7A-B9D0-B6973AE814AF}"/>
              </a:ext>
            </a:extLst>
          </p:cNvPr>
          <p:cNvSpPr/>
          <p:nvPr/>
        </p:nvSpPr>
        <p:spPr>
          <a:xfrm>
            <a:off x="8057322" y="4565373"/>
            <a:ext cx="940904" cy="927652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/>
              <a:t>3</a:t>
            </a:r>
            <a:endParaRPr lang="vi-VN"/>
          </a:p>
        </p:txBody>
      </p:sp>
      <p:cxnSp>
        <p:nvCxnSpPr>
          <p:cNvPr id="9" name="Đường nối Thẳng 8">
            <a:extLst>
              <a:ext uri="{FF2B5EF4-FFF2-40B4-BE49-F238E27FC236}">
                <a16:creationId xmlns:a16="http://schemas.microsoft.com/office/drawing/2014/main" id="{541D2452-2D15-48E0-B8D4-22A7C1E78E9A}"/>
              </a:ext>
            </a:extLst>
          </p:cNvPr>
          <p:cNvCxnSpPr>
            <a:stCxn id="4" idx="2"/>
            <a:endCxn id="5" idx="0"/>
          </p:cNvCxnSpPr>
          <p:nvPr/>
        </p:nvCxnSpPr>
        <p:spPr>
          <a:xfrm flipH="1">
            <a:off x="6718852" y="2001078"/>
            <a:ext cx="1338470" cy="964096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Đường nối Thẳng 9">
            <a:extLst>
              <a:ext uri="{FF2B5EF4-FFF2-40B4-BE49-F238E27FC236}">
                <a16:creationId xmlns:a16="http://schemas.microsoft.com/office/drawing/2014/main" id="{D25656FF-351D-40DE-827D-6D32A46359A9}"/>
              </a:ext>
            </a:extLst>
          </p:cNvPr>
          <p:cNvCxnSpPr>
            <a:cxnSpLocks/>
            <a:stCxn id="7" idx="2"/>
            <a:endCxn id="5" idx="4"/>
          </p:cNvCxnSpPr>
          <p:nvPr/>
        </p:nvCxnSpPr>
        <p:spPr>
          <a:xfrm flipH="1" flipV="1">
            <a:off x="6718852" y="3892826"/>
            <a:ext cx="1338470" cy="1136373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Đường nối Thẳng 12">
            <a:extLst>
              <a:ext uri="{FF2B5EF4-FFF2-40B4-BE49-F238E27FC236}">
                <a16:creationId xmlns:a16="http://schemas.microsoft.com/office/drawing/2014/main" id="{0524F036-2377-49C0-9D36-A6626C6AD63E}"/>
              </a:ext>
            </a:extLst>
          </p:cNvPr>
          <p:cNvCxnSpPr>
            <a:cxnSpLocks/>
            <a:stCxn id="7" idx="6"/>
            <a:endCxn id="6" idx="4"/>
          </p:cNvCxnSpPr>
          <p:nvPr/>
        </p:nvCxnSpPr>
        <p:spPr>
          <a:xfrm flipV="1">
            <a:off x="8998226" y="3879574"/>
            <a:ext cx="1398105" cy="1149625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Đường nối Thẳng 15">
            <a:extLst>
              <a:ext uri="{FF2B5EF4-FFF2-40B4-BE49-F238E27FC236}">
                <a16:creationId xmlns:a16="http://schemas.microsoft.com/office/drawing/2014/main" id="{E55AA0F9-57B9-4237-A0B8-061FF34C8488}"/>
              </a:ext>
            </a:extLst>
          </p:cNvPr>
          <p:cNvCxnSpPr>
            <a:cxnSpLocks/>
            <a:stCxn id="4" idx="6"/>
            <a:endCxn id="6" idx="0"/>
          </p:cNvCxnSpPr>
          <p:nvPr/>
        </p:nvCxnSpPr>
        <p:spPr>
          <a:xfrm>
            <a:off x="8998226" y="2001078"/>
            <a:ext cx="1398105" cy="950844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Đường nối Thẳng 18">
            <a:extLst>
              <a:ext uri="{FF2B5EF4-FFF2-40B4-BE49-F238E27FC236}">
                <a16:creationId xmlns:a16="http://schemas.microsoft.com/office/drawing/2014/main" id="{F9ED6804-77D3-4554-90F0-B4F687A2FBCC}"/>
              </a:ext>
            </a:extLst>
          </p:cNvPr>
          <p:cNvCxnSpPr>
            <a:cxnSpLocks/>
            <a:stCxn id="5" idx="6"/>
            <a:endCxn id="6" idx="2"/>
          </p:cNvCxnSpPr>
          <p:nvPr/>
        </p:nvCxnSpPr>
        <p:spPr>
          <a:xfrm flipV="1">
            <a:off x="7189304" y="3415748"/>
            <a:ext cx="2736575" cy="13252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Đường nối Thẳng 21">
            <a:extLst>
              <a:ext uri="{FF2B5EF4-FFF2-40B4-BE49-F238E27FC236}">
                <a16:creationId xmlns:a16="http://schemas.microsoft.com/office/drawing/2014/main" id="{D6110F8D-FC88-4737-825A-62C15729DD47}"/>
              </a:ext>
            </a:extLst>
          </p:cNvPr>
          <p:cNvCxnSpPr>
            <a:cxnSpLocks/>
            <a:stCxn id="4" idx="4"/>
            <a:endCxn id="7" idx="0"/>
          </p:cNvCxnSpPr>
          <p:nvPr/>
        </p:nvCxnSpPr>
        <p:spPr>
          <a:xfrm>
            <a:off x="8527774" y="2464904"/>
            <a:ext cx="0" cy="2100469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" name="Chỗ dành sẵn cho Số hiệu Bản chiếu 7">
            <a:extLst>
              <a:ext uri="{FF2B5EF4-FFF2-40B4-BE49-F238E27FC236}">
                <a16:creationId xmlns:a16="http://schemas.microsoft.com/office/drawing/2014/main" id="{9EF332C5-B0CC-4C53-97F2-248F2BFCBF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27BFFA-55D5-419F-87EC-45C1B812D548}" type="slidenum">
              <a:rPr lang="vi-VN" smtClean="0"/>
              <a:t>26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239211935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êu đề 1">
            <a:extLst>
              <a:ext uri="{FF2B5EF4-FFF2-40B4-BE49-F238E27FC236}">
                <a16:creationId xmlns:a16="http://schemas.microsoft.com/office/drawing/2014/main" id="{59452D0A-F928-4871-8239-07EE6DF3DF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Random walk</a:t>
            </a:r>
            <a:endParaRPr lang="vi-V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hỗ dành sẵn cho Nội dung 2">
                <a:extLst>
                  <a:ext uri="{FF2B5EF4-FFF2-40B4-BE49-F238E27FC236}">
                    <a16:creationId xmlns:a16="http://schemas.microsoft.com/office/drawing/2014/main" id="{79730584-F1CB-40F7-BA77-EFE20535508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4542181" cy="4351338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en-US"/>
                  <a:t>Initial state: ¼ at all node</a:t>
                </a:r>
              </a:p>
              <a:p>
                <a:pPr marL="0" indent="0">
                  <a:buNone/>
                </a:pPr>
                <a:r>
                  <a:rPr lang="en-US"/>
                  <a:t>At step k: jump to other random nodes</a:t>
                </a:r>
              </a:p>
              <a:p>
                <a:pPr marL="0" indent="0">
                  <a:buNone/>
                </a:pPr>
                <a:r>
                  <a:rPr lang="en-US"/>
                  <a:t>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vi-VN" b="0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vi-VN" b="0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vi-VN" b="0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vi-VN" b="0" i="1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r>
                      <a:rPr lang="vi-VN" b="0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vi-VN" b="0" i="1">
                            <a:latin typeface="Cambria Math" panose="02040503050406030204" pitchFamily="18" charset="0"/>
                          </a:rPr>
                          <m:t>4</m:t>
                        </m:r>
                      </m:sub>
                    </m:sSub>
                    <m:r>
                      <a:rPr lang="vi-VN" b="0" i="1">
                        <a:latin typeface="Cambria Math" panose="02040503050406030204" pitchFamily="18" charset="0"/>
                      </a:rPr>
                      <m:t>=1/4</m:t>
                    </m:r>
                  </m:oMath>
                </a14:m>
                <a:endParaRPr lang="en-US"/>
              </a:p>
            </p:txBody>
          </p:sp>
        </mc:Choice>
        <mc:Fallback xmlns="">
          <p:sp>
            <p:nvSpPr>
              <p:cNvPr id="3" name="Chỗ dành sẵn cho Nội dung 2">
                <a:extLst>
                  <a:ext uri="{FF2B5EF4-FFF2-40B4-BE49-F238E27FC236}">
                    <a16:creationId xmlns:a16="http://schemas.microsoft.com/office/drawing/2014/main" id="{79730584-F1CB-40F7-BA77-EFE20535508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4542181" cy="4351338"/>
              </a:xfrm>
              <a:blipFill>
                <a:blip r:embed="rId2"/>
                <a:stretch>
                  <a:fillRect l="-2793" t="-2326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Hình Bầu dục 3">
            <a:extLst>
              <a:ext uri="{FF2B5EF4-FFF2-40B4-BE49-F238E27FC236}">
                <a16:creationId xmlns:a16="http://schemas.microsoft.com/office/drawing/2014/main" id="{A13B7A7D-3BE5-4C71-9A4C-E7D44E389BE8}"/>
              </a:ext>
            </a:extLst>
          </p:cNvPr>
          <p:cNvSpPr/>
          <p:nvPr/>
        </p:nvSpPr>
        <p:spPr>
          <a:xfrm>
            <a:off x="8057322" y="1537252"/>
            <a:ext cx="940904" cy="927652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/>
              <a:t>1</a:t>
            </a:r>
            <a:endParaRPr lang="vi-VN"/>
          </a:p>
        </p:txBody>
      </p:sp>
      <p:sp>
        <p:nvSpPr>
          <p:cNvPr id="5" name="Hình Bầu dục 4">
            <a:extLst>
              <a:ext uri="{FF2B5EF4-FFF2-40B4-BE49-F238E27FC236}">
                <a16:creationId xmlns:a16="http://schemas.microsoft.com/office/drawing/2014/main" id="{55C4BCD2-5D43-44DE-B651-2FA186023B0E}"/>
              </a:ext>
            </a:extLst>
          </p:cNvPr>
          <p:cNvSpPr/>
          <p:nvPr/>
        </p:nvSpPr>
        <p:spPr>
          <a:xfrm>
            <a:off x="6248400" y="2965174"/>
            <a:ext cx="940904" cy="927652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/>
              <a:t>4</a:t>
            </a:r>
            <a:endParaRPr lang="vi-VN"/>
          </a:p>
        </p:txBody>
      </p:sp>
      <p:sp>
        <p:nvSpPr>
          <p:cNvPr id="6" name="Hình Bầu dục 5">
            <a:extLst>
              <a:ext uri="{FF2B5EF4-FFF2-40B4-BE49-F238E27FC236}">
                <a16:creationId xmlns:a16="http://schemas.microsoft.com/office/drawing/2014/main" id="{1D8AA1F4-8476-499B-80E9-382E9A401F62}"/>
              </a:ext>
            </a:extLst>
          </p:cNvPr>
          <p:cNvSpPr/>
          <p:nvPr/>
        </p:nvSpPr>
        <p:spPr>
          <a:xfrm>
            <a:off x="9925879" y="2951922"/>
            <a:ext cx="940904" cy="927652"/>
          </a:xfrm>
          <a:prstGeom prst="ellipse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/>
              <a:t>2</a:t>
            </a:r>
            <a:endParaRPr lang="vi-VN" b="1"/>
          </a:p>
        </p:txBody>
      </p:sp>
      <p:sp>
        <p:nvSpPr>
          <p:cNvPr id="7" name="Hình Bầu dục 6">
            <a:extLst>
              <a:ext uri="{FF2B5EF4-FFF2-40B4-BE49-F238E27FC236}">
                <a16:creationId xmlns:a16="http://schemas.microsoft.com/office/drawing/2014/main" id="{73BDBFA8-F319-4B7A-B9D0-B6973AE814AF}"/>
              </a:ext>
            </a:extLst>
          </p:cNvPr>
          <p:cNvSpPr/>
          <p:nvPr/>
        </p:nvSpPr>
        <p:spPr>
          <a:xfrm>
            <a:off x="8057322" y="4565373"/>
            <a:ext cx="940904" cy="927652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/>
              <a:t>3</a:t>
            </a:r>
            <a:endParaRPr lang="vi-VN"/>
          </a:p>
        </p:txBody>
      </p:sp>
      <p:cxnSp>
        <p:nvCxnSpPr>
          <p:cNvPr id="9" name="Đường nối Thẳng 8">
            <a:extLst>
              <a:ext uri="{FF2B5EF4-FFF2-40B4-BE49-F238E27FC236}">
                <a16:creationId xmlns:a16="http://schemas.microsoft.com/office/drawing/2014/main" id="{541D2452-2D15-48E0-B8D4-22A7C1E78E9A}"/>
              </a:ext>
            </a:extLst>
          </p:cNvPr>
          <p:cNvCxnSpPr>
            <a:stCxn id="4" idx="2"/>
            <a:endCxn id="5" idx="0"/>
          </p:cNvCxnSpPr>
          <p:nvPr/>
        </p:nvCxnSpPr>
        <p:spPr>
          <a:xfrm flipH="1">
            <a:off x="6718852" y="2001078"/>
            <a:ext cx="1338470" cy="964096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Đường nối Thẳng 9">
            <a:extLst>
              <a:ext uri="{FF2B5EF4-FFF2-40B4-BE49-F238E27FC236}">
                <a16:creationId xmlns:a16="http://schemas.microsoft.com/office/drawing/2014/main" id="{D25656FF-351D-40DE-827D-6D32A46359A9}"/>
              </a:ext>
            </a:extLst>
          </p:cNvPr>
          <p:cNvCxnSpPr>
            <a:cxnSpLocks/>
            <a:stCxn id="7" idx="2"/>
            <a:endCxn id="5" idx="4"/>
          </p:cNvCxnSpPr>
          <p:nvPr/>
        </p:nvCxnSpPr>
        <p:spPr>
          <a:xfrm flipH="1" flipV="1">
            <a:off x="6718852" y="3892826"/>
            <a:ext cx="1338470" cy="1136373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Đường nối Thẳng 12">
            <a:extLst>
              <a:ext uri="{FF2B5EF4-FFF2-40B4-BE49-F238E27FC236}">
                <a16:creationId xmlns:a16="http://schemas.microsoft.com/office/drawing/2014/main" id="{0524F036-2377-49C0-9D36-A6626C6AD63E}"/>
              </a:ext>
            </a:extLst>
          </p:cNvPr>
          <p:cNvCxnSpPr>
            <a:cxnSpLocks/>
            <a:stCxn id="7" idx="6"/>
            <a:endCxn id="6" idx="4"/>
          </p:cNvCxnSpPr>
          <p:nvPr/>
        </p:nvCxnSpPr>
        <p:spPr>
          <a:xfrm flipV="1">
            <a:off x="8998226" y="3879574"/>
            <a:ext cx="1398105" cy="1149625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Đường nối Thẳng 15">
            <a:extLst>
              <a:ext uri="{FF2B5EF4-FFF2-40B4-BE49-F238E27FC236}">
                <a16:creationId xmlns:a16="http://schemas.microsoft.com/office/drawing/2014/main" id="{E55AA0F9-57B9-4237-A0B8-061FF34C8488}"/>
              </a:ext>
            </a:extLst>
          </p:cNvPr>
          <p:cNvCxnSpPr>
            <a:cxnSpLocks/>
            <a:stCxn id="4" idx="6"/>
            <a:endCxn id="6" idx="0"/>
          </p:cNvCxnSpPr>
          <p:nvPr/>
        </p:nvCxnSpPr>
        <p:spPr>
          <a:xfrm>
            <a:off x="8998226" y="2001078"/>
            <a:ext cx="1398105" cy="950844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Đường nối Thẳng 18">
            <a:extLst>
              <a:ext uri="{FF2B5EF4-FFF2-40B4-BE49-F238E27FC236}">
                <a16:creationId xmlns:a16="http://schemas.microsoft.com/office/drawing/2014/main" id="{F9ED6804-77D3-4554-90F0-B4F687A2FBCC}"/>
              </a:ext>
            </a:extLst>
          </p:cNvPr>
          <p:cNvCxnSpPr>
            <a:cxnSpLocks/>
            <a:stCxn id="5" idx="6"/>
            <a:endCxn id="6" idx="2"/>
          </p:cNvCxnSpPr>
          <p:nvPr/>
        </p:nvCxnSpPr>
        <p:spPr>
          <a:xfrm flipV="1">
            <a:off x="7189304" y="3415748"/>
            <a:ext cx="2736575" cy="13252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Đường nối Thẳng 21">
            <a:extLst>
              <a:ext uri="{FF2B5EF4-FFF2-40B4-BE49-F238E27FC236}">
                <a16:creationId xmlns:a16="http://schemas.microsoft.com/office/drawing/2014/main" id="{D6110F8D-FC88-4737-825A-62C15729DD47}"/>
              </a:ext>
            </a:extLst>
          </p:cNvPr>
          <p:cNvCxnSpPr>
            <a:cxnSpLocks/>
            <a:stCxn id="4" idx="4"/>
            <a:endCxn id="7" idx="0"/>
          </p:cNvCxnSpPr>
          <p:nvPr/>
        </p:nvCxnSpPr>
        <p:spPr>
          <a:xfrm>
            <a:off x="8527774" y="2464904"/>
            <a:ext cx="0" cy="2100469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Hộp Văn bản 7">
                <a:extLst>
                  <a:ext uri="{FF2B5EF4-FFF2-40B4-BE49-F238E27FC236}">
                    <a16:creationId xmlns:a16="http://schemas.microsoft.com/office/drawing/2014/main" id="{5B0C635C-36CD-4D56-8F9A-A3FB446F7549}"/>
                  </a:ext>
                </a:extLst>
              </p:cNvPr>
              <p:cNvSpPr txBox="1"/>
              <p:nvPr/>
            </p:nvSpPr>
            <p:spPr>
              <a:xfrm>
                <a:off x="8057322" y="544547"/>
                <a:ext cx="940904" cy="78380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8" name="Hộp Văn bản 7">
                <a:extLst>
                  <a:ext uri="{FF2B5EF4-FFF2-40B4-BE49-F238E27FC236}">
                    <a16:creationId xmlns:a16="http://schemas.microsoft.com/office/drawing/2014/main" id="{5B0C635C-36CD-4D56-8F9A-A3FB446F754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57322" y="544547"/>
                <a:ext cx="940904" cy="783804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Hộp Văn bản 14">
                <a:extLst>
                  <a:ext uri="{FF2B5EF4-FFF2-40B4-BE49-F238E27FC236}">
                    <a16:creationId xmlns:a16="http://schemas.microsoft.com/office/drawing/2014/main" id="{548B9277-4A81-438F-876A-8241EAB48EBF}"/>
                  </a:ext>
                </a:extLst>
              </p:cNvPr>
              <p:cNvSpPr txBox="1"/>
              <p:nvPr/>
            </p:nvSpPr>
            <p:spPr>
              <a:xfrm>
                <a:off x="8057322" y="5785061"/>
                <a:ext cx="940904" cy="78380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15" name="Hộp Văn bản 14">
                <a:extLst>
                  <a:ext uri="{FF2B5EF4-FFF2-40B4-BE49-F238E27FC236}">
                    <a16:creationId xmlns:a16="http://schemas.microsoft.com/office/drawing/2014/main" id="{548B9277-4A81-438F-876A-8241EAB48EB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57322" y="5785061"/>
                <a:ext cx="940904" cy="783804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Hộp Văn bản 16">
                <a:extLst>
                  <a:ext uri="{FF2B5EF4-FFF2-40B4-BE49-F238E27FC236}">
                    <a16:creationId xmlns:a16="http://schemas.microsoft.com/office/drawing/2014/main" id="{D0FB004E-BC38-4B2A-9532-E6D1E6856A13}"/>
                  </a:ext>
                </a:extLst>
              </p:cNvPr>
              <p:cNvSpPr txBox="1"/>
              <p:nvPr/>
            </p:nvSpPr>
            <p:spPr>
              <a:xfrm>
                <a:off x="5261113" y="3037098"/>
                <a:ext cx="940904" cy="78380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17" name="Hộp Văn bản 16">
                <a:extLst>
                  <a:ext uri="{FF2B5EF4-FFF2-40B4-BE49-F238E27FC236}">
                    <a16:creationId xmlns:a16="http://schemas.microsoft.com/office/drawing/2014/main" id="{D0FB004E-BC38-4B2A-9532-E6D1E6856A1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61113" y="3037098"/>
                <a:ext cx="940904" cy="783804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Hộp Văn bản 17">
                <a:extLst>
                  <a:ext uri="{FF2B5EF4-FFF2-40B4-BE49-F238E27FC236}">
                    <a16:creationId xmlns:a16="http://schemas.microsoft.com/office/drawing/2014/main" id="{997F51D2-915E-45AF-9777-F9364E011F10}"/>
                  </a:ext>
                </a:extLst>
              </p:cNvPr>
              <p:cNvSpPr txBox="1"/>
              <p:nvPr/>
            </p:nvSpPr>
            <p:spPr>
              <a:xfrm>
                <a:off x="10840280" y="3037098"/>
                <a:ext cx="940904" cy="78380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18" name="Hộp Văn bản 17">
                <a:extLst>
                  <a:ext uri="{FF2B5EF4-FFF2-40B4-BE49-F238E27FC236}">
                    <a16:creationId xmlns:a16="http://schemas.microsoft.com/office/drawing/2014/main" id="{997F51D2-915E-45AF-9777-F9364E011F1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840280" y="3037098"/>
                <a:ext cx="940904" cy="783804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2" name="Đường kết nối: Cong 11">
            <a:extLst>
              <a:ext uri="{FF2B5EF4-FFF2-40B4-BE49-F238E27FC236}">
                <a16:creationId xmlns:a16="http://schemas.microsoft.com/office/drawing/2014/main" id="{CC2CDC6F-D2EE-47BC-90A7-FC79D02BA024}"/>
              </a:ext>
            </a:extLst>
          </p:cNvPr>
          <p:cNvCxnSpPr>
            <a:cxnSpLocks/>
            <a:stCxn id="6" idx="0"/>
            <a:endCxn id="18" idx="1"/>
          </p:cNvCxnSpPr>
          <p:nvPr/>
        </p:nvCxnSpPr>
        <p:spPr>
          <a:xfrm rot="16200000" flipH="1">
            <a:off x="10379766" y="2968487"/>
            <a:ext cx="477078" cy="443949"/>
          </a:xfrm>
          <a:prstGeom prst="curvedConnector4">
            <a:avLst>
              <a:gd name="adj1" fmla="val -47917"/>
              <a:gd name="adj2" fmla="val 152985"/>
            </a:avLst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6" name="Hộp Văn bản 35">
            <a:extLst>
              <a:ext uri="{FF2B5EF4-FFF2-40B4-BE49-F238E27FC236}">
                <a16:creationId xmlns:a16="http://schemas.microsoft.com/office/drawing/2014/main" id="{157EA582-F420-4EB0-9125-C1FD5BEFEF2B}"/>
              </a:ext>
            </a:extLst>
          </p:cNvPr>
          <p:cNvSpPr txBox="1"/>
          <p:nvPr/>
        </p:nvSpPr>
        <p:spPr>
          <a:xfrm>
            <a:off x="10704444" y="1998139"/>
            <a:ext cx="139810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/>
              <a:t>Acts as absorb node</a:t>
            </a:r>
            <a:endParaRPr lang="vi-VN"/>
          </a:p>
        </p:txBody>
      </p:sp>
      <p:sp>
        <p:nvSpPr>
          <p:cNvPr id="11" name="Chỗ dành sẵn cho Số hiệu Bản chiếu 10">
            <a:extLst>
              <a:ext uri="{FF2B5EF4-FFF2-40B4-BE49-F238E27FC236}">
                <a16:creationId xmlns:a16="http://schemas.microsoft.com/office/drawing/2014/main" id="{709B8F26-83B1-4733-8E78-285521A428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27BFFA-55D5-419F-87EC-45C1B812D548}" type="slidenum">
              <a:rPr lang="vi-VN" smtClean="0"/>
              <a:t>27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149593689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êu đề 1">
            <a:extLst>
              <a:ext uri="{FF2B5EF4-FFF2-40B4-BE49-F238E27FC236}">
                <a16:creationId xmlns:a16="http://schemas.microsoft.com/office/drawing/2014/main" id="{59452D0A-F928-4871-8239-07EE6DF3DF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Random walk</a:t>
            </a:r>
            <a:endParaRPr lang="vi-VN"/>
          </a:p>
        </p:txBody>
      </p:sp>
      <p:sp>
        <p:nvSpPr>
          <p:cNvPr id="3" name="Chỗ dành sẵn cho Nội dung 2">
            <a:extLst>
              <a:ext uri="{FF2B5EF4-FFF2-40B4-BE49-F238E27FC236}">
                <a16:creationId xmlns:a16="http://schemas.microsoft.com/office/drawing/2014/main" id="{79730584-F1CB-40F7-BA77-EFE20535508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4575311" cy="4351338"/>
          </a:xfrm>
        </p:spPr>
        <p:txBody>
          <a:bodyPr/>
          <a:lstStyle/>
          <a:p>
            <a:pPr marL="0" indent="0">
              <a:buNone/>
            </a:pPr>
            <a:r>
              <a:rPr lang="en-US"/>
              <a:t>At step 1:</a:t>
            </a:r>
          </a:p>
          <a:p>
            <a:pPr marL="0" indent="0">
              <a:buNone/>
            </a:pPr>
            <a:endParaRPr lang="en-US"/>
          </a:p>
          <a:p>
            <a:pPr marL="0" indent="0">
              <a:buNone/>
            </a:pPr>
            <a:endParaRPr lang="en-US"/>
          </a:p>
        </p:txBody>
      </p:sp>
      <p:sp>
        <p:nvSpPr>
          <p:cNvPr id="4" name="Hình Bầu dục 3">
            <a:extLst>
              <a:ext uri="{FF2B5EF4-FFF2-40B4-BE49-F238E27FC236}">
                <a16:creationId xmlns:a16="http://schemas.microsoft.com/office/drawing/2014/main" id="{A13B7A7D-3BE5-4C71-9A4C-E7D44E389BE8}"/>
              </a:ext>
            </a:extLst>
          </p:cNvPr>
          <p:cNvSpPr/>
          <p:nvPr/>
        </p:nvSpPr>
        <p:spPr>
          <a:xfrm>
            <a:off x="8057322" y="1537252"/>
            <a:ext cx="940904" cy="927652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/>
              <a:t>1</a:t>
            </a:r>
            <a:endParaRPr lang="vi-VN"/>
          </a:p>
        </p:txBody>
      </p:sp>
      <p:sp>
        <p:nvSpPr>
          <p:cNvPr id="5" name="Hình Bầu dục 4">
            <a:extLst>
              <a:ext uri="{FF2B5EF4-FFF2-40B4-BE49-F238E27FC236}">
                <a16:creationId xmlns:a16="http://schemas.microsoft.com/office/drawing/2014/main" id="{55C4BCD2-5D43-44DE-B651-2FA186023B0E}"/>
              </a:ext>
            </a:extLst>
          </p:cNvPr>
          <p:cNvSpPr/>
          <p:nvPr/>
        </p:nvSpPr>
        <p:spPr>
          <a:xfrm>
            <a:off x="6248400" y="2965174"/>
            <a:ext cx="940904" cy="927652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/>
              <a:t>4</a:t>
            </a:r>
            <a:endParaRPr lang="vi-VN"/>
          </a:p>
        </p:txBody>
      </p:sp>
      <p:sp>
        <p:nvSpPr>
          <p:cNvPr id="6" name="Hình Bầu dục 5">
            <a:extLst>
              <a:ext uri="{FF2B5EF4-FFF2-40B4-BE49-F238E27FC236}">
                <a16:creationId xmlns:a16="http://schemas.microsoft.com/office/drawing/2014/main" id="{1D8AA1F4-8476-499B-80E9-382E9A401F62}"/>
              </a:ext>
            </a:extLst>
          </p:cNvPr>
          <p:cNvSpPr/>
          <p:nvPr/>
        </p:nvSpPr>
        <p:spPr>
          <a:xfrm>
            <a:off x="9925879" y="2951922"/>
            <a:ext cx="940904" cy="927652"/>
          </a:xfrm>
          <a:prstGeom prst="ellipse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/>
              <a:t>2</a:t>
            </a:r>
            <a:endParaRPr lang="vi-VN" b="1"/>
          </a:p>
        </p:txBody>
      </p:sp>
      <p:sp>
        <p:nvSpPr>
          <p:cNvPr id="7" name="Hình Bầu dục 6">
            <a:extLst>
              <a:ext uri="{FF2B5EF4-FFF2-40B4-BE49-F238E27FC236}">
                <a16:creationId xmlns:a16="http://schemas.microsoft.com/office/drawing/2014/main" id="{73BDBFA8-F319-4B7A-B9D0-B6973AE814AF}"/>
              </a:ext>
            </a:extLst>
          </p:cNvPr>
          <p:cNvSpPr/>
          <p:nvPr/>
        </p:nvSpPr>
        <p:spPr>
          <a:xfrm>
            <a:off x="8057322" y="4565373"/>
            <a:ext cx="940904" cy="927652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/>
              <a:t>3</a:t>
            </a:r>
            <a:endParaRPr lang="vi-VN"/>
          </a:p>
        </p:txBody>
      </p:sp>
      <p:cxnSp>
        <p:nvCxnSpPr>
          <p:cNvPr id="9" name="Đường nối Thẳng 8">
            <a:extLst>
              <a:ext uri="{FF2B5EF4-FFF2-40B4-BE49-F238E27FC236}">
                <a16:creationId xmlns:a16="http://schemas.microsoft.com/office/drawing/2014/main" id="{541D2452-2D15-48E0-B8D4-22A7C1E78E9A}"/>
              </a:ext>
            </a:extLst>
          </p:cNvPr>
          <p:cNvCxnSpPr>
            <a:stCxn id="4" idx="2"/>
            <a:endCxn id="5" idx="0"/>
          </p:cNvCxnSpPr>
          <p:nvPr/>
        </p:nvCxnSpPr>
        <p:spPr>
          <a:xfrm flipH="1">
            <a:off x="6718852" y="2001078"/>
            <a:ext cx="1338470" cy="964096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Đường nối Thẳng 9">
            <a:extLst>
              <a:ext uri="{FF2B5EF4-FFF2-40B4-BE49-F238E27FC236}">
                <a16:creationId xmlns:a16="http://schemas.microsoft.com/office/drawing/2014/main" id="{D25656FF-351D-40DE-827D-6D32A46359A9}"/>
              </a:ext>
            </a:extLst>
          </p:cNvPr>
          <p:cNvCxnSpPr>
            <a:cxnSpLocks/>
            <a:stCxn id="7" idx="2"/>
            <a:endCxn id="5" idx="4"/>
          </p:cNvCxnSpPr>
          <p:nvPr/>
        </p:nvCxnSpPr>
        <p:spPr>
          <a:xfrm flipH="1" flipV="1">
            <a:off x="6718852" y="3892826"/>
            <a:ext cx="1338470" cy="1136373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Đường nối Thẳng 12">
            <a:extLst>
              <a:ext uri="{FF2B5EF4-FFF2-40B4-BE49-F238E27FC236}">
                <a16:creationId xmlns:a16="http://schemas.microsoft.com/office/drawing/2014/main" id="{0524F036-2377-49C0-9D36-A6626C6AD63E}"/>
              </a:ext>
            </a:extLst>
          </p:cNvPr>
          <p:cNvCxnSpPr>
            <a:cxnSpLocks/>
            <a:stCxn id="7" idx="6"/>
            <a:endCxn id="6" idx="4"/>
          </p:cNvCxnSpPr>
          <p:nvPr/>
        </p:nvCxnSpPr>
        <p:spPr>
          <a:xfrm flipV="1">
            <a:off x="8998226" y="3879574"/>
            <a:ext cx="1398105" cy="1149625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Đường nối Thẳng 15">
            <a:extLst>
              <a:ext uri="{FF2B5EF4-FFF2-40B4-BE49-F238E27FC236}">
                <a16:creationId xmlns:a16="http://schemas.microsoft.com/office/drawing/2014/main" id="{E55AA0F9-57B9-4237-A0B8-061FF34C8488}"/>
              </a:ext>
            </a:extLst>
          </p:cNvPr>
          <p:cNvCxnSpPr>
            <a:cxnSpLocks/>
            <a:stCxn id="4" idx="6"/>
            <a:endCxn id="6" idx="0"/>
          </p:cNvCxnSpPr>
          <p:nvPr/>
        </p:nvCxnSpPr>
        <p:spPr>
          <a:xfrm>
            <a:off x="8998226" y="2001078"/>
            <a:ext cx="1398105" cy="950844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Đường nối Thẳng 18">
            <a:extLst>
              <a:ext uri="{FF2B5EF4-FFF2-40B4-BE49-F238E27FC236}">
                <a16:creationId xmlns:a16="http://schemas.microsoft.com/office/drawing/2014/main" id="{F9ED6804-77D3-4554-90F0-B4F687A2FBCC}"/>
              </a:ext>
            </a:extLst>
          </p:cNvPr>
          <p:cNvCxnSpPr>
            <a:cxnSpLocks/>
            <a:stCxn id="5" idx="6"/>
            <a:endCxn id="6" idx="2"/>
          </p:cNvCxnSpPr>
          <p:nvPr/>
        </p:nvCxnSpPr>
        <p:spPr>
          <a:xfrm flipV="1">
            <a:off x="7189304" y="3415748"/>
            <a:ext cx="2736575" cy="13252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Đường nối Thẳng 21">
            <a:extLst>
              <a:ext uri="{FF2B5EF4-FFF2-40B4-BE49-F238E27FC236}">
                <a16:creationId xmlns:a16="http://schemas.microsoft.com/office/drawing/2014/main" id="{D6110F8D-FC88-4737-825A-62C15729DD47}"/>
              </a:ext>
            </a:extLst>
          </p:cNvPr>
          <p:cNvCxnSpPr>
            <a:cxnSpLocks/>
            <a:stCxn id="4" idx="4"/>
            <a:endCxn id="7" idx="0"/>
          </p:cNvCxnSpPr>
          <p:nvPr/>
        </p:nvCxnSpPr>
        <p:spPr>
          <a:xfrm>
            <a:off x="8527774" y="2464904"/>
            <a:ext cx="0" cy="2100469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Hộp Văn bản 7">
                <a:extLst>
                  <a:ext uri="{FF2B5EF4-FFF2-40B4-BE49-F238E27FC236}">
                    <a16:creationId xmlns:a16="http://schemas.microsoft.com/office/drawing/2014/main" id="{5B0C635C-36CD-4D56-8F9A-A3FB446F7549}"/>
                  </a:ext>
                </a:extLst>
              </p:cNvPr>
              <p:cNvSpPr txBox="1"/>
              <p:nvPr/>
            </p:nvSpPr>
            <p:spPr>
              <a:xfrm>
                <a:off x="7189304" y="1073426"/>
                <a:ext cx="940904" cy="78380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12</m:t>
                          </m:r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8" name="Hộp Văn bản 7">
                <a:extLst>
                  <a:ext uri="{FF2B5EF4-FFF2-40B4-BE49-F238E27FC236}">
                    <a16:creationId xmlns:a16="http://schemas.microsoft.com/office/drawing/2014/main" id="{5B0C635C-36CD-4D56-8F9A-A3FB446F754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89304" y="1073426"/>
                <a:ext cx="940904" cy="783804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2" name="Đường kết nối: Cong 11">
            <a:extLst>
              <a:ext uri="{FF2B5EF4-FFF2-40B4-BE49-F238E27FC236}">
                <a16:creationId xmlns:a16="http://schemas.microsoft.com/office/drawing/2014/main" id="{CC2CDC6F-D2EE-47BC-90A7-FC79D02BA024}"/>
              </a:ext>
            </a:extLst>
          </p:cNvPr>
          <p:cNvCxnSpPr>
            <a:cxnSpLocks/>
            <a:stCxn id="6" idx="0"/>
          </p:cNvCxnSpPr>
          <p:nvPr/>
        </p:nvCxnSpPr>
        <p:spPr>
          <a:xfrm rot="16200000" flipH="1">
            <a:off x="10379766" y="2968487"/>
            <a:ext cx="477078" cy="443949"/>
          </a:xfrm>
          <a:prstGeom prst="curvedConnector4">
            <a:avLst>
              <a:gd name="adj1" fmla="val -47917"/>
              <a:gd name="adj2" fmla="val 152985"/>
            </a:avLst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" name="Đường kết nối Mũi tên Thẳng 13">
            <a:extLst>
              <a:ext uri="{FF2B5EF4-FFF2-40B4-BE49-F238E27FC236}">
                <a16:creationId xmlns:a16="http://schemas.microsoft.com/office/drawing/2014/main" id="{5FD38583-98C5-4844-A93B-FE8E074F73EA}"/>
              </a:ext>
            </a:extLst>
          </p:cNvPr>
          <p:cNvCxnSpPr>
            <a:stCxn id="4" idx="2"/>
          </p:cNvCxnSpPr>
          <p:nvPr/>
        </p:nvCxnSpPr>
        <p:spPr>
          <a:xfrm flipH="1">
            <a:off x="7580243" y="2001078"/>
            <a:ext cx="477079" cy="357809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Đường kết nối Mũi tên Thẳng 23">
            <a:extLst>
              <a:ext uri="{FF2B5EF4-FFF2-40B4-BE49-F238E27FC236}">
                <a16:creationId xmlns:a16="http://schemas.microsoft.com/office/drawing/2014/main" id="{2407B759-7518-4C2B-AD26-6FAE424F8699}"/>
              </a:ext>
            </a:extLst>
          </p:cNvPr>
          <p:cNvCxnSpPr>
            <a:cxnSpLocks/>
            <a:stCxn id="5" idx="4"/>
          </p:cNvCxnSpPr>
          <p:nvPr/>
        </p:nvCxnSpPr>
        <p:spPr>
          <a:xfrm>
            <a:off x="6718852" y="3892826"/>
            <a:ext cx="463826" cy="410817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Đường kết nối Mũi tên Thẳng 24">
            <a:extLst>
              <a:ext uri="{FF2B5EF4-FFF2-40B4-BE49-F238E27FC236}">
                <a16:creationId xmlns:a16="http://schemas.microsoft.com/office/drawing/2014/main" id="{BE386699-2881-4395-909A-EE6C694CE725}"/>
              </a:ext>
            </a:extLst>
          </p:cNvPr>
          <p:cNvCxnSpPr>
            <a:cxnSpLocks/>
          </p:cNvCxnSpPr>
          <p:nvPr/>
        </p:nvCxnSpPr>
        <p:spPr>
          <a:xfrm>
            <a:off x="9024731" y="2001078"/>
            <a:ext cx="450574" cy="357809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Đường kết nối Mũi tên Thẳng 26">
            <a:extLst>
              <a:ext uri="{FF2B5EF4-FFF2-40B4-BE49-F238E27FC236}">
                <a16:creationId xmlns:a16="http://schemas.microsoft.com/office/drawing/2014/main" id="{133BDD1E-C8EB-4F08-864A-6FDFBE1872BB}"/>
              </a:ext>
            </a:extLst>
          </p:cNvPr>
          <p:cNvCxnSpPr>
            <a:cxnSpLocks/>
            <a:stCxn id="5" idx="0"/>
          </p:cNvCxnSpPr>
          <p:nvPr/>
        </p:nvCxnSpPr>
        <p:spPr>
          <a:xfrm flipV="1">
            <a:off x="6718852" y="2618340"/>
            <a:ext cx="463826" cy="346834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Đường kết nối Mũi tên Thẳng 29">
            <a:extLst>
              <a:ext uri="{FF2B5EF4-FFF2-40B4-BE49-F238E27FC236}">
                <a16:creationId xmlns:a16="http://schemas.microsoft.com/office/drawing/2014/main" id="{A32AE653-5607-426F-A8D6-CC4CF7E415AF}"/>
              </a:ext>
            </a:extLst>
          </p:cNvPr>
          <p:cNvCxnSpPr>
            <a:cxnSpLocks/>
          </p:cNvCxnSpPr>
          <p:nvPr/>
        </p:nvCxnSpPr>
        <p:spPr>
          <a:xfrm flipV="1">
            <a:off x="9001539" y="4682365"/>
            <a:ext cx="463826" cy="346834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4" name="Đường kết nối Mũi tên Thẳng 33">
            <a:extLst>
              <a:ext uri="{FF2B5EF4-FFF2-40B4-BE49-F238E27FC236}">
                <a16:creationId xmlns:a16="http://schemas.microsoft.com/office/drawing/2014/main" id="{69A9D062-6E43-40F9-B168-D61E8B42BBCF}"/>
              </a:ext>
            </a:extLst>
          </p:cNvPr>
          <p:cNvCxnSpPr>
            <a:cxnSpLocks/>
            <a:stCxn id="7" idx="2"/>
          </p:cNvCxnSpPr>
          <p:nvPr/>
        </p:nvCxnSpPr>
        <p:spPr>
          <a:xfrm flipH="1" flipV="1">
            <a:off x="7539038" y="4565373"/>
            <a:ext cx="518284" cy="463826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8" name="Đường kết nối Mũi tên Thẳng 37">
            <a:extLst>
              <a:ext uri="{FF2B5EF4-FFF2-40B4-BE49-F238E27FC236}">
                <a16:creationId xmlns:a16="http://schemas.microsoft.com/office/drawing/2014/main" id="{593B497D-CECC-40B1-993A-DE8EAC82EB2D}"/>
              </a:ext>
            </a:extLst>
          </p:cNvPr>
          <p:cNvCxnSpPr>
            <a:cxnSpLocks/>
            <a:stCxn id="7" idx="0"/>
          </p:cNvCxnSpPr>
          <p:nvPr/>
        </p:nvCxnSpPr>
        <p:spPr>
          <a:xfrm flipV="1">
            <a:off x="8527774" y="3997187"/>
            <a:ext cx="0" cy="568186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1" name="Đường kết nối Mũi tên Thẳng 40">
            <a:extLst>
              <a:ext uri="{FF2B5EF4-FFF2-40B4-BE49-F238E27FC236}">
                <a16:creationId xmlns:a16="http://schemas.microsoft.com/office/drawing/2014/main" id="{3BEC3D7A-04FE-4E5D-872A-B0AE272FFD96}"/>
              </a:ext>
            </a:extLst>
          </p:cNvPr>
          <p:cNvCxnSpPr>
            <a:cxnSpLocks/>
          </p:cNvCxnSpPr>
          <p:nvPr/>
        </p:nvCxnSpPr>
        <p:spPr>
          <a:xfrm>
            <a:off x="7189304" y="3429000"/>
            <a:ext cx="622852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5" name="Đường kết nối Mũi tên Thẳng 44">
            <a:extLst>
              <a:ext uri="{FF2B5EF4-FFF2-40B4-BE49-F238E27FC236}">
                <a16:creationId xmlns:a16="http://schemas.microsoft.com/office/drawing/2014/main" id="{B3A16CA4-6975-43AE-A8A4-4A4B5DF0E50B}"/>
              </a:ext>
            </a:extLst>
          </p:cNvPr>
          <p:cNvCxnSpPr>
            <a:cxnSpLocks/>
            <a:stCxn id="4" idx="4"/>
          </p:cNvCxnSpPr>
          <p:nvPr/>
        </p:nvCxnSpPr>
        <p:spPr>
          <a:xfrm>
            <a:off x="8527774" y="2464904"/>
            <a:ext cx="1" cy="487018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8" name="Hộp Văn bản 47">
                <a:extLst>
                  <a:ext uri="{FF2B5EF4-FFF2-40B4-BE49-F238E27FC236}">
                    <a16:creationId xmlns:a16="http://schemas.microsoft.com/office/drawing/2014/main" id="{72DD42F4-01E0-479D-8FCF-7D161D2FCE8D}"/>
                  </a:ext>
                </a:extLst>
              </p:cNvPr>
              <p:cNvSpPr txBox="1"/>
              <p:nvPr/>
            </p:nvSpPr>
            <p:spPr>
              <a:xfrm>
                <a:off x="6274903" y="1749360"/>
                <a:ext cx="940904" cy="78380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12</m:t>
                          </m:r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48" name="Hộp Văn bản 47">
                <a:extLst>
                  <a:ext uri="{FF2B5EF4-FFF2-40B4-BE49-F238E27FC236}">
                    <a16:creationId xmlns:a16="http://schemas.microsoft.com/office/drawing/2014/main" id="{72DD42F4-01E0-479D-8FCF-7D161D2FCE8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74903" y="1749360"/>
                <a:ext cx="940904" cy="783804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9" name="Hộp Văn bản 48">
                <a:extLst>
                  <a:ext uri="{FF2B5EF4-FFF2-40B4-BE49-F238E27FC236}">
                    <a16:creationId xmlns:a16="http://schemas.microsoft.com/office/drawing/2014/main" id="{C6D87357-9627-4EAF-82B3-DD2FBA26E689}"/>
                  </a:ext>
                </a:extLst>
              </p:cNvPr>
              <p:cNvSpPr txBox="1"/>
              <p:nvPr/>
            </p:nvSpPr>
            <p:spPr>
              <a:xfrm>
                <a:off x="7083288" y="2537388"/>
                <a:ext cx="940904" cy="78380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12</m:t>
                          </m:r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49" name="Hộp Văn bản 48">
                <a:extLst>
                  <a:ext uri="{FF2B5EF4-FFF2-40B4-BE49-F238E27FC236}">
                    <a16:creationId xmlns:a16="http://schemas.microsoft.com/office/drawing/2014/main" id="{C6D87357-9627-4EAF-82B3-DD2FBA26E68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83288" y="2537388"/>
                <a:ext cx="940904" cy="783804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0" name="Hộp Văn bản 49">
                <a:extLst>
                  <a:ext uri="{FF2B5EF4-FFF2-40B4-BE49-F238E27FC236}">
                    <a16:creationId xmlns:a16="http://schemas.microsoft.com/office/drawing/2014/main" id="{3F88ADFD-22C9-498E-A1FB-F38D52D1D3FC}"/>
                  </a:ext>
                </a:extLst>
              </p:cNvPr>
              <p:cNvSpPr txBox="1"/>
              <p:nvPr/>
            </p:nvSpPr>
            <p:spPr>
              <a:xfrm>
                <a:off x="6009861" y="3928710"/>
                <a:ext cx="940904" cy="78380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12</m:t>
                          </m:r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50" name="Hộp Văn bản 49">
                <a:extLst>
                  <a:ext uri="{FF2B5EF4-FFF2-40B4-BE49-F238E27FC236}">
                    <a16:creationId xmlns:a16="http://schemas.microsoft.com/office/drawing/2014/main" id="{3F88ADFD-22C9-498E-A1FB-F38D52D1D3F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09861" y="3928710"/>
                <a:ext cx="940904" cy="783804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1" name="Hộp Văn bản 50">
                <a:extLst>
                  <a:ext uri="{FF2B5EF4-FFF2-40B4-BE49-F238E27FC236}">
                    <a16:creationId xmlns:a16="http://schemas.microsoft.com/office/drawing/2014/main" id="{F2A3FE2C-21C7-4003-9627-D4EE3ED535B0}"/>
                  </a:ext>
                </a:extLst>
              </p:cNvPr>
              <p:cNvSpPr txBox="1"/>
              <p:nvPr/>
            </p:nvSpPr>
            <p:spPr>
              <a:xfrm>
                <a:off x="7126356" y="4869210"/>
                <a:ext cx="940904" cy="78380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12</m:t>
                          </m:r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51" name="Hộp Văn bản 50">
                <a:extLst>
                  <a:ext uri="{FF2B5EF4-FFF2-40B4-BE49-F238E27FC236}">
                    <a16:creationId xmlns:a16="http://schemas.microsoft.com/office/drawing/2014/main" id="{F2A3FE2C-21C7-4003-9627-D4EE3ED535B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26356" y="4869210"/>
                <a:ext cx="940904" cy="783804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2" name="Hộp Văn bản 51">
                <a:extLst>
                  <a:ext uri="{FF2B5EF4-FFF2-40B4-BE49-F238E27FC236}">
                    <a16:creationId xmlns:a16="http://schemas.microsoft.com/office/drawing/2014/main" id="{4E2A9305-7CAB-4199-AF93-D3887C34E64B}"/>
                  </a:ext>
                </a:extLst>
              </p:cNvPr>
              <p:cNvSpPr txBox="1"/>
              <p:nvPr/>
            </p:nvSpPr>
            <p:spPr>
              <a:xfrm>
                <a:off x="8501271" y="3670582"/>
                <a:ext cx="940904" cy="78380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12</m:t>
                          </m:r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52" name="Hộp Văn bản 51">
                <a:extLst>
                  <a:ext uri="{FF2B5EF4-FFF2-40B4-BE49-F238E27FC236}">
                    <a16:creationId xmlns:a16="http://schemas.microsoft.com/office/drawing/2014/main" id="{4E2A9305-7CAB-4199-AF93-D3887C34E64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01271" y="3670582"/>
                <a:ext cx="940904" cy="783804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3" name="Hộp Văn bản 52">
                <a:extLst>
                  <a:ext uri="{FF2B5EF4-FFF2-40B4-BE49-F238E27FC236}">
                    <a16:creationId xmlns:a16="http://schemas.microsoft.com/office/drawing/2014/main" id="{564455F6-1F06-4285-BECC-CD51F36DA52A}"/>
                  </a:ext>
                </a:extLst>
              </p:cNvPr>
              <p:cNvSpPr txBox="1"/>
              <p:nvPr/>
            </p:nvSpPr>
            <p:spPr>
              <a:xfrm>
                <a:off x="8924512" y="4890818"/>
                <a:ext cx="940904" cy="78380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12</m:t>
                          </m:r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53" name="Hộp Văn bản 52">
                <a:extLst>
                  <a:ext uri="{FF2B5EF4-FFF2-40B4-BE49-F238E27FC236}">
                    <a16:creationId xmlns:a16="http://schemas.microsoft.com/office/drawing/2014/main" id="{564455F6-1F06-4285-BECC-CD51F36DA52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24512" y="4890818"/>
                <a:ext cx="940904" cy="783804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4" name="Hộp Văn bản 53">
                <a:extLst>
                  <a:ext uri="{FF2B5EF4-FFF2-40B4-BE49-F238E27FC236}">
                    <a16:creationId xmlns:a16="http://schemas.microsoft.com/office/drawing/2014/main" id="{FEBCA68C-8706-49CA-9BA9-0826C37848E0}"/>
                  </a:ext>
                </a:extLst>
              </p:cNvPr>
              <p:cNvSpPr txBox="1"/>
              <p:nvPr/>
            </p:nvSpPr>
            <p:spPr>
              <a:xfrm>
                <a:off x="11051485" y="2965174"/>
                <a:ext cx="940904" cy="78380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54" name="Hộp Văn bản 53">
                <a:extLst>
                  <a:ext uri="{FF2B5EF4-FFF2-40B4-BE49-F238E27FC236}">
                    <a16:creationId xmlns:a16="http://schemas.microsoft.com/office/drawing/2014/main" id="{FEBCA68C-8706-49CA-9BA9-0826C37848E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051485" y="2965174"/>
                <a:ext cx="940904" cy="783804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6" name="Hộp Văn bản 55">
                <a:extLst>
                  <a:ext uri="{FF2B5EF4-FFF2-40B4-BE49-F238E27FC236}">
                    <a16:creationId xmlns:a16="http://schemas.microsoft.com/office/drawing/2014/main" id="{9CC99E96-2956-49CF-A1B4-6A4175A4B26A}"/>
                  </a:ext>
                </a:extLst>
              </p:cNvPr>
              <p:cNvSpPr txBox="1"/>
              <p:nvPr/>
            </p:nvSpPr>
            <p:spPr>
              <a:xfrm>
                <a:off x="8849138" y="1072391"/>
                <a:ext cx="940904" cy="78380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12</m:t>
                          </m:r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56" name="Hộp Văn bản 55">
                <a:extLst>
                  <a:ext uri="{FF2B5EF4-FFF2-40B4-BE49-F238E27FC236}">
                    <a16:creationId xmlns:a16="http://schemas.microsoft.com/office/drawing/2014/main" id="{9CC99E96-2956-49CF-A1B4-6A4175A4B26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49138" y="1072391"/>
                <a:ext cx="940904" cy="783804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8" name="Hộp Văn bản 57">
                <a:extLst>
                  <a:ext uri="{FF2B5EF4-FFF2-40B4-BE49-F238E27FC236}">
                    <a16:creationId xmlns:a16="http://schemas.microsoft.com/office/drawing/2014/main" id="{5DE98A5F-F7E7-44CB-98FA-1150EA7A16F6}"/>
                  </a:ext>
                </a:extLst>
              </p:cNvPr>
              <p:cNvSpPr txBox="1"/>
              <p:nvPr/>
            </p:nvSpPr>
            <p:spPr>
              <a:xfrm>
                <a:off x="8329821" y="2446999"/>
                <a:ext cx="940904" cy="78380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12</m:t>
                          </m:r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58" name="Hộp Văn bản 57">
                <a:extLst>
                  <a:ext uri="{FF2B5EF4-FFF2-40B4-BE49-F238E27FC236}">
                    <a16:creationId xmlns:a16="http://schemas.microsoft.com/office/drawing/2014/main" id="{5DE98A5F-F7E7-44CB-98FA-1150EA7A16F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29821" y="2446999"/>
                <a:ext cx="940904" cy="783804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Chỗ dành sẵn cho Số hiệu Bản chiếu 10">
            <a:extLst>
              <a:ext uri="{FF2B5EF4-FFF2-40B4-BE49-F238E27FC236}">
                <a16:creationId xmlns:a16="http://schemas.microsoft.com/office/drawing/2014/main" id="{F4F0A7A1-4C0C-4839-8A9B-1D16CE3880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27BFFA-55D5-419F-87EC-45C1B812D548}" type="slidenum">
              <a:rPr lang="vi-VN" smtClean="0"/>
              <a:t>28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369904703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êu đề 1">
            <a:extLst>
              <a:ext uri="{FF2B5EF4-FFF2-40B4-BE49-F238E27FC236}">
                <a16:creationId xmlns:a16="http://schemas.microsoft.com/office/drawing/2014/main" id="{59452D0A-F928-4871-8239-07EE6DF3DF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Random walk</a:t>
            </a:r>
            <a:endParaRPr lang="vi-V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hỗ dành sẵn cho Nội dung 2">
                <a:extLst>
                  <a:ext uri="{FF2B5EF4-FFF2-40B4-BE49-F238E27FC236}">
                    <a16:creationId xmlns:a16="http://schemas.microsoft.com/office/drawing/2014/main" id="{79730584-F1CB-40F7-BA77-EFE20535508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4575311" cy="4351338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en-US"/>
                  <a:t>When done step 1:</a:t>
                </a:r>
              </a:p>
              <a:p>
                <a:pPr marL="0" indent="0">
                  <a:buNone/>
                </a:pPr>
                <a:endParaRPr lang="en-US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vi-VN" b="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vi-VN" b="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vi-VN" b="0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vi-VN" b="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vi-VN" b="0" i="1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vi-VN" b="0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vi-VN" b="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  <m:r>
                        <a:rPr lang="vi-VN" b="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12</m:t>
                          </m:r>
                        </m:den>
                      </m:f>
                      <m:r>
                        <a:rPr lang="en-US" i="1">
                          <a:latin typeface="Cambria Math" panose="02040503050406030204" pitchFamily="18" charset="0"/>
                        </a:rPr>
                        <m:t>∗2 =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6</m:t>
                          </m:r>
                        </m:den>
                      </m:f>
                    </m:oMath>
                  </m:oMathPara>
                </a14:m>
                <a:endParaRPr lang="en-US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vi-VN" b="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vi-VN" b="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4</m:t>
                          </m:r>
                        </m:den>
                      </m:f>
                      <m:r>
                        <a:rPr lang="en-US" i="1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12</m:t>
                          </m:r>
                        </m:den>
                      </m:f>
                      <m:r>
                        <a:rPr lang="en-US" i="1">
                          <a:latin typeface="Cambria Math" panose="02040503050406030204" pitchFamily="18" charset="0"/>
                        </a:rPr>
                        <m:t>∗3</m:t>
                      </m:r>
                      <m:r>
                        <a:rPr lang="vi-VN" b="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1/2</m:t>
                      </m:r>
                    </m:oMath>
                  </m:oMathPara>
                </a14:m>
                <a:endParaRPr lang="en-US"/>
              </a:p>
              <a:p>
                <a:pPr marL="0" indent="0">
                  <a:buNone/>
                </a:pPr>
                <a:endParaRPr lang="en-US"/>
              </a:p>
              <a:p>
                <a:pPr marL="0" indent="0">
                  <a:buNone/>
                </a:pPr>
                <a:endParaRPr lang="en-US"/>
              </a:p>
            </p:txBody>
          </p:sp>
        </mc:Choice>
        <mc:Fallback xmlns="">
          <p:sp>
            <p:nvSpPr>
              <p:cNvPr id="3" name="Chỗ dành sẵn cho Nội dung 2">
                <a:extLst>
                  <a:ext uri="{FF2B5EF4-FFF2-40B4-BE49-F238E27FC236}">
                    <a16:creationId xmlns:a16="http://schemas.microsoft.com/office/drawing/2014/main" id="{79730584-F1CB-40F7-BA77-EFE20535508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4575311" cy="4351338"/>
              </a:xfrm>
              <a:blipFill>
                <a:blip r:embed="rId2"/>
                <a:stretch>
                  <a:fillRect l="-2770" t="-2326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Hình Bầu dục 3">
            <a:extLst>
              <a:ext uri="{FF2B5EF4-FFF2-40B4-BE49-F238E27FC236}">
                <a16:creationId xmlns:a16="http://schemas.microsoft.com/office/drawing/2014/main" id="{A13B7A7D-3BE5-4C71-9A4C-E7D44E389BE8}"/>
              </a:ext>
            </a:extLst>
          </p:cNvPr>
          <p:cNvSpPr/>
          <p:nvPr/>
        </p:nvSpPr>
        <p:spPr>
          <a:xfrm>
            <a:off x="8057322" y="1537252"/>
            <a:ext cx="940904" cy="927652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/>
              <a:t>1</a:t>
            </a:r>
            <a:endParaRPr lang="vi-VN"/>
          </a:p>
        </p:txBody>
      </p:sp>
      <p:sp>
        <p:nvSpPr>
          <p:cNvPr id="5" name="Hình Bầu dục 4">
            <a:extLst>
              <a:ext uri="{FF2B5EF4-FFF2-40B4-BE49-F238E27FC236}">
                <a16:creationId xmlns:a16="http://schemas.microsoft.com/office/drawing/2014/main" id="{55C4BCD2-5D43-44DE-B651-2FA186023B0E}"/>
              </a:ext>
            </a:extLst>
          </p:cNvPr>
          <p:cNvSpPr/>
          <p:nvPr/>
        </p:nvSpPr>
        <p:spPr>
          <a:xfrm>
            <a:off x="6248400" y="2965174"/>
            <a:ext cx="940904" cy="927652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/>
              <a:t>4</a:t>
            </a:r>
            <a:endParaRPr lang="vi-VN"/>
          </a:p>
        </p:txBody>
      </p:sp>
      <p:sp>
        <p:nvSpPr>
          <p:cNvPr id="6" name="Hình Bầu dục 5">
            <a:extLst>
              <a:ext uri="{FF2B5EF4-FFF2-40B4-BE49-F238E27FC236}">
                <a16:creationId xmlns:a16="http://schemas.microsoft.com/office/drawing/2014/main" id="{1D8AA1F4-8476-499B-80E9-382E9A401F62}"/>
              </a:ext>
            </a:extLst>
          </p:cNvPr>
          <p:cNvSpPr/>
          <p:nvPr/>
        </p:nvSpPr>
        <p:spPr>
          <a:xfrm>
            <a:off x="9925879" y="2951922"/>
            <a:ext cx="940904" cy="927652"/>
          </a:xfrm>
          <a:prstGeom prst="ellipse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/>
              <a:t>2</a:t>
            </a:r>
            <a:endParaRPr lang="vi-VN" b="1"/>
          </a:p>
        </p:txBody>
      </p:sp>
      <p:sp>
        <p:nvSpPr>
          <p:cNvPr id="7" name="Hình Bầu dục 6">
            <a:extLst>
              <a:ext uri="{FF2B5EF4-FFF2-40B4-BE49-F238E27FC236}">
                <a16:creationId xmlns:a16="http://schemas.microsoft.com/office/drawing/2014/main" id="{73BDBFA8-F319-4B7A-B9D0-B6973AE814AF}"/>
              </a:ext>
            </a:extLst>
          </p:cNvPr>
          <p:cNvSpPr/>
          <p:nvPr/>
        </p:nvSpPr>
        <p:spPr>
          <a:xfrm>
            <a:off x="8057322" y="4565373"/>
            <a:ext cx="940904" cy="927652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/>
              <a:t>3</a:t>
            </a:r>
            <a:endParaRPr lang="vi-VN"/>
          </a:p>
        </p:txBody>
      </p:sp>
      <p:cxnSp>
        <p:nvCxnSpPr>
          <p:cNvPr id="9" name="Đường nối Thẳng 8">
            <a:extLst>
              <a:ext uri="{FF2B5EF4-FFF2-40B4-BE49-F238E27FC236}">
                <a16:creationId xmlns:a16="http://schemas.microsoft.com/office/drawing/2014/main" id="{541D2452-2D15-48E0-B8D4-22A7C1E78E9A}"/>
              </a:ext>
            </a:extLst>
          </p:cNvPr>
          <p:cNvCxnSpPr>
            <a:cxnSpLocks/>
            <a:stCxn id="4" idx="2"/>
            <a:endCxn id="5" idx="0"/>
          </p:cNvCxnSpPr>
          <p:nvPr/>
        </p:nvCxnSpPr>
        <p:spPr>
          <a:xfrm flipH="1">
            <a:off x="6718852" y="2001078"/>
            <a:ext cx="1338470" cy="964096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Đường nối Thẳng 9">
            <a:extLst>
              <a:ext uri="{FF2B5EF4-FFF2-40B4-BE49-F238E27FC236}">
                <a16:creationId xmlns:a16="http://schemas.microsoft.com/office/drawing/2014/main" id="{D25656FF-351D-40DE-827D-6D32A46359A9}"/>
              </a:ext>
            </a:extLst>
          </p:cNvPr>
          <p:cNvCxnSpPr>
            <a:cxnSpLocks/>
            <a:stCxn id="7" idx="2"/>
            <a:endCxn id="5" idx="4"/>
          </p:cNvCxnSpPr>
          <p:nvPr/>
        </p:nvCxnSpPr>
        <p:spPr>
          <a:xfrm flipH="1" flipV="1">
            <a:off x="6718852" y="3892826"/>
            <a:ext cx="1338470" cy="1136373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Đường nối Thẳng 12">
            <a:extLst>
              <a:ext uri="{FF2B5EF4-FFF2-40B4-BE49-F238E27FC236}">
                <a16:creationId xmlns:a16="http://schemas.microsoft.com/office/drawing/2014/main" id="{0524F036-2377-49C0-9D36-A6626C6AD63E}"/>
              </a:ext>
            </a:extLst>
          </p:cNvPr>
          <p:cNvCxnSpPr>
            <a:cxnSpLocks/>
            <a:stCxn id="7" idx="6"/>
            <a:endCxn id="6" idx="4"/>
          </p:cNvCxnSpPr>
          <p:nvPr/>
        </p:nvCxnSpPr>
        <p:spPr>
          <a:xfrm flipV="1">
            <a:off x="8998226" y="3879574"/>
            <a:ext cx="1398105" cy="1149625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Đường nối Thẳng 15">
            <a:extLst>
              <a:ext uri="{FF2B5EF4-FFF2-40B4-BE49-F238E27FC236}">
                <a16:creationId xmlns:a16="http://schemas.microsoft.com/office/drawing/2014/main" id="{E55AA0F9-57B9-4237-A0B8-061FF34C8488}"/>
              </a:ext>
            </a:extLst>
          </p:cNvPr>
          <p:cNvCxnSpPr>
            <a:cxnSpLocks/>
            <a:stCxn id="4" idx="6"/>
            <a:endCxn id="6" idx="0"/>
          </p:cNvCxnSpPr>
          <p:nvPr/>
        </p:nvCxnSpPr>
        <p:spPr>
          <a:xfrm>
            <a:off x="8998226" y="2001078"/>
            <a:ext cx="1398105" cy="950844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Đường nối Thẳng 18">
            <a:extLst>
              <a:ext uri="{FF2B5EF4-FFF2-40B4-BE49-F238E27FC236}">
                <a16:creationId xmlns:a16="http://schemas.microsoft.com/office/drawing/2014/main" id="{F9ED6804-77D3-4554-90F0-B4F687A2FBCC}"/>
              </a:ext>
            </a:extLst>
          </p:cNvPr>
          <p:cNvCxnSpPr>
            <a:cxnSpLocks/>
            <a:stCxn id="5" idx="6"/>
            <a:endCxn id="6" idx="2"/>
          </p:cNvCxnSpPr>
          <p:nvPr/>
        </p:nvCxnSpPr>
        <p:spPr>
          <a:xfrm flipV="1">
            <a:off x="7189304" y="3415748"/>
            <a:ext cx="2736575" cy="13252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Đường nối Thẳng 21">
            <a:extLst>
              <a:ext uri="{FF2B5EF4-FFF2-40B4-BE49-F238E27FC236}">
                <a16:creationId xmlns:a16="http://schemas.microsoft.com/office/drawing/2014/main" id="{D6110F8D-FC88-4737-825A-62C15729DD47}"/>
              </a:ext>
            </a:extLst>
          </p:cNvPr>
          <p:cNvCxnSpPr>
            <a:cxnSpLocks/>
            <a:stCxn id="4" idx="4"/>
            <a:endCxn id="7" idx="0"/>
          </p:cNvCxnSpPr>
          <p:nvPr/>
        </p:nvCxnSpPr>
        <p:spPr>
          <a:xfrm>
            <a:off x="8527774" y="2464904"/>
            <a:ext cx="0" cy="2100469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Hộp Văn bản 7">
                <a:extLst>
                  <a:ext uri="{FF2B5EF4-FFF2-40B4-BE49-F238E27FC236}">
                    <a16:creationId xmlns:a16="http://schemas.microsoft.com/office/drawing/2014/main" id="{5B0C635C-36CD-4D56-8F9A-A3FB446F7549}"/>
                  </a:ext>
                </a:extLst>
              </p:cNvPr>
              <p:cNvSpPr txBox="1"/>
              <p:nvPr/>
            </p:nvSpPr>
            <p:spPr>
              <a:xfrm>
                <a:off x="8087139" y="539928"/>
                <a:ext cx="940904" cy="78380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6</m:t>
                          </m:r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8" name="Hộp Văn bản 7">
                <a:extLst>
                  <a:ext uri="{FF2B5EF4-FFF2-40B4-BE49-F238E27FC236}">
                    <a16:creationId xmlns:a16="http://schemas.microsoft.com/office/drawing/2014/main" id="{5B0C635C-36CD-4D56-8F9A-A3FB446F754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87139" y="539928"/>
                <a:ext cx="940904" cy="783804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2" name="Đường kết nối: Cong 11">
            <a:extLst>
              <a:ext uri="{FF2B5EF4-FFF2-40B4-BE49-F238E27FC236}">
                <a16:creationId xmlns:a16="http://schemas.microsoft.com/office/drawing/2014/main" id="{CC2CDC6F-D2EE-47BC-90A7-FC79D02BA024}"/>
              </a:ext>
            </a:extLst>
          </p:cNvPr>
          <p:cNvCxnSpPr>
            <a:cxnSpLocks/>
            <a:stCxn id="6" idx="0"/>
          </p:cNvCxnSpPr>
          <p:nvPr/>
        </p:nvCxnSpPr>
        <p:spPr>
          <a:xfrm rot="16200000" flipH="1">
            <a:off x="10379766" y="2968487"/>
            <a:ext cx="477078" cy="443949"/>
          </a:xfrm>
          <a:prstGeom prst="curvedConnector4">
            <a:avLst>
              <a:gd name="adj1" fmla="val -47917"/>
              <a:gd name="adj2" fmla="val 152985"/>
            </a:avLst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9" name="Hộp Văn bản 48">
                <a:extLst>
                  <a:ext uri="{FF2B5EF4-FFF2-40B4-BE49-F238E27FC236}">
                    <a16:creationId xmlns:a16="http://schemas.microsoft.com/office/drawing/2014/main" id="{C6D87357-9627-4EAF-82B3-DD2FBA26E689}"/>
                  </a:ext>
                </a:extLst>
              </p:cNvPr>
              <p:cNvSpPr txBox="1"/>
              <p:nvPr/>
            </p:nvSpPr>
            <p:spPr>
              <a:xfrm>
                <a:off x="5353739" y="3023846"/>
                <a:ext cx="940904" cy="78380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6</m:t>
                          </m:r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49" name="Hộp Văn bản 48">
                <a:extLst>
                  <a:ext uri="{FF2B5EF4-FFF2-40B4-BE49-F238E27FC236}">
                    <a16:creationId xmlns:a16="http://schemas.microsoft.com/office/drawing/2014/main" id="{C6D87357-9627-4EAF-82B3-DD2FBA26E68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53739" y="3023846"/>
                <a:ext cx="940904" cy="783804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4" name="Hộp Văn bản 53">
                <a:extLst>
                  <a:ext uri="{FF2B5EF4-FFF2-40B4-BE49-F238E27FC236}">
                    <a16:creationId xmlns:a16="http://schemas.microsoft.com/office/drawing/2014/main" id="{FEBCA68C-8706-49CA-9BA9-0826C37848E0}"/>
                  </a:ext>
                </a:extLst>
              </p:cNvPr>
              <p:cNvSpPr txBox="1"/>
              <p:nvPr/>
            </p:nvSpPr>
            <p:spPr>
              <a:xfrm>
                <a:off x="11051485" y="2965174"/>
                <a:ext cx="940904" cy="78380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54" name="Hộp Văn bản 53">
                <a:extLst>
                  <a:ext uri="{FF2B5EF4-FFF2-40B4-BE49-F238E27FC236}">
                    <a16:creationId xmlns:a16="http://schemas.microsoft.com/office/drawing/2014/main" id="{FEBCA68C-8706-49CA-9BA9-0826C37848E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051485" y="2965174"/>
                <a:ext cx="940904" cy="783804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5" name="Hộp Văn bản 34">
                <a:extLst>
                  <a:ext uri="{FF2B5EF4-FFF2-40B4-BE49-F238E27FC236}">
                    <a16:creationId xmlns:a16="http://schemas.microsoft.com/office/drawing/2014/main" id="{2EF752FF-19B5-4D00-AF85-E37F5CB7AB22}"/>
                  </a:ext>
                </a:extLst>
              </p:cNvPr>
              <p:cNvSpPr txBox="1"/>
              <p:nvPr/>
            </p:nvSpPr>
            <p:spPr>
              <a:xfrm>
                <a:off x="8087139" y="5698984"/>
                <a:ext cx="940904" cy="78380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6</m:t>
                          </m:r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35" name="Hộp Văn bản 34">
                <a:extLst>
                  <a:ext uri="{FF2B5EF4-FFF2-40B4-BE49-F238E27FC236}">
                    <a16:creationId xmlns:a16="http://schemas.microsoft.com/office/drawing/2014/main" id="{2EF752FF-19B5-4D00-AF85-E37F5CB7AB2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87139" y="5698984"/>
                <a:ext cx="940904" cy="783804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Chỗ dành sẵn cho Số hiệu Bản chiếu 10">
            <a:extLst>
              <a:ext uri="{FF2B5EF4-FFF2-40B4-BE49-F238E27FC236}">
                <a16:creationId xmlns:a16="http://schemas.microsoft.com/office/drawing/2014/main" id="{ED3F1501-ABE8-4322-BF12-9800D12588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27BFFA-55D5-419F-87EC-45C1B812D548}" type="slidenum">
              <a:rPr lang="vi-VN" smtClean="0"/>
              <a:t>29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420062759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êu đề 1">
            <a:extLst>
              <a:ext uri="{FF2B5EF4-FFF2-40B4-BE49-F238E27FC236}">
                <a16:creationId xmlns:a16="http://schemas.microsoft.com/office/drawing/2014/main" id="{59452D0A-F928-4871-8239-07EE6DF3DF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Random walk</a:t>
            </a:r>
            <a:endParaRPr lang="vi-VN"/>
          </a:p>
        </p:txBody>
      </p:sp>
      <p:sp>
        <p:nvSpPr>
          <p:cNvPr id="3" name="Chỗ dành sẵn cho Nội dung 2">
            <a:extLst>
              <a:ext uri="{FF2B5EF4-FFF2-40B4-BE49-F238E27FC236}">
                <a16:creationId xmlns:a16="http://schemas.microsoft.com/office/drawing/2014/main" id="{79730584-F1CB-40F7-BA77-EFE20535508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4575311" cy="4351338"/>
          </a:xfrm>
        </p:spPr>
        <p:txBody>
          <a:bodyPr/>
          <a:lstStyle/>
          <a:p>
            <a:pPr marL="0" indent="0">
              <a:buNone/>
            </a:pPr>
            <a:r>
              <a:rPr lang="en-US"/>
              <a:t>At step 2:</a:t>
            </a:r>
          </a:p>
          <a:p>
            <a:pPr marL="0" indent="0">
              <a:buNone/>
            </a:pPr>
            <a:endParaRPr lang="en-US"/>
          </a:p>
          <a:p>
            <a:pPr marL="0" indent="0">
              <a:buNone/>
            </a:pPr>
            <a:endParaRPr lang="en-US"/>
          </a:p>
        </p:txBody>
      </p:sp>
      <p:sp>
        <p:nvSpPr>
          <p:cNvPr id="4" name="Hình Bầu dục 3">
            <a:extLst>
              <a:ext uri="{FF2B5EF4-FFF2-40B4-BE49-F238E27FC236}">
                <a16:creationId xmlns:a16="http://schemas.microsoft.com/office/drawing/2014/main" id="{A13B7A7D-3BE5-4C71-9A4C-E7D44E389BE8}"/>
              </a:ext>
            </a:extLst>
          </p:cNvPr>
          <p:cNvSpPr/>
          <p:nvPr/>
        </p:nvSpPr>
        <p:spPr>
          <a:xfrm>
            <a:off x="8057322" y="1537252"/>
            <a:ext cx="940904" cy="927652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/>
              <a:t>1</a:t>
            </a:r>
            <a:endParaRPr lang="vi-VN"/>
          </a:p>
        </p:txBody>
      </p:sp>
      <p:sp>
        <p:nvSpPr>
          <p:cNvPr id="5" name="Hình Bầu dục 4">
            <a:extLst>
              <a:ext uri="{FF2B5EF4-FFF2-40B4-BE49-F238E27FC236}">
                <a16:creationId xmlns:a16="http://schemas.microsoft.com/office/drawing/2014/main" id="{55C4BCD2-5D43-44DE-B651-2FA186023B0E}"/>
              </a:ext>
            </a:extLst>
          </p:cNvPr>
          <p:cNvSpPr/>
          <p:nvPr/>
        </p:nvSpPr>
        <p:spPr>
          <a:xfrm>
            <a:off x="6248400" y="2965174"/>
            <a:ext cx="940904" cy="927652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/>
              <a:t>4</a:t>
            </a:r>
            <a:endParaRPr lang="vi-VN"/>
          </a:p>
        </p:txBody>
      </p:sp>
      <p:sp>
        <p:nvSpPr>
          <p:cNvPr id="6" name="Hình Bầu dục 5">
            <a:extLst>
              <a:ext uri="{FF2B5EF4-FFF2-40B4-BE49-F238E27FC236}">
                <a16:creationId xmlns:a16="http://schemas.microsoft.com/office/drawing/2014/main" id="{1D8AA1F4-8476-499B-80E9-382E9A401F62}"/>
              </a:ext>
            </a:extLst>
          </p:cNvPr>
          <p:cNvSpPr/>
          <p:nvPr/>
        </p:nvSpPr>
        <p:spPr>
          <a:xfrm>
            <a:off x="9925879" y="2951922"/>
            <a:ext cx="940904" cy="927652"/>
          </a:xfrm>
          <a:prstGeom prst="ellipse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/>
              <a:t>2</a:t>
            </a:r>
            <a:endParaRPr lang="vi-VN" b="1"/>
          </a:p>
        </p:txBody>
      </p:sp>
      <p:sp>
        <p:nvSpPr>
          <p:cNvPr id="7" name="Hình Bầu dục 6">
            <a:extLst>
              <a:ext uri="{FF2B5EF4-FFF2-40B4-BE49-F238E27FC236}">
                <a16:creationId xmlns:a16="http://schemas.microsoft.com/office/drawing/2014/main" id="{73BDBFA8-F319-4B7A-B9D0-B6973AE814AF}"/>
              </a:ext>
            </a:extLst>
          </p:cNvPr>
          <p:cNvSpPr/>
          <p:nvPr/>
        </p:nvSpPr>
        <p:spPr>
          <a:xfrm>
            <a:off x="8057322" y="4565373"/>
            <a:ext cx="940904" cy="927652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/>
              <a:t>3</a:t>
            </a:r>
            <a:endParaRPr lang="vi-VN"/>
          </a:p>
        </p:txBody>
      </p:sp>
      <p:cxnSp>
        <p:nvCxnSpPr>
          <p:cNvPr id="9" name="Đường nối Thẳng 8">
            <a:extLst>
              <a:ext uri="{FF2B5EF4-FFF2-40B4-BE49-F238E27FC236}">
                <a16:creationId xmlns:a16="http://schemas.microsoft.com/office/drawing/2014/main" id="{541D2452-2D15-48E0-B8D4-22A7C1E78E9A}"/>
              </a:ext>
            </a:extLst>
          </p:cNvPr>
          <p:cNvCxnSpPr>
            <a:stCxn id="4" idx="2"/>
            <a:endCxn id="5" idx="0"/>
          </p:cNvCxnSpPr>
          <p:nvPr/>
        </p:nvCxnSpPr>
        <p:spPr>
          <a:xfrm flipH="1">
            <a:off x="6718852" y="2001078"/>
            <a:ext cx="1338470" cy="964096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Đường nối Thẳng 9">
            <a:extLst>
              <a:ext uri="{FF2B5EF4-FFF2-40B4-BE49-F238E27FC236}">
                <a16:creationId xmlns:a16="http://schemas.microsoft.com/office/drawing/2014/main" id="{D25656FF-351D-40DE-827D-6D32A46359A9}"/>
              </a:ext>
            </a:extLst>
          </p:cNvPr>
          <p:cNvCxnSpPr>
            <a:cxnSpLocks/>
            <a:stCxn id="7" idx="2"/>
            <a:endCxn id="5" idx="4"/>
          </p:cNvCxnSpPr>
          <p:nvPr/>
        </p:nvCxnSpPr>
        <p:spPr>
          <a:xfrm flipH="1" flipV="1">
            <a:off x="6718852" y="3892826"/>
            <a:ext cx="1338470" cy="1136373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Đường nối Thẳng 12">
            <a:extLst>
              <a:ext uri="{FF2B5EF4-FFF2-40B4-BE49-F238E27FC236}">
                <a16:creationId xmlns:a16="http://schemas.microsoft.com/office/drawing/2014/main" id="{0524F036-2377-49C0-9D36-A6626C6AD63E}"/>
              </a:ext>
            </a:extLst>
          </p:cNvPr>
          <p:cNvCxnSpPr>
            <a:cxnSpLocks/>
            <a:stCxn id="7" idx="6"/>
            <a:endCxn id="6" idx="4"/>
          </p:cNvCxnSpPr>
          <p:nvPr/>
        </p:nvCxnSpPr>
        <p:spPr>
          <a:xfrm flipV="1">
            <a:off x="8998226" y="3879574"/>
            <a:ext cx="1398105" cy="1149625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Đường nối Thẳng 15">
            <a:extLst>
              <a:ext uri="{FF2B5EF4-FFF2-40B4-BE49-F238E27FC236}">
                <a16:creationId xmlns:a16="http://schemas.microsoft.com/office/drawing/2014/main" id="{E55AA0F9-57B9-4237-A0B8-061FF34C8488}"/>
              </a:ext>
            </a:extLst>
          </p:cNvPr>
          <p:cNvCxnSpPr>
            <a:cxnSpLocks/>
            <a:stCxn id="4" idx="6"/>
            <a:endCxn id="6" idx="0"/>
          </p:cNvCxnSpPr>
          <p:nvPr/>
        </p:nvCxnSpPr>
        <p:spPr>
          <a:xfrm>
            <a:off x="8998226" y="2001078"/>
            <a:ext cx="1398105" cy="950844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Đường nối Thẳng 18">
            <a:extLst>
              <a:ext uri="{FF2B5EF4-FFF2-40B4-BE49-F238E27FC236}">
                <a16:creationId xmlns:a16="http://schemas.microsoft.com/office/drawing/2014/main" id="{F9ED6804-77D3-4554-90F0-B4F687A2FBCC}"/>
              </a:ext>
            </a:extLst>
          </p:cNvPr>
          <p:cNvCxnSpPr>
            <a:cxnSpLocks/>
            <a:stCxn id="5" idx="6"/>
            <a:endCxn id="6" idx="2"/>
          </p:cNvCxnSpPr>
          <p:nvPr/>
        </p:nvCxnSpPr>
        <p:spPr>
          <a:xfrm flipV="1">
            <a:off x="7189304" y="3415748"/>
            <a:ext cx="2736575" cy="13252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Đường nối Thẳng 21">
            <a:extLst>
              <a:ext uri="{FF2B5EF4-FFF2-40B4-BE49-F238E27FC236}">
                <a16:creationId xmlns:a16="http://schemas.microsoft.com/office/drawing/2014/main" id="{D6110F8D-FC88-4737-825A-62C15729DD47}"/>
              </a:ext>
            </a:extLst>
          </p:cNvPr>
          <p:cNvCxnSpPr>
            <a:cxnSpLocks/>
            <a:stCxn id="4" idx="4"/>
            <a:endCxn id="7" idx="0"/>
          </p:cNvCxnSpPr>
          <p:nvPr/>
        </p:nvCxnSpPr>
        <p:spPr>
          <a:xfrm>
            <a:off x="8527774" y="2464904"/>
            <a:ext cx="0" cy="2100469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Hộp Văn bản 7">
                <a:extLst>
                  <a:ext uri="{FF2B5EF4-FFF2-40B4-BE49-F238E27FC236}">
                    <a16:creationId xmlns:a16="http://schemas.microsoft.com/office/drawing/2014/main" id="{5B0C635C-36CD-4D56-8F9A-A3FB446F7549}"/>
                  </a:ext>
                </a:extLst>
              </p:cNvPr>
              <p:cNvSpPr txBox="1"/>
              <p:nvPr/>
            </p:nvSpPr>
            <p:spPr>
              <a:xfrm>
                <a:off x="7189304" y="1073426"/>
                <a:ext cx="940904" cy="78380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18</m:t>
                          </m:r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8" name="Hộp Văn bản 7">
                <a:extLst>
                  <a:ext uri="{FF2B5EF4-FFF2-40B4-BE49-F238E27FC236}">
                    <a16:creationId xmlns:a16="http://schemas.microsoft.com/office/drawing/2014/main" id="{5B0C635C-36CD-4D56-8F9A-A3FB446F754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89304" y="1073426"/>
                <a:ext cx="940904" cy="783804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2" name="Đường kết nối: Cong 11">
            <a:extLst>
              <a:ext uri="{FF2B5EF4-FFF2-40B4-BE49-F238E27FC236}">
                <a16:creationId xmlns:a16="http://schemas.microsoft.com/office/drawing/2014/main" id="{CC2CDC6F-D2EE-47BC-90A7-FC79D02BA024}"/>
              </a:ext>
            </a:extLst>
          </p:cNvPr>
          <p:cNvCxnSpPr>
            <a:cxnSpLocks/>
            <a:stCxn id="6" idx="0"/>
          </p:cNvCxnSpPr>
          <p:nvPr/>
        </p:nvCxnSpPr>
        <p:spPr>
          <a:xfrm rot="16200000" flipH="1">
            <a:off x="10379766" y="2968487"/>
            <a:ext cx="477078" cy="443949"/>
          </a:xfrm>
          <a:prstGeom prst="curvedConnector4">
            <a:avLst>
              <a:gd name="adj1" fmla="val -47917"/>
              <a:gd name="adj2" fmla="val 152985"/>
            </a:avLst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" name="Đường kết nối Mũi tên Thẳng 13">
            <a:extLst>
              <a:ext uri="{FF2B5EF4-FFF2-40B4-BE49-F238E27FC236}">
                <a16:creationId xmlns:a16="http://schemas.microsoft.com/office/drawing/2014/main" id="{5FD38583-98C5-4844-A93B-FE8E074F73EA}"/>
              </a:ext>
            </a:extLst>
          </p:cNvPr>
          <p:cNvCxnSpPr>
            <a:stCxn id="4" idx="2"/>
          </p:cNvCxnSpPr>
          <p:nvPr/>
        </p:nvCxnSpPr>
        <p:spPr>
          <a:xfrm flipH="1">
            <a:off x="7580243" y="2001078"/>
            <a:ext cx="477079" cy="357809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Đường kết nối Mũi tên Thẳng 23">
            <a:extLst>
              <a:ext uri="{FF2B5EF4-FFF2-40B4-BE49-F238E27FC236}">
                <a16:creationId xmlns:a16="http://schemas.microsoft.com/office/drawing/2014/main" id="{2407B759-7518-4C2B-AD26-6FAE424F8699}"/>
              </a:ext>
            </a:extLst>
          </p:cNvPr>
          <p:cNvCxnSpPr>
            <a:cxnSpLocks/>
            <a:stCxn id="5" idx="4"/>
          </p:cNvCxnSpPr>
          <p:nvPr/>
        </p:nvCxnSpPr>
        <p:spPr>
          <a:xfrm>
            <a:off x="6718852" y="3892826"/>
            <a:ext cx="463826" cy="410817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Đường kết nối Mũi tên Thẳng 24">
            <a:extLst>
              <a:ext uri="{FF2B5EF4-FFF2-40B4-BE49-F238E27FC236}">
                <a16:creationId xmlns:a16="http://schemas.microsoft.com/office/drawing/2014/main" id="{BE386699-2881-4395-909A-EE6C694CE725}"/>
              </a:ext>
            </a:extLst>
          </p:cNvPr>
          <p:cNvCxnSpPr>
            <a:cxnSpLocks/>
          </p:cNvCxnSpPr>
          <p:nvPr/>
        </p:nvCxnSpPr>
        <p:spPr>
          <a:xfrm>
            <a:off x="9024731" y="2001078"/>
            <a:ext cx="450574" cy="357809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Đường kết nối Mũi tên Thẳng 26">
            <a:extLst>
              <a:ext uri="{FF2B5EF4-FFF2-40B4-BE49-F238E27FC236}">
                <a16:creationId xmlns:a16="http://schemas.microsoft.com/office/drawing/2014/main" id="{133BDD1E-C8EB-4F08-864A-6FDFBE1872BB}"/>
              </a:ext>
            </a:extLst>
          </p:cNvPr>
          <p:cNvCxnSpPr>
            <a:cxnSpLocks/>
            <a:stCxn id="5" idx="0"/>
          </p:cNvCxnSpPr>
          <p:nvPr/>
        </p:nvCxnSpPr>
        <p:spPr>
          <a:xfrm flipV="1">
            <a:off x="6718852" y="2618340"/>
            <a:ext cx="463826" cy="346834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Đường kết nối Mũi tên Thẳng 29">
            <a:extLst>
              <a:ext uri="{FF2B5EF4-FFF2-40B4-BE49-F238E27FC236}">
                <a16:creationId xmlns:a16="http://schemas.microsoft.com/office/drawing/2014/main" id="{A32AE653-5607-426F-A8D6-CC4CF7E415AF}"/>
              </a:ext>
            </a:extLst>
          </p:cNvPr>
          <p:cNvCxnSpPr>
            <a:cxnSpLocks/>
          </p:cNvCxnSpPr>
          <p:nvPr/>
        </p:nvCxnSpPr>
        <p:spPr>
          <a:xfrm flipV="1">
            <a:off x="9001539" y="4682365"/>
            <a:ext cx="463826" cy="346834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4" name="Đường kết nối Mũi tên Thẳng 33">
            <a:extLst>
              <a:ext uri="{FF2B5EF4-FFF2-40B4-BE49-F238E27FC236}">
                <a16:creationId xmlns:a16="http://schemas.microsoft.com/office/drawing/2014/main" id="{69A9D062-6E43-40F9-B168-D61E8B42BBCF}"/>
              </a:ext>
            </a:extLst>
          </p:cNvPr>
          <p:cNvCxnSpPr>
            <a:cxnSpLocks/>
            <a:stCxn id="7" idx="2"/>
          </p:cNvCxnSpPr>
          <p:nvPr/>
        </p:nvCxnSpPr>
        <p:spPr>
          <a:xfrm flipH="1" flipV="1">
            <a:off x="7539038" y="4565373"/>
            <a:ext cx="518284" cy="463826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8" name="Đường kết nối Mũi tên Thẳng 37">
            <a:extLst>
              <a:ext uri="{FF2B5EF4-FFF2-40B4-BE49-F238E27FC236}">
                <a16:creationId xmlns:a16="http://schemas.microsoft.com/office/drawing/2014/main" id="{593B497D-CECC-40B1-993A-DE8EAC82EB2D}"/>
              </a:ext>
            </a:extLst>
          </p:cNvPr>
          <p:cNvCxnSpPr>
            <a:cxnSpLocks/>
            <a:stCxn id="7" idx="0"/>
          </p:cNvCxnSpPr>
          <p:nvPr/>
        </p:nvCxnSpPr>
        <p:spPr>
          <a:xfrm flipV="1">
            <a:off x="8527774" y="3997187"/>
            <a:ext cx="0" cy="568186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1" name="Đường kết nối Mũi tên Thẳng 40">
            <a:extLst>
              <a:ext uri="{FF2B5EF4-FFF2-40B4-BE49-F238E27FC236}">
                <a16:creationId xmlns:a16="http://schemas.microsoft.com/office/drawing/2014/main" id="{3BEC3D7A-04FE-4E5D-872A-B0AE272FFD96}"/>
              </a:ext>
            </a:extLst>
          </p:cNvPr>
          <p:cNvCxnSpPr>
            <a:cxnSpLocks/>
          </p:cNvCxnSpPr>
          <p:nvPr/>
        </p:nvCxnSpPr>
        <p:spPr>
          <a:xfrm>
            <a:off x="7189304" y="3429000"/>
            <a:ext cx="622852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5" name="Đường kết nối Mũi tên Thẳng 44">
            <a:extLst>
              <a:ext uri="{FF2B5EF4-FFF2-40B4-BE49-F238E27FC236}">
                <a16:creationId xmlns:a16="http://schemas.microsoft.com/office/drawing/2014/main" id="{B3A16CA4-6975-43AE-A8A4-4A4B5DF0E50B}"/>
              </a:ext>
            </a:extLst>
          </p:cNvPr>
          <p:cNvCxnSpPr>
            <a:cxnSpLocks/>
            <a:stCxn id="4" idx="4"/>
          </p:cNvCxnSpPr>
          <p:nvPr/>
        </p:nvCxnSpPr>
        <p:spPr>
          <a:xfrm>
            <a:off x="8527774" y="2464904"/>
            <a:ext cx="1" cy="487018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8" name="Hộp Văn bản 47">
                <a:extLst>
                  <a:ext uri="{FF2B5EF4-FFF2-40B4-BE49-F238E27FC236}">
                    <a16:creationId xmlns:a16="http://schemas.microsoft.com/office/drawing/2014/main" id="{72DD42F4-01E0-479D-8FCF-7D161D2FCE8D}"/>
                  </a:ext>
                </a:extLst>
              </p:cNvPr>
              <p:cNvSpPr txBox="1"/>
              <p:nvPr/>
            </p:nvSpPr>
            <p:spPr>
              <a:xfrm>
                <a:off x="6274903" y="1749360"/>
                <a:ext cx="940904" cy="78380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18</m:t>
                          </m:r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48" name="Hộp Văn bản 47">
                <a:extLst>
                  <a:ext uri="{FF2B5EF4-FFF2-40B4-BE49-F238E27FC236}">
                    <a16:creationId xmlns:a16="http://schemas.microsoft.com/office/drawing/2014/main" id="{72DD42F4-01E0-479D-8FCF-7D161D2FCE8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74903" y="1749360"/>
                <a:ext cx="940904" cy="783804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9" name="Hộp Văn bản 48">
                <a:extLst>
                  <a:ext uri="{FF2B5EF4-FFF2-40B4-BE49-F238E27FC236}">
                    <a16:creationId xmlns:a16="http://schemas.microsoft.com/office/drawing/2014/main" id="{C6D87357-9627-4EAF-82B3-DD2FBA26E689}"/>
                  </a:ext>
                </a:extLst>
              </p:cNvPr>
              <p:cNvSpPr txBox="1"/>
              <p:nvPr/>
            </p:nvSpPr>
            <p:spPr>
              <a:xfrm>
                <a:off x="7083288" y="2537388"/>
                <a:ext cx="940904" cy="78380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18</m:t>
                          </m:r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49" name="Hộp Văn bản 48">
                <a:extLst>
                  <a:ext uri="{FF2B5EF4-FFF2-40B4-BE49-F238E27FC236}">
                    <a16:creationId xmlns:a16="http://schemas.microsoft.com/office/drawing/2014/main" id="{C6D87357-9627-4EAF-82B3-DD2FBA26E68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83288" y="2537388"/>
                <a:ext cx="940904" cy="783804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0" name="Hộp Văn bản 49">
                <a:extLst>
                  <a:ext uri="{FF2B5EF4-FFF2-40B4-BE49-F238E27FC236}">
                    <a16:creationId xmlns:a16="http://schemas.microsoft.com/office/drawing/2014/main" id="{3F88ADFD-22C9-498E-A1FB-F38D52D1D3FC}"/>
                  </a:ext>
                </a:extLst>
              </p:cNvPr>
              <p:cNvSpPr txBox="1"/>
              <p:nvPr/>
            </p:nvSpPr>
            <p:spPr>
              <a:xfrm>
                <a:off x="6009861" y="3928710"/>
                <a:ext cx="940904" cy="78380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18</m:t>
                          </m:r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50" name="Hộp Văn bản 49">
                <a:extLst>
                  <a:ext uri="{FF2B5EF4-FFF2-40B4-BE49-F238E27FC236}">
                    <a16:creationId xmlns:a16="http://schemas.microsoft.com/office/drawing/2014/main" id="{3F88ADFD-22C9-498E-A1FB-F38D52D1D3F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09861" y="3928710"/>
                <a:ext cx="940904" cy="783804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1" name="Hộp Văn bản 50">
                <a:extLst>
                  <a:ext uri="{FF2B5EF4-FFF2-40B4-BE49-F238E27FC236}">
                    <a16:creationId xmlns:a16="http://schemas.microsoft.com/office/drawing/2014/main" id="{F2A3FE2C-21C7-4003-9627-D4EE3ED535B0}"/>
                  </a:ext>
                </a:extLst>
              </p:cNvPr>
              <p:cNvSpPr txBox="1"/>
              <p:nvPr/>
            </p:nvSpPr>
            <p:spPr>
              <a:xfrm>
                <a:off x="7126356" y="4869210"/>
                <a:ext cx="940904" cy="78380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18</m:t>
                          </m:r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51" name="Hộp Văn bản 50">
                <a:extLst>
                  <a:ext uri="{FF2B5EF4-FFF2-40B4-BE49-F238E27FC236}">
                    <a16:creationId xmlns:a16="http://schemas.microsoft.com/office/drawing/2014/main" id="{F2A3FE2C-21C7-4003-9627-D4EE3ED535B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26356" y="4869210"/>
                <a:ext cx="940904" cy="783804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2" name="Hộp Văn bản 51">
                <a:extLst>
                  <a:ext uri="{FF2B5EF4-FFF2-40B4-BE49-F238E27FC236}">
                    <a16:creationId xmlns:a16="http://schemas.microsoft.com/office/drawing/2014/main" id="{4E2A9305-7CAB-4199-AF93-D3887C34E64B}"/>
                  </a:ext>
                </a:extLst>
              </p:cNvPr>
              <p:cNvSpPr txBox="1"/>
              <p:nvPr/>
            </p:nvSpPr>
            <p:spPr>
              <a:xfrm>
                <a:off x="8501271" y="3670582"/>
                <a:ext cx="940904" cy="78380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18</m:t>
                          </m:r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52" name="Hộp Văn bản 51">
                <a:extLst>
                  <a:ext uri="{FF2B5EF4-FFF2-40B4-BE49-F238E27FC236}">
                    <a16:creationId xmlns:a16="http://schemas.microsoft.com/office/drawing/2014/main" id="{4E2A9305-7CAB-4199-AF93-D3887C34E64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01271" y="3670582"/>
                <a:ext cx="940904" cy="783804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3" name="Hộp Văn bản 52">
                <a:extLst>
                  <a:ext uri="{FF2B5EF4-FFF2-40B4-BE49-F238E27FC236}">
                    <a16:creationId xmlns:a16="http://schemas.microsoft.com/office/drawing/2014/main" id="{564455F6-1F06-4285-BECC-CD51F36DA52A}"/>
                  </a:ext>
                </a:extLst>
              </p:cNvPr>
              <p:cNvSpPr txBox="1"/>
              <p:nvPr/>
            </p:nvSpPr>
            <p:spPr>
              <a:xfrm>
                <a:off x="8924512" y="4890818"/>
                <a:ext cx="940904" cy="78380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18</m:t>
                          </m:r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53" name="Hộp Văn bản 52">
                <a:extLst>
                  <a:ext uri="{FF2B5EF4-FFF2-40B4-BE49-F238E27FC236}">
                    <a16:creationId xmlns:a16="http://schemas.microsoft.com/office/drawing/2014/main" id="{564455F6-1F06-4285-BECC-CD51F36DA52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24512" y="4890818"/>
                <a:ext cx="940904" cy="783804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4" name="Hộp Văn bản 53">
                <a:extLst>
                  <a:ext uri="{FF2B5EF4-FFF2-40B4-BE49-F238E27FC236}">
                    <a16:creationId xmlns:a16="http://schemas.microsoft.com/office/drawing/2014/main" id="{FEBCA68C-8706-49CA-9BA9-0826C37848E0}"/>
                  </a:ext>
                </a:extLst>
              </p:cNvPr>
              <p:cNvSpPr txBox="1"/>
              <p:nvPr/>
            </p:nvSpPr>
            <p:spPr>
              <a:xfrm>
                <a:off x="11051485" y="2965174"/>
                <a:ext cx="940904" cy="78380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54" name="Hộp Văn bản 53">
                <a:extLst>
                  <a:ext uri="{FF2B5EF4-FFF2-40B4-BE49-F238E27FC236}">
                    <a16:creationId xmlns:a16="http://schemas.microsoft.com/office/drawing/2014/main" id="{FEBCA68C-8706-49CA-9BA9-0826C37848E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051485" y="2965174"/>
                <a:ext cx="940904" cy="783804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6" name="Hộp Văn bản 55">
                <a:extLst>
                  <a:ext uri="{FF2B5EF4-FFF2-40B4-BE49-F238E27FC236}">
                    <a16:creationId xmlns:a16="http://schemas.microsoft.com/office/drawing/2014/main" id="{9CC99E96-2956-49CF-A1B4-6A4175A4B26A}"/>
                  </a:ext>
                </a:extLst>
              </p:cNvPr>
              <p:cNvSpPr txBox="1"/>
              <p:nvPr/>
            </p:nvSpPr>
            <p:spPr>
              <a:xfrm>
                <a:off x="8849138" y="1072391"/>
                <a:ext cx="940904" cy="78380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18</m:t>
                          </m:r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56" name="Hộp Văn bản 55">
                <a:extLst>
                  <a:ext uri="{FF2B5EF4-FFF2-40B4-BE49-F238E27FC236}">
                    <a16:creationId xmlns:a16="http://schemas.microsoft.com/office/drawing/2014/main" id="{9CC99E96-2956-49CF-A1B4-6A4175A4B26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49138" y="1072391"/>
                <a:ext cx="940904" cy="783804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8" name="Hộp Văn bản 57">
                <a:extLst>
                  <a:ext uri="{FF2B5EF4-FFF2-40B4-BE49-F238E27FC236}">
                    <a16:creationId xmlns:a16="http://schemas.microsoft.com/office/drawing/2014/main" id="{5DE98A5F-F7E7-44CB-98FA-1150EA7A16F6}"/>
                  </a:ext>
                </a:extLst>
              </p:cNvPr>
              <p:cNvSpPr txBox="1"/>
              <p:nvPr/>
            </p:nvSpPr>
            <p:spPr>
              <a:xfrm>
                <a:off x="8329821" y="2446999"/>
                <a:ext cx="940904" cy="78380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18</m:t>
                          </m:r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58" name="Hộp Văn bản 57">
                <a:extLst>
                  <a:ext uri="{FF2B5EF4-FFF2-40B4-BE49-F238E27FC236}">
                    <a16:creationId xmlns:a16="http://schemas.microsoft.com/office/drawing/2014/main" id="{5DE98A5F-F7E7-44CB-98FA-1150EA7A16F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29821" y="2446999"/>
                <a:ext cx="940904" cy="783804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Chỗ dành sẵn cho Số hiệu Bản chiếu 10">
            <a:extLst>
              <a:ext uri="{FF2B5EF4-FFF2-40B4-BE49-F238E27FC236}">
                <a16:creationId xmlns:a16="http://schemas.microsoft.com/office/drawing/2014/main" id="{9BF078AB-C9D4-4634-A717-03C585C276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27BFFA-55D5-419F-87EC-45C1B812D548}" type="slidenum">
              <a:rPr lang="vi-VN" smtClean="0"/>
              <a:t>30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166474245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êu đề 1">
            <a:extLst>
              <a:ext uri="{FF2B5EF4-FFF2-40B4-BE49-F238E27FC236}">
                <a16:creationId xmlns:a16="http://schemas.microsoft.com/office/drawing/2014/main" id="{59452D0A-F928-4871-8239-07EE6DF3DF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Random walk</a:t>
            </a:r>
            <a:endParaRPr lang="vi-V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hỗ dành sẵn cho Nội dung 2">
                <a:extLst>
                  <a:ext uri="{FF2B5EF4-FFF2-40B4-BE49-F238E27FC236}">
                    <a16:creationId xmlns:a16="http://schemas.microsoft.com/office/drawing/2014/main" id="{79730584-F1CB-40F7-BA77-EFE20535508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4575311" cy="4351338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en-US"/>
                  <a:t>When done step 2:</a:t>
                </a:r>
              </a:p>
              <a:p>
                <a:pPr marL="0" indent="0">
                  <a:buNone/>
                </a:pPr>
                <a:endParaRPr lang="en-US"/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vi-VN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vi-VN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vi-VN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vi-VN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vi-VN" i="1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r>
                      <a:rPr lang="vi-VN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vi-VN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4</m:t>
                        </m:r>
                      </m:sub>
                    </m:sSub>
                    <m:r>
                      <a:rPr lang="vi-VN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i="1">
                            <a:latin typeface="Cambria Math" panose="02040503050406030204" pitchFamily="18" charset="0"/>
                          </a:rPr>
                          <m:t>18</m:t>
                        </m:r>
                      </m:den>
                    </m:f>
                    <m:r>
                      <a:rPr lang="en-US" i="1">
                        <a:latin typeface="Cambria Math" panose="02040503050406030204" pitchFamily="18" charset="0"/>
                      </a:rPr>
                      <m:t>∗2=</m:t>
                    </m:r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i="1">
                            <a:latin typeface="Cambria Math" panose="02040503050406030204" pitchFamily="18" charset="0"/>
                          </a:rPr>
                          <m:t>9</m:t>
                        </m:r>
                      </m:den>
                    </m:f>
                  </m:oMath>
                </a14:m>
                <a:r>
                  <a:rPr lang="en-US"/>
                  <a:t> </a:t>
                </a:r>
              </a:p>
              <a:p>
                <a:pPr marL="0" indent="0">
                  <a:buNone/>
                </a:pPr>
                <a:endParaRPr lang="en-US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vi-VN" b="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vi-VN" b="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vi-VN" b="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a:rPr lang="en-US" i="1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18</m:t>
                          </m:r>
                        </m:den>
                      </m:f>
                      <m:r>
                        <a:rPr lang="en-US" i="1">
                          <a:latin typeface="Cambria Math" panose="02040503050406030204" pitchFamily="18" charset="0"/>
                        </a:rPr>
                        <m:t>∗3=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2</m:t>
                          </m:r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3</m:t>
                          </m:r>
                        </m:den>
                      </m:f>
                    </m:oMath>
                  </m:oMathPara>
                </a14:m>
                <a:endParaRPr lang="en-US"/>
              </a:p>
              <a:p>
                <a:pPr marL="0" indent="0">
                  <a:buNone/>
                </a:pPr>
                <a:endParaRPr lang="en-US"/>
              </a:p>
              <a:p>
                <a:pPr marL="0" indent="0">
                  <a:buNone/>
                </a:pPr>
                <a:endParaRPr lang="en-US"/>
              </a:p>
            </p:txBody>
          </p:sp>
        </mc:Choice>
        <mc:Fallback xmlns="">
          <p:sp>
            <p:nvSpPr>
              <p:cNvPr id="3" name="Chỗ dành sẵn cho Nội dung 2">
                <a:extLst>
                  <a:ext uri="{FF2B5EF4-FFF2-40B4-BE49-F238E27FC236}">
                    <a16:creationId xmlns:a16="http://schemas.microsoft.com/office/drawing/2014/main" id="{79730584-F1CB-40F7-BA77-EFE20535508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4575311" cy="4351338"/>
              </a:xfrm>
              <a:blipFill>
                <a:blip r:embed="rId2"/>
                <a:stretch>
                  <a:fillRect l="-2770" t="-2326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Hình Bầu dục 3">
            <a:extLst>
              <a:ext uri="{FF2B5EF4-FFF2-40B4-BE49-F238E27FC236}">
                <a16:creationId xmlns:a16="http://schemas.microsoft.com/office/drawing/2014/main" id="{A13B7A7D-3BE5-4C71-9A4C-E7D44E389BE8}"/>
              </a:ext>
            </a:extLst>
          </p:cNvPr>
          <p:cNvSpPr/>
          <p:nvPr/>
        </p:nvSpPr>
        <p:spPr>
          <a:xfrm>
            <a:off x="8057322" y="1537252"/>
            <a:ext cx="940904" cy="927652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/>
              <a:t>1</a:t>
            </a:r>
            <a:endParaRPr lang="vi-VN"/>
          </a:p>
        </p:txBody>
      </p:sp>
      <p:sp>
        <p:nvSpPr>
          <p:cNvPr id="5" name="Hình Bầu dục 4">
            <a:extLst>
              <a:ext uri="{FF2B5EF4-FFF2-40B4-BE49-F238E27FC236}">
                <a16:creationId xmlns:a16="http://schemas.microsoft.com/office/drawing/2014/main" id="{55C4BCD2-5D43-44DE-B651-2FA186023B0E}"/>
              </a:ext>
            </a:extLst>
          </p:cNvPr>
          <p:cNvSpPr/>
          <p:nvPr/>
        </p:nvSpPr>
        <p:spPr>
          <a:xfrm>
            <a:off x="6248400" y="2965174"/>
            <a:ext cx="940904" cy="927652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/>
              <a:t>4</a:t>
            </a:r>
            <a:endParaRPr lang="vi-VN"/>
          </a:p>
        </p:txBody>
      </p:sp>
      <p:sp>
        <p:nvSpPr>
          <p:cNvPr id="6" name="Hình Bầu dục 5">
            <a:extLst>
              <a:ext uri="{FF2B5EF4-FFF2-40B4-BE49-F238E27FC236}">
                <a16:creationId xmlns:a16="http://schemas.microsoft.com/office/drawing/2014/main" id="{1D8AA1F4-8476-499B-80E9-382E9A401F62}"/>
              </a:ext>
            </a:extLst>
          </p:cNvPr>
          <p:cNvSpPr/>
          <p:nvPr/>
        </p:nvSpPr>
        <p:spPr>
          <a:xfrm>
            <a:off x="9925879" y="2951922"/>
            <a:ext cx="940904" cy="927652"/>
          </a:xfrm>
          <a:prstGeom prst="ellipse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/>
              <a:t>2</a:t>
            </a:r>
            <a:endParaRPr lang="vi-VN" b="1"/>
          </a:p>
        </p:txBody>
      </p:sp>
      <p:sp>
        <p:nvSpPr>
          <p:cNvPr id="7" name="Hình Bầu dục 6">
            <a:extLst>
              <a:ext uri="{FF2B5EF4-FFF2-40B4-BE49-F238E27FC236}">
                <a16:creationId xmlns:a16="http://schemas.microsoft.com/office/drawing/2014/main" id="{73BDBFA8-F319-4B7A-B9D0-B6973AE814AF}"/>
              </a:ext>
            </a:extLst>
          </p:cNvPr>
          <p:cNvSpPr/>
          <p:nvPr/>
        </p:nvSpPr>
        <p:spPr>
          <a:xfrm>
            <a:off x="8057322" y="4565373"/>
            <a:ext cx="940904" cy="927652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/>
              <a:t>3</a:t>
            </a:r>
            <a:endParaRPr lang="vi-VN"/>
          </a:p>
        </p:txBody>
      </p:sp>
      <p:cxnSp>
        <p:nvCxnSpPr>
          <p:cNvPr id="9" name="Đường nối Thẳng 8">
            <a:extLst>
              <a:ext uri="{FF2B5EF4-FFF2-40B4-BE49-F238E27FC236}">
                <a16:creationId xmlns:a16="http://schemas.microsoft.com/office/drawing/2014/main" id="{541D2452-2D15-48E0-B8D4-22A7C1E78E9A}"/>
              </a:ext>
            </a:extLst>
          </p:cNvPr>
          <p:cNvCxnSpPr>
            <a:cxnSpLocks/>
            <a:stCxn id="4" idx="2"/>
            <a:endCxn id="5" idx="0"/>
          </p:cNvCxnSpPr>
          <p:nvPr/>
        </p:nvCxnSpPr>
        <p:spPr>
          <a:xfrm flipH="1">
            <a:off x="6718852" y="2001078"/>
            <a:ext cx="1338470" cy="964096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Đường nối Thẳng 9">
            <a:extLst>
              <a:ext uri="{FF2B5EF4-FFF2-40B4-BE49-F238E27FC236}">
                <a16:creationId xmlns:a16="http://schemas.microsoft.com/office/drawing/2014/main" id="{D25656FF-351D-40DE-827D-6D32A46359A9}"/>
              </a:ext>
            </a:extLst>
          </p:cNvPr>
          <p:cNvCxnSpPr>
            <a:cxnSpLocks/>
            <a:stCxn id="7" idx="2"/>
            <a:endCxn id="5" idx="4"/>
          </p:cNvCxnSpPr>
          <p:nvPr/>
        </p:nvCxnSpPr>
        <p:spPr>
          <a:xfrm flipH="1" flipV="1">
            <a:off x="6718852" y="3892826"/>
            <a:ext cx="1338470" cy="1136373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Đường nối Thẳng 12">
            <a:extLst>
              <a:ext uri="{FF2B5EF4-FFF2-40B4-BE49-F238E27FC236}">
                <a16:creationId xmlns:a16="http://schemas.microsoft.com/office/drawing/2014/main" id="{0524F036-2377-49C0-9D36-A6626C6AD63E}"/>
              </a:ext>
            </a:extLst>
          </p:cNvPr>
          <p:cNvCxnSpPr>
            <a:cxnSpLocks/>
            <a:stCxn id="7" idx="6"/>
            <a:endCxn id="6" idx="4"/>
          </p:cNvCxnSpPr>
          <p:nvPr/>
        </p:nvCxnSpPr>
        <p:spPr>
          <a:xfrm flipV="1">
            <a:off x="8998226" y="3879574"/>
            <a:ext cx="1398105" cy="1149625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Đường nối Thẳng 15">
            <a:extLst>
              <a:ext uri="{FF2B5EF4-FFF2-40B4-BE49-F238E27FC236}">
                <a16:creationId xmlns:a16="http://schemas.microsoft.com/office/drawing/2014/main" id="{E55AA0F9-57B9-4237-A0B8-061FF34C8488}"/>
              </a:ext>
            </a:extLst>
          </p:cNvPr>
          <p:cNvCxnSpPr>
            <a:cxnSpLocks/>
            <a:stCxn id="4" idx="6"/>
            <a:endCxn id="6" idx="0"/>
          </p:cNvCxnSpPr>
          <p:nvPr/>
        </p:nvCxnSpPr>
        <p:spPr>
          <a:xfrm>
            <a:off x="8998226" y="2001078"/>
            <a:ext cx="1398105" cy="950844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Đường nối Thẳng 18">
            <a:extLst>
              <a:ext uri="{FF2B5EF4-FFF2-40B4-BE49-F238E27FC236}">
                <a16:creationId xmlns:a16="http://schemas.microsoft.com/office/drawing/2014/main" id="{F9ED6804-77D3-4554-90F0-B4F687A2FBCC}"/>
              </a:ext>
            </a:extLst>
          </p:cNvPr>
          <p:cNvCxnSpPr>
            <a:cxnSpLocks/>
            <a:stCxn id="5" idx="6"/>
            <a:endCxn id="6" idx="2"/>
          </p:cNvCxnSpPr>
          <p:nvPr/>
        </p:nvCxnSpPr>
        <p:spPr>
          <a:xfrm flipV="1">
            <a:off x="7189304" y="3415748"/>
            <a:ext cx="2736575" cy="13252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Đường nối Thẳng 21">
            <a:extLst>
              <a:ext uri="{FF2B5EF4-FFF2-40B4-BE49-F238E27FC236}">
                <a16:creationId xmlns:a16="http://schemas.microsoft.com/office/drawing/2014/main" id="{D6110F8D-FC88-4737-825A-62C15729DD47}"/>
              </a:ext>
            </a:extLst>
          </p:cNvPr>
          <p:cNvCxnSpPr>
            <a:cxnSpLocks/>
            <a:stCxn id="4" idx="4"/>
            <a:endCxn id="7" idx="0"/>
          </p:cNvCxnSpPr>
          <p:nvPr/>
        </p:nvCxnSpPr>
        <p:spPr>
          <a:xfrm>
            <a:off x="8527774" y="2464904"/>
            <a:ext cx="0" cy="2100469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Hộp Văn bản 7">
                <a:extLst>
                  <a:ext uri="{FF2B5EF4-FFF2-40B4-BE49-F238E27FC236}">
                    <a16:creationId xmlns:a16="http://schemas.microsoft.com/office/drawing/2014/main" id="{5B0C635C-36CD-4D56-8F9A-A3FB446F7549}"/>
                  </a:ext>
                </a:extLst>
              </p:cNvPr>
              <p:cNvSpPr txBox="1"/>
              <p:nvPr/>
            </p:nvSpPr>
            <p:spPr>
              <a:xfrm>
                <a:off x="8087139" y="539928"/>
                <a:ext cx="940904" cy="78380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9</m:t>
                          </m:r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8" name="Hộp Văn bản 7">
                <a:extLst>
                  <a:ext uri="{FF2B5EF4-FFF2-40B4-BE49-F238E27FC236}">
                    <a16:creationId xmlns:a16="http://schemas.microsoft.com/office/drawing/2014/main" id="{5B0C635C-36CD-4D56-8F9A-A3FB446F754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87139" y="539928"/>
                <a:ext cx="940904" cy="783804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2" name="Đường kết nối: Cong 11">
            <a:extLst>
              <a:ext uri="{FF2B5EF4-FFF2-40B4-BE49-F238E27FC236}">
                <a16:creationId xmlns:a16="http://schemas.microsoft.com/office/drawing/2014/main" id="{CC2CDC6F-D2EE-47BC-90A7-FC79D02BA024}"/>
              </a:ext>
            </a:extLst>
          </p:cNvPr>
          <p:cNvCxnSpPr>
            <a:cxnSpLocks/>
            <a:stCxn id="6" idx="0"/>
          </p:cNvCxnSpPr>
          <p:nvPr/>
        </p:nvCxnSpPr>
        <p:spPr>
          <a:xfrm rot="16200000" flipH="1">
            <a:off x="10379766" y="2968487"/>
            <a:ext cx="477078" cy="443949"/>
          </a:xfrm>
          <a:prstGeom prst="curvedConnector4">
            <a:avLst>
              <a:gd name="adj1" fmla="val -47917"/>
              <a:gd name="adj2" fmla="val 152985"/>
            </a:avLst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9" name="Hộp Văn bản 48">
                <a:extLst>
                  <a:ext uri="{FF2B5EF4-FFF2-40B4-BE49-F238E27FC236}">
                    <a16:creationId xmlns:a16="http://schemas.microsoft.com/office/drawing/2014/main" id="{C6D87357-9627-4EAF-82B3-DD2FBA26E689}"/>
                  </a:ext>
                </a:extLst>
              </p:cNvPr>
              <p:cNvSpPr txBox="1"/>
              <p:nvPr/>
            </p:nvSpPr>
            <p:spPr>
              <a:xfrm>
                <a:off x="5353739" y="3023846"/>
                <a:ext cx="940904" cy="78380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9</m:t>
                          </m:r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49" name="Hộp Văn bản 48">
                <a:extLst>
                  <a:ext uri="{FF2B5EF4-FFF2-40B4-BE49-F238E27FC236}">
                    <a16:creationId xmlns:a16="http://schemas.microsoft.com/office/drawing/2014/main" id="{C6D87357-9627-4EAF-82B3-DD2FBA26E68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53739" y="3023846"/>
                <a:ext cx="940904" cy="783804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4" name="Hộp Văn bản 53">
                <a:extLst>
                  <a:ext uri="{FF2B5EF4-FFF2-40B4-BE49-F238E27FC236}">
                    <a16:creationId xmlns:a16="http://schemas.microsoft.com/office/drawing/2014/main" id="{FEBCA68C-8706-49CA-9BA9-0826C37848E0}"/>
                  </a:ext>
                </a:extLst>
              </p:cNvPr>
              <p:cNvSpPr txBox="1"/>
              <p:nvPr/>
            </p:nvSpPr>
            <p:spPr>
              <a:xfrm>
                <a:off x="11051485" y="2965174"/>
                <a:ext cx="940904" cy="78380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num>
                        <m:den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54" name="Hộp Văn bản 53">
                <a:extLst>
                  <a:ext uri="{FF2B5EF4-FFF2-40B4-BE49-F238E27FC236}">
                    <a16:creationId xmlns:a16="http://schemas.microsoft.com/office/drawing/2014/main" id="{FEBCA68C-8706-49CA-9BA9-0826C37848E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051485" y="2965174"/>
                <a:ext cx="940904" cy="783804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5" name="Hộp Văn bản 34">
                <a:extLst>
                  <a:ext uri="{FF2B5EF4-FFF2-40B4-BE49-F238E27FC236}">
                    <a16:creationId xmlns:a16="http://schemas.microsoft.com/office/drawing/2014/main" id="{2EF752FF-19B5-4D00-AF85-E37F5CB7AB22}"/>
                  </a:ext>
                </a:extLst>
              </p:cNvPr>
              <p:cNvSpPr txBox="1"/>
              <p:nvPr/>
            </p:nvSpPr>
            <p:spPr>
              <a:xfrm>
                <a:off x="8087139" y="5698984"/>
                <a:ext cx="940904" cy="78380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9</m:t>
                          </m:r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35" name="Hộp Văn bản 34">
                <a:extLst>
                  <a:ext uri="{FF2B5EF4-FFF2-40B4-BE49-F238E27FC236}">
                    <a16:creationId xmlns:a16="http://schemas.microsoft.com/office/drawing/2014/main" id="{2EF752FF-19B5-4D00-AF85-E37F5CB7AB2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87139" y="5698984"/>
                <a:ext cx="940904" cy="783804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Chỗ dành sẵn cho Số hiệu Bản chiếu 10">
            <a:extLst>
              <a:ext uri="{FF2B5EF4-FFF2-40B4-BE49-F238E27FC236}">
                <a16:creationId xmlns:a16="http://schemas.microsoft.com/office/drawing/2014/main" id="{61EAD8B3-E959-40F7-9B9A-F0797BD961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27BFFA-55D5-419F-87EC-45C1B812D548}" type="slidenum">
              <a:rPr lang="vi-VN" smtClean="0"/>
              <a:t>31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377886844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êu đề 1">
            <a:extLst>
              <a:ext uri="{FF2B5EF4-FFF2-40B4-BE49-F238E27FC236}">
                <a16:creationId xmlns:a16="http://schemas.microsoft.com/office/drawing/2014/main" id="{59452D0A-F928-4871-8239-07EE6DF3DF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Random walk</a:t>
            </a:r>
            <a:endParaRPr lang="vi-VN"/>
          </a:p>
        </p:txBody>
      </p:sp>
      <p:sp>
        <p:nvSpPr>
          <p:cNvPr id="3" name="Chỗ dành sẵn cho Nội dung 2">
            <a:extLst>
              <a:ext uri="{FF2B5EF4-FFF2-40B4-BE49-F238E27FC236}">
                <a16:creationId xmlns:a16="http://schemas.microsoft.com/office/drawing/2014/main" id="{79730584-F1CB-40F7-BA77-EFE20535508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4575311" cy="4351338"/>
          </a:xfrm>
        </p:spPr>
        <p:txBody>
          <a:bodyPr/>
          <a:lstStyle/>
          <a:p>
            <a:pPr marL="0" indent="0">
              <a:buNone/>
            </a:pPr>
            <a:r>
              <a:rPr lang="en-US"/>
              <a:t>At step 3:</a:t>
            </a:r>
          </a:p>
          <a:p>
            <a:pPr marL="0" indent="0">
              <a:buNone/>
            </a:pPr>
            <a:endParaRPr lang="en-US"/>
          </a:p>
          <a:p>
            <a:pPr marL="0" indent="0">
              <a:buNone/>
            </a:pPr>
            <a:endParaRPr lang="en-US"/>
          </a:p>
        </p:txBody>
      </p:sp>
      <p:sp>
        <p:nvSpPr>
          <p:cNvPr id="4" name="Hình Bầu dục 3">
            <a:extLst>
              <a:ext uri="{FF2B5EF4-FFF2-40B4-BE49-F238E27FC236}">
                <a16:creationId xmlns:a16="http://schemas.microsoft.com/office/drawing/2014/main" id="{A13B7A7D-3BE5-4C71-9A4C-E7D44E389BE8}"/>
              </a:ext>
            </a:extLst>
          </p:cNvPr>
          <p:cNvSpPr/>
          <p:nvPr/>
        </p:nvSpPr>
        <p:spPr>
          <a:xfrm>
            <a:off x="8057322" y="1537252"/>
            <a:ext cx="940904" cy="927652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/>
              <a:t>1</a:t>
            </a:r>
            <a:endParaRPr lang="vi-VN"/>
          </a:p>
        </p:txBody>
      </p:sp>
      <p:sp>
        <p:nvSpPr>
          <p:cNvPr id="5" name="Hình Bầu dục 4">
            <a:extLst>
              <a:ext uri="{FF2B5EF4-FFF2-40B4-BE49-F238E27FC236}">
                <a16:creationId xmlns:a16="http://schemas.microsoft.com/office/drawing/2014/main" id="{55C4BCD2-5D43-44DE-B651-2FA186023B0E}"/>
              </a:ext>
            </a:extLst>
          </p:cNvPr>
          <p:cNvSpPr/>
          <p:nvPr/>
        </p:nvSpPr>
        <p:spPr>
          <a:xfrm>
            <a:off x="6248400" y="2965174"/>
            <a:ext cx="940904" cy="927652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/>
              <a:t>4</a:t>
            </a:r>
            <a:endParaRPr lang="vi-VN"/>
          </a:p>
        </p:txBody>
      </p:sp>
      <p:sp>
        <p:nvSpPr>
          <p:cNvPr id="6" name="Hình Bầu dục 5">
            <a:extLst>
              <a:ext uri="{FF2B5EF4-FFF2-40B4-BE49-F238E27FC236}">
                <a16:creationId xmlns:a16="http://schemas.microsoft.com/office/drawing/2014/main" id="{1D8AA1F4-8476-499B-80E9-382E9A401F62}"/>
              </a:ext>
            </a:extLst>
          </p:cNvPr>
          <p:cNvSpPr/>
          <p:nvPr/>
        </p:nvSpPr>
        <p:spPr>
          <a:xfrm>
            <a:off x="9925879" y="2951922"/>
            <a:ext cx="940904" cy="927652"/>
          </a:xfrm>
          <a:prstGeom prst="ellipse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/>
              <a:t>2</a:t>
            </a:r>
            <a:endParaRPr lang="vi-VN" b="1"/>
          </a:p>
        </p:txBody>
      </p:sp>
      <p:sp>
        <p:nvSpPr>
          <p:cNvPr id="7" name="Hình Bầu dục 6">
            <a:extLst>
              <a:ext uri="{FF2B5EF4-FFF2-40B4-BE49-F238E27FC236}">
                <a16:creationId xmlns:a16="http://schemas.microsoft.com/office/drawing/2014/main" id="{73BDBFA8-F319-4B7A-B9D0-B6973AE814AF}"/>
              </a:ext>
            </a:extLst>
          </p:cNvPr>
          <p:cNvSpPr/>
          <p:nvPr/>
        </p:nvSpPr>
        <p:spPr>
          <a:xfrm>
            <a:off x="8057322" y="4565373"/>
            <a:ext cx="940904" cy="927652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/>
              <a:t>3</a:t>
            </a:r>
            <a:endParaRPr lang="vi-VN"/>
          </a:p>
        </p:txBody>
      </p:sp>
      <p:cxnSp>
        <p:nvCxnSpPr>
          <p:cNvPr id="9" name="Đường nối Thẳng 8">
            <a:extLst>
              <a:ext uri="{FF2B5EF4-FFF2-40B4-BE49-F238E27FC236}">
                <a16:creationId xmlns:a16="http://schemas.microsoft.com/office/drawing/2014/main" id="{541D2452-2D15-48E0-B8D4-22A7C1E78E9A}"/>
              </a:ext>
            </a:extLst>
          </p:cNvPr>
          <p:cNvCxnSpPr>
            <a:stCxn id="4" idx="2"/>
            <a:endCxn id="5" idx="0"/>
          </p:cNvCxnSpPr>
          <p:nvPr/>
        </p:nvCxnSpPr>
        <p:spPr>
          <a:xfrm flipH="1">
            <a:off x="6718852" y="2001078"/>
            <a:ext cx="1338470" cy="964096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Đường nối Thẳng 9">
            <a:extLst>
              <a:ext uri="{FF2B5EF4-FFF2-40B4-BE49-F238E27FC236}">
                <a16:creationId xmlns:a16="http://schemas.microsoft.com/office/drawing/2014/main" id="{D25656FF-351D-40DE-827D-6D32A46359A9}"/>
              </a:ext>
            </a:extLst>
          </p:cNvPr>
          <p:cNvCxnSpPr>
            <a:cxnSpLocks/>
            <a:stCxn id="7" idx="2"/>
            <a:endCxn id="5" idx="4"/>
          </p:cNvCxnSpPr>
          <p:nvPr/>
        </p:nvCxnSpPr>
        <p:spPr>
          <a:xfrm flipH="1" flipV="1">
            <a:off x="6718852" y="3892826"/>
            <a:ext cx="1338470" cy="1136373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Đường nối Thẳng 12">
            <a:extLst>
              <a:ext uri="{FF2B5EF4-FFF2-40B4-BE49-F238E27FC236}">
                <a16:creationId xmlns:a16="http://schemas.microsoft.com/office/drawing/2014/main" id="{0524F036-2377-49C0-9D36-A6626C6AD63E}"/>
              </a:ext>
            </a:extLst>
          </p:cNvPr>
          <p:cNvCxnSpPr>
            <a:cxnSpLocks/>
            <a:stCxn id="7" idx="6"/>
            <a:endCxn id="6" idx="4"/>
          </p:cNvCxnSpPr>
          <p:nvPr/>
        </p:nvCxnSpPr>
        <p:spPr>
          <a:xfrm flipV="1">
            <a:off x="8998226" y="3879574"/>
            <a:ext cx="1398105" cy="1149625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Đường nối Thẳng 15">
            <a:extLst>
              <a:ext uri="{FF2B5EF4-FFF2-40B4-BE49-F238E27FC236}">
                <a16:creationId xmlns:a16="http://schemas.microsoft.com/office/drawing/2014/main" id="{E55AA0F9-57B9-4237-A0B8-061FF34C8488}"/>
              </a:ext>
            </a:extLst>
          </p:cNvPr>
          <p:cNvCxnSpPr>
            <a:cxnSpLocks/>
            <a:stCxn id="4" idx="6"/>
            <a:endCxn id="6" idx="0"/>
          </p:cNvCxnSpPr>
          <p:nvPr/>
        </p:nvCxnSpPr>
        <p:spPr>
          <a:xfrm>
            <a:off x="8998226" y="2001078"/>
            <a:ext cx="1398105" cy="950844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Đường nối Thẳng 18">
            <a:extLst>
              <a:ext uri="{FF2B5EF4-FFF2-40B4-BE49-F238E27FC236}">
                <a16:creationId xmlns:a16="http://schemas.microsoft.com/office/drawing/2014/main" id="{F9ED6804-77D3-4554-90F0-B4F687A2FBCC}"/>
              </a:ext>
            </a:extLst>
          </p:cNvPr>
          <p:cNvCxnSpPr>
            <a:cxnSpLocks/>
            <a:stCxn id="5" idx="6"/>
            <a:endCxn id="6" idx="2"/>
          </p:cNvCxnSpPr>
          <p:nvPr/>
        </p:nvCxnSpPr>
        <p:spPr>
          <a:xfrm flipV="1">
            <a:off x="7189304" y="3415748"/>
            <a:ext cx="2736575" cy="13252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Đường nối Thẳng 21">
            <a:extLst>
              <a:ext uri="{FF2B5EF4-FFF2-40B4-BE49-F238E27FC236}">
                <a16:creationId xmlns:a16="http://schemas.microsoft.com/office/drawing/2014/main" id="{D6110F8D-FC88-4737-825A-62C15729DD47}"/>
              </a:ext>
            </a:extLst>
          </p:cNvPr>
          <p:cNvCxnSpPr>
            <a:cxnSpLocks/>
            <a:stCxn id="4" idx="4"/>
            <a:endCxn id="7" idx="0"/>
          </p:cNvCxnSpPr>
          <p:nvPr/>
        </p:nvCxnSpPr>
        <p:spPr>
          <a:xfrm>
            <a:off x="8527774" y="2464904"/>
            <a:ext cx="0" cy="2100469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Hộp Văn bản 7">
                <a:extLst>
                  <a:ext uri="{FF2B5EF4-FFF2-40B4-BE49-F238E27FC236}">
                    <a16:creationId xmlns:a16="http://schemas.microsoft.com/office/drawing/2014/main" id="{5B0C635C-36CD-4D56-8F9A-A3FB446F7549}"/>
                  </a:ext>
                </a:extLst>
              </p:cNvPr>
              <p:cNvSpPr txBox="1"/>
              <p:nvPr/>
            </p:nvSpPr>
            <p:spPr>
              <a:xfrm>
                <a:off x="7189304" y="1073426"/>
                <a:ext cx="940904" cy="78380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27</m:t>
                          </m:r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8" name="Hộp Văn bản 7">
                <a:extLst>
                  <a:ext uri="{FF2B5EF4-FFF2-40B4-BE49-F238E27FC236}">
                    <a16:creationId xmlns:a16="http://schemas.microsoft.com/office/drawing/2014/main" id="{5B0C635C-36CD-4D56-8F9A-A3FB446F754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89304" y="1073426"/>
                <a:ext cx="940904" cy="783804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2" name="Đường kết nối: Cong 11">
            <a:extLst>
              <a:ext uri="{FF2B5EF4-FFF2-40B4-BE49-F238E27FC236}">
                <a16:creationId xmlns:a16="http://schemas.microsoft.com/office/drawing/2014/main" id="{CC2CDC6F-D2EE-47BC-90A7-FC79D02BA024}"/>
              </a:ext>
            </a:extLst>
          </p:cNvPr>
          <p:cNvCxnSpPr>
            <a:cxnSpLocks/>
            <a:stCxn id="6" idx="0"/>
          </p:cNvCxnSpPr>
          <p:nvPr/>
        </p:nvCxnSpPr>
        <p:spPr>
          <a:xfrm rot="16200000" flipH="1">
            <a:off x="10379766" y="2968487"/>
            <a:ext cx="477078" cy="443949"/>
          </a:xfrm>
          <a:prstGeom prst="curvedConnector4">
            <a:avLst>
              <a:gd name="adj1" fmla="val -47917"/>
              <a:gd name="adj2" fmla="val 152985"/>
            </a:avLst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" name="Đường kết nối Mũi tên Thẳng 13">
            <a:extLst>
              <a:ext uri="{FF2B5EF4-FFF2-40B4-BE49-F238E27FC236}">
                <a16:creationId xmlns:a16="http://schemas.microsoft.com/office/drawing/2014/main" id="{5FD38583-98C5-4844-A93B-FE8E074F73EA}"/>
              </a:ext>
            </a:extLst>
          </p:cNvPr>
          <p:cNvCxnSpPr>
            <a:stCxn id="4" idx="2"/>
          </p:cNvCxnSpPr>
          <p:nvPr/>
        </p:nvCxnSpPr>
        <p:spPr>
          <a:xfrm flipH="1">
            <a:off x="7580243" y="2001078"/>
            <a:ext cx="477079" cy="357809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Đường kết nối Mũi tên Thẳng 23">
            <a:extLst>
              <a:ext uri="{FF2B5EF4-FFF2-40B4-BE49-F238E27FC236}">
                <a16:creationId xmlns:a16="http://schemas.microsoft.com/office/drawing/2014/main" id="{2407B759-7518-4C2B-AD26-6FAE424F8699}"/>
              </a:ext>
            </a:extLst>
          </p:cNvPr>
          <p:cNvCxnSpPr>
            <a:cxnSpLocks/>
            <a:stCxn id="5" idx="4"/>
          </p:cNvCxnSpPr>
          <p:nvPr/>
        </p:nvCxnSpPr>
        <p:spPr>
          <a:xfrm>
            <a:off x="6718852" y="3892826"/>
            <a:ext cx="463826" cy="410817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Đường kết nối Mũi tên Thẳng 24">
            <a:extLst>
              <a:ext uri="{FF2B5EF4-FFF2-40B4-BE49-F238E27FC236}">
                <a16:creationId xmlns:a16="http://schemas.microsoft.com/office/drawing/2014/main" id="{BE386699-2881-4395-909A-EE6C694CE725}"/>
              </a:ext>
            </a:extLst>
          </p:cNvPr>
          <p:cNvCxnSpPr>
            <a:cxnSpLocks/>
          </p:cNvCxnSpPr>
          <p:nvPr/>
        </p:nvCxnSpPr>
        <p:spPr>
          <a:xfrm>
            <a:off x="9024731" y="2001078"/>
            <a:ext cx="450574" cy="357809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Đường kết nối Mũi tên Thẳng 26">
            <a:extLst>
              <a:ext uri="{FF2B5EF4-FFF2-40B4-BE49-F238E27FC236}">
                <a16:creationId xmlns:a16="http://schemas.microsoft.com/office/drawing/2014/main" id="{133BDD1E-C8EB-4F08-864A-6FDFBE1872BB}"/>
              </a:ext>
            </a:extLst>
          </p:cNvPr>
          <p:cNvCxnSpPr>
            <a:cxnSpLocks/>
            <a:stCxn id="5" idx="0"/>
          </p:cNvCxnSpPr>
          <p:nvPr/>
        </p:nvCxnSpPr>
        <p:spPr>
          <a:xfrm flipV="1">
            <a:off x="6718852" y="2618340"/>
            <a:ext cx="463826" cy="346834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Đường kết nối Mũi tên Thẳng 29">
            <a:extLst>
              <a:ext uri="{FF2B5EF4-FFF2-40B4-BE49-F238E27FC236}">
                <a16:creationId xmlns:a16="http://schemas.microsoft.com/office/drawing/2014/main" id="{A32AE653-5607-426F-A8D6-CC4CF7E415AF}"/>
              </a:ext>
            </a:extLst>
          </p:cNvPr>
          <p:cNvCxnSpPr>
            <a:cxnSpLocks/>
          </p:cNvCxnSpPr>
          <p:nvPr/>
        </p:nvCxnSpPr>
        <p:spPr>
          <a:xfrm flipV="1">
            <a:off x="9001539" y="4682365"/>
            <a:ext cx="463826" cy="346834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4" name="Đường kết nối Mũi tên Thẳng 33">
            <a:extLst>
              <a:ext uri="{FF2B5EF4-FFF2-40B4-BE49-F238E27FC236}">
                <a16:creationId xmlns:a16="http://schemas.microsoft.com/office/drawing/2014/main" id="{69A9D062-6E43-40F9-B168-D61E8B42BBCF}"/>
              </a:ext>
            </a:extLst>
          </p:cNvPr>
          <p:cNvCxnSpPr>
            <a:cxnSpLocks/>
            <a:stCxn id="7" idx="2"/>
          </p:cNvCxnSpPr>
          <p:nvPr/>
        </p:nvCxnSpPr>
        <p:spPr>
          <a:xfrm flipH="1" flipV="1">
            <a:off x="7539038" y="4565373"/>
            <a:ext cx="518284" cy="463826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8" name="Đường kết nối Mũi tên Thẳng 37">
            <a:extLst>
              <a:ext uri="{FF2B5EF4-FFF2-40B4-BE49-F238E27FC236}">
                <a16:creationId xmlns:a16="http://schemas.microsoft.com/office/drawing/2014/main" id="{593B497D-CECC-40B1-993A-DE8EAC82EB2D}"/>
              </a:ext>
            </a:extLst>
          </p:cNvPr>
          <p:cNvCxnSpPr>
            <a:cxnSpLocks/>
            <a:stCxn id="7" idx="0"/>
          </p:cNvCxnSpPr>
          <p:nvPr/>
        </p:nvCxnSpPr>
        <p:spPr>
          <a:xfrm flipV="1">
            <a:off x="8527774" y="3997187"/>
            <a:ext cx="0" cy="568186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1" name="Đường kết nối Mũi tên Thẳng 40">
            <a:extLst>
              <a:ext uri="{FF2B5EF4-FFF2-40B4-BE49-F238E27FC236}">
                <a16:creationId xmlns:a16="http://schemas.microsoft.com/office/drawing/2014/main" id="{3BEC3D7A-04FE-4E5D-872A-B0AE272FFD96}"/>
              </a:ext>
            </a:extLst>
          </p:cNvPr>
          <p:cNvCxnSpPr>
            <a:cxnSpLocks/>
          </p:cNvCxnSpPr>
          <p:nvPr/>
        </p:nvCxnSpPr>
        <p:spPr>
          <a:xfrm>
            <a:off x="7189304" y="3429000"/>
            <a:ext cx="622852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5" name="Đường kết nối Mũi tên Thẳng 44">
            <a:extLst>
              <a:ext uri="{FF2B5EF4-FFF2-40B4-BE49-F238E27FC236}">
                <a16:creationId xmlns:a16="http://schemas.microsoft.com/office/drawing/2014/main" id="{B3A16CA4-6975-43AE-A8A4-4A4B5DF0E50B}"/>
              </a:ext>
            </a:extLst>
          </p:cNvPr>
          <p:cNvCxnSpPr>
            <a:cxnSpLocks/>
            <a:stCxn id="4" idx="4"/>
          </p:cNvCxnSpPr>
          <p:nvPr/>
        </p:nvCxnSpPr>
        <p:spPr>
          <a:xfrm>
            <a:off x="8527774" y="2464904"/>
            <a:ext cx="1" cy="487018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8" name="Hộp Văn bản 47">
                <a:extLst>
                  <a:ext uri="{FF2B5EF4-FFF2-40B4-BE49-F238E27FC236}">
                    <a16:creationId xmlns:a16="http://schemas.microsoft.com/office/drawing/2014/main" id="{72DD42F4-01E0-479D-8FCF-7D161D2FCE8D}"/>
                  </a:ext>
                </a:extLst>
              </p:cNvPr>
              <p:cNvSpPr txBox="1"/>
              <p:nvPr/>
            </p:nvSpPr>
            <p:spPr>
              <a:xfrm>
                <a:off x="6274903" y="1749360"/>
                <a:ext cx="940904" cy="78380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27</m:t>
                          </m:r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48" name="Hộp Văn bản 47">
                <a:extLst>
                  <a:ext uri="{FF2B5EF4-FFF2-40B4-BE49-F238E27FC236}">
                    <a16:creationId xmlns:a16="http://schemas.microsoft.com/office/drawing/2014/main" id="{72DD42F4-01E0-479D-8FCF-7D161D2FCE8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74903" y="1749360"/>
                <a:ext cx="940904" cy="783804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9" name="Hộp Văn bản 48">
                <a:extLst>
                  <a:ext uri="{FF2B5EF4-FFF2-40B4-BE49-F238E27FC236}">
                    <a16:creationId xmlns:a16="http://schemas.microsoft.com/office/drawing/2014/main" id="{C6D87357-9627-4EAF-82B3-DD2FBA26E689}"/>
                  </a:ext>
                </a:extLst>
              </p:cNvPr>
              <p:cNvSpPr txBox="1"/>
              <p:nvPr/>
            </p:nvSpPr>
            <p:spPr>
              <a:xfrm>
                <a:off x="7083288" y="2537388"/>
                <a:ext cx="940904" cy="78380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27</m:t>
                          </m:r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49" name="Hộp Văn bản 48">
                <a:extLst>
                  <a:ext uri="{FF2B5EF4-FFF2-40B4-BE49-F238E27FC236}">
                    <a16:creationId xmlns:a16="http://schemas.microsoft.com/office/drawing/2014/main" id="{C6D87357-9627-4EAF-82B3-DD2FBA26E68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83288" y="2537388"/>
                <a:ext cx="940904" cy="783804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0" name="Hộp Văn bản 49">
                <a:extLst>
                  <a:ext uri="{FF2B5EF4-FFF2-40B4-BE49-F238E27FC236}">
                    <a16:creationId xmlns:a16="http://schemas.microsoft.com/office/drawing/2014/main" id="{3F88ADFD-22C9-498E-A1FB-F38D52D1D3FC}"/>
                  </a:ext>
                </a:extLst>
              </p:cNvPr>
              <p:cNvSpPr txBox="1"/>
              <p:nvPr/>
            </p:nvSpPr>
            <p:spPr>
              <a:xfrm>
                <a:off x="6009861" y="3928710"/>
                <a:ext cx="940904" cy="78380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27</m:t>
                          </m:r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50" name="Hộp Văn bản 49">
                <a:extLst>
                  <a:ext uri="{FF2B5EF4-FFF2-40B4-BE49-F238E27FC236}">
                    <a16:creationId xmlns:a16="http://schemas.microsoft.com/office/drawing/2014/main" id="{3F88ADFD-22C9-498E-A1FB-F38D52D1D3F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09861" y="3928710"/>
                <a:ext cx="940904" cy="783804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1" name="Hộp Văn bản 50">
                <a:extLst>
                  <a:ext uri="{FF2B5EF4-FFF2-40B4-BE49-F238E27FC236}">
                    <a16:creationId xmlns:a16="http://schemas.microsoft.com/office/drawing/2014/main" id="{F2A3FE2C-21C7-4003-9627-D4EE3ED535B0}"/>
                  </a:ext>
                </a:extLst>
              </p:cNvPr>
              <p:cNvSpPr txBox="1"/>
              <p:nvPr/>
            </p:nvSpPr>
            <p:spPr>
              <a:xfrm>
                <a:off x="7126356" y="4869210"/>
                <a:ext cx="940904" cy="78380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27</m:t>
                          </m:r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51" name="Hộp Văn bản 50">
                <a:extLst>
                  <a:ext uri="{FF2B5EF4-FFF2-40B4-BE49-F238E27FC236}">
                    <a16:creationId xmlns:a16="http://schemas.microsoft.com/office/drawing/2014/main" id="{F2A3FE2C-21C7-4003-9627-D4EE3ED535B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26356" y="4869210"/>
                <a:ext cx="940904" cy="783804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2" name="Hộp Văn bản 51">
                <a:extLst>
                  <a:ext uri="{FF2B5EF4-FFF2-40B4-BE49-F238E27FC236}">
                    <a16:creationId xmlns:a16="http://schemas.microsoft.com/office/drawing/2014/main" id="{4E2A9305-7CAB-4199-AF93-D3887C34E64B}"/>
                  </a:ext>
                </a:extLst>
              </p:cNvPr>
              <p:cNvSpPr txBox="1"/>
              <p:nvPr/>
            </p:nvSpPr>
            <p:spPr>
              <a:xfrm>
                <a:off x="8501271" y="3670582"/>
                <a:ext cx="940904" cy="78380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27</m:t>
                          </m:r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52" name="Hộp Văn bản 51">
                <a:extLst>
                  <a:ext uri="{FF2B5EF4-FFF2-40B4-BE49-F238E27FC236}">
                    <a16:creationId xmlns:a16="http://schemas.microsoft.com/office/drawing/2014/main" id="{4E2A9305-7CAB-4199-AF93-D3887C34E64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01271" y="3670582"/>
                <a:ext cx="940904" cy="783804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3" name="Hộp Văn bản 52">
                <a:extLst>
                  <a:ext uri="{FF2B5EF4-FFF2-40B4-BE49-F238E27FC236}">
                    <a16:creationId xmlns:a16="http://schemas.microsoft.com/office/drawing/2014/main" id="{564455F6-1F06-4285-BECC-CD51F36DA52A}"/>
                  </a:ext>
                </a:extLst>
              </p:cNvPr>
              <p:cNvSpPr txBox="1"/>
              <p:nvPr/>
            </p:nvSpPr>
            <p:spPr>
              <a:xfrm>
                <a:off x="8924512" y="4890818"/>
                <a:ext cx="940904" cy="78380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27</m:t>
                          </m:r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53" name="Hộp Văn bản 52">
                <a:extLst>
                  <a:ext uri="{FF2B5EF4-FFF2-40B4-BE49-F238E27FC236}">
                    <a16:creationId xmlns:a16="http://schemas.microsoft.com/office/drawing/2014/main" id="{564455F6-1F06-4285-BECC-CD51F36DA52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24512" y="4890818"/>
                <a:ext cx="940904" cy="783804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4" name="Hộp Văn bản 53">
                <a:extLst>
                  <a:ext uri="{FF2B5EF4-FFF2-40B4-BE49-F238E27FC236}">
                    <a16:creationId xmlns:a16="http://schemas.microsoft.com/office/drawing/2014/main" id="{FEBCA68C-8706-49CA-9BA9-0826C37848E0}"/>
                  </a:ext>
                </a:extLst>
              </p:cNvPr>
              <p:cNvSpPr txBox="1"/>
              <p:nvPr/>
            </p:nvSpPr>
            <p:spPr>
              <a:xfrm>
                <a:off x="11051485" y="2965174"/>
                <a:ext cx="940904" cy="78380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num>
                        <m:den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54" name="Hộp Văn bản 53">
                <a:extLst>
                  <a:ext uri="{FF2B5EF4-FFF2-40B4-BE49-F238E27FC236}">
                    <a16:creationId xmlns:a16="http://schemas.microsoft.com/office/drawing/2014/main" id="{FEBCA68C-8706-49CA-9BA9-0826C37848E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051485" y="2965174"/>
                <a:ext cx="940904" cy="783804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6" name="Hộp Văn bản 55">
                <a:extLst>
                  <a:ext uri="{FF2B5EF4-FFF2-40B4-BE49-F238E27FC236}">
                    <a16:creationId xmlns:a16="http://schemas.microsoft.com/office/drawing/2014/main" id="{9CC99E96-2956-49CF-A1B4-6A4175A4B26A}"/>
                  </a:ext>
                </a:extLst>
              </p:cNvPr>
              <p:cNvSpPr txBox="1"/>
              <p:nvPr/>
            </p:nvSpPr>
            <p:spPr>
              <a:xfrm>
                <a:off x="8849138" y="1072391"/>
                <a:ext cx="940904" cy="78380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27</m:t>
                          </m:r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56" name="Hộp Văn bản 55">
                <a:extLst>
                  <a:ext uri="{FF2B5EF4-FFF2-40B4-BE49-F238E27FC236}">
                    <a16:creationId xmlns:a16="http://schemas.microsoft.com/office/drawing/2014/main" id="{9CC99E96-2956-49CF-A1B4-6A4175A4B26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49138" y="1072391"/>
                <a:ext cx="940904" cy="783804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8" name="Hộp Văn bản 57">
                <a:extLst>
                  <a:ext uri="{FF2B5EF4-FFF2-40B4-BE49-F238E27FC236}">
                    <a16:creationId xmlns:a16="http://schemas.microsoft.com/office/drawing/2014/main" id="{5DE98A5F-F7E7-44CB-98FA-1150EA7A16F6}"/>
                  </a:ext>
                </a:extLst>
              </p:cNvPr>
              <p:cNvSpPr txBox="1"/>
              <p:nvPr/>
            </p:nvSpPr>
            <p:spPr>
              <a:xfrm>
                <a:off x="8329821" y="2446999"/>
                <a:ext cx="940904" cy="78380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27</m:t>
                          </m:r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58" name="Hộp Văn bản 57">
                <a:extLst>
                  <a:ext uri="{FF2B5EF4-FFF2-40B4-BE49-F238E27FC236}">
                    <a16:creationId xmlns:a16="http://schemas.microsoft.com/office/drawing/2014/main" id="{5DE98A5F-F7E7-44CB-98FA-1150EA7A16F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29821" y="2446999"/>
                <a:ext cx="940904" cy="783804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Chỗ dành sẵn cho Số hiệu Bản chiếu 10">
            <a:extLst>
              <a:ext uri="{FF2B5EF4-FFF2-40B4-BE49-F238E27FC236}">
                <a16:creationId xmlns:a16="http://schemas.microsoft.com/office/drawing/2014/main" id="{ECCBF69C-1021-4359-A204-C93359E650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27BFFA-55D5-419F-87EC-45C1B812D548}" type="slidenum">
              <a:rPr lang="vi-VN" smtClean="0"/>
              <a:t>32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300304955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êu đề 1">
            <a:extLst>
              <a:ext uri="{FF2B5EF4-FFF2-40B4-BE49-F238E27FC236}">
                <a16:creationId xmlns:a16="http://schemas.microsoft.com/office/drawing/2014/main" id="{59452D0A-F928-4871-8239-07EE6DF3DF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Random walk</a:t>
            </a:r>
            <a:endParaRPr lang="vi-V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hỗ dành sẵn cho Nội dung 2">
                <a:extLst>
                  <a:ext uri="{FF2B5EF4-FFF2-40B4-BE49-F238E27FC236}">
                    <a16:creationId xmlns:a16="http://schemas.microsoft.com/office/drawing/2014/main" id="{79730584-F1CB-40F7-BA77-EFE20535508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4575311" cy="4351338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en-US"/>
                  <a:t>When done step 3:</a:t>
                </a:r>
              </a:p>
              <a:p>
                <a:pPr marL="0" indent="0">
                  <a:buNone/>
                </a:pPr>
                <a:endParaRPr lang="en-US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vi-VN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vi-VN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vi-VN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vi-VN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vi-VN" i="1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vi-VN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vi-VN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  <m:r>
                        <a:rPr lang="vi-VN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27</m:t>
                          </m:r>
                        </m:den>
                      </m:f>
                      <m:r>
                        <a:rPr lang="en-US" i="1">
                          <a:latin typeface="Cambria Math" panose="02040503050406030204" pitchFamily="18" charset="0"/>
                        </a:rPr>
                        <m:t>∗2=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2</m:t>
                          </m:r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27</m:t>
                          </m:r>
                        </m:den>
                      </m:f>
                    </m:oMath>
                  </m:oMathPara>
                </a14:m>
                <a:endParaRPr lang="en-US"/>
              </a:p>
              <a:p>
                <a:pPr marL="0" indent="0">
                  <a:buNone/>
                </a:pPr>
                <a:endParaRPr lang="en-US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</m:d>
                      <m:r>
                        <a:rPr lang="vi-VN" b="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2</m:t>
                          </m:r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3</m:t>
                          </m:r>
                        </m:den>
                      </m:f>
                      <m:r>
                        <a:rPr lang="en-US" i="1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27</m:t>
                          </m:r>
                        </m:den>
                      </m:f>
                      <m:r>
                        <a:rPr lang="en-US" i="1">
                          <a:latin typeface="Cambria Math" panose="02040503050406030204" pitchFamily="18" charset="0"/>
                        </a:rPr>
                        <m:t>∗3=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7</m:t>
                          </m:r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9</m:t>
                          </m:r>
                        </m:den>
                      </m:f>
                    </m:oMath>
                  </m:oMathPara>
                </a14:m>
                <a:endParaRPr lang="en-US"/>
              </a:p>
              <a:p>
                <a:pPr marL="0" indent="0">
                  <a:buNone/>
                </a:pPr>
                <a:endParaRPr lang="en-US"/>
              </a:p>
              <a:p>
                <a:pPr marL="0" indent="0">
                  <a:buNone/>
                </a:pPr>
                <a:endParaRPr lang="en-US"/>
              </a:p>
            </p:txBody>
          </p:sp>
        </mc:Choice>
        <mc:Fallback xmlns="">
          <p:sp>
            <p:nvSpPr>
              <p:cNvPr id="3" name="Chỗ dành sẵn cho Nội dung 2">
                <a:extLst>
                  <a:ext uri="{FF2B5EF4-FFF2-40B4-BE49-F238E27FC236}">
                    <a16:creationId xmlns:a16="http://schemas.microsoft.com/office/drawing/2014/main" id="{79730584-F1CB-40F7-BA77-EFE20535508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4575311" cy="4351338"/>
              </a:xfrm>
              <a:blipFill>
                <a:blip r:embed="rId2"/>
                <a:stretch>
                  <a:fillRect l="-2770" t="-2326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Hình Bầu dục 3">
            <a:extLst>
              <a:ext uri="{FF2B5EF4-FFF2-40B4-BE49-F238E27FC236}">
                <a16:creationId xmlns:a16="http://schemas.microsoft.com/office/drawing/2014/main" id="{A13B7A7D-3BE5-4C71-9A4C-E7D44E389BE8}"/>
              </a:ext>
            </a:extLst>
          </p:cNvPr>
          <p:cNvSpPr/>
          <p:nvPr/>
        </p:nvSpPr>
        <p:spPr>
          <a:xfrm>
            <a:off x="8057322" y="1537252"/>
            <a:ext cx="940904" cy="927652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/>
              <a:t>1</a:t>
            </a:r>
            <a:endParaRPr lang="vi-VN"/>
          </a:p>
        </p:txBody>
      </p:sp>
      <p:sp>
        <p:nvSpPr>
          <p:cNvPr id="5" name="Hình Bầu dục 4">
            <a:extLst>
              <a:ext uri="{FF2B5EF4-FFF2-40B4-BE49-F238E27FC236}">
                <a16:creationId xmlns:a16="http://schemas.microsoft.com/office/drawing/2014/main" id="{55C4BCD2-5D43-44DE-B651-2FA186023B0E}"/>
              </a:ext>
            </a:extLst>
          </p:cNvPr>
          <p:cNvSpPr/>
          <p:nvPr/>
        </p:nvSpPr>
        <p:spPr>
          <a:xfrm>
            <a:off x="6248400" y="2965174"/>
            <a:ext cx="940904" cy="927652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/>
              <a:t>4</a:t>
            </a:r>
            <a:endParaRPr lang="vi-VN"/>
          </a:p>
        </p:txBody>
      </p:sp>
      <p:sp>
        <p:nvSpPr>
          <p:cNvPr id="6" name="Hình Bầu dục 5">
            <a:extLst>
              <a:ext uri="{FF2B5EF4-FFF2-40B4-BE49-F238E27FC236}">
                <a16:creationId xmlns:a16="http://schemas.microsoft.com/office/drawing/2014/main" id="{1D8AA1F4-8476-499B-80E9-382E9A401F62}"/>
              </a:ext>
            </a:extLst>
          </p:cNvPr>
          <p:cNvSpPr/>
          <p:nvPr/>
        </p:nvSpPr>
        <p:spPr>
          <a:xfrm>
            <a:off x="9925879" y="2951922"/>
            <a:ext cx="940904" cy="927652"/>
          </a:xfrm>
          <a:prstGeom prst="ellipse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/>
              <a:t>2</a:t>
            </a:r>
            <a:endParaRPr lang="vi-VN" b="1"/>
          </a:p>
        </p:txBody>
      </p:sp>
      <p:sp>
        <p:nvSpPr>
          <p:cNvPr id="7" name="Hình Bầu dục 6">
            <a:extLst>
              <a:ext uri="{FF2B5EF4-FFF2-40B4-BE49-F238E27FC236}">
                <a16:creationId xmlns:a16="http://schemas.microsoft.com/office/drawing/2014/main" id="{73BDBFA8-F319-4B7A-B9D0-B6973AE814AF}"/>
              </a:ext>
            </a:extLst>
          </p:cNvPr>
          <p:cNvSpPr/>
          <p:nvPr/>
        </p:nvSpPr>
        <p:spPr>
          <a:xfrm>
            <a:off x="8057322" y="4565373"/>
            <a:ext cx="940904" cy="927652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/>
              <a:t>3</a:t>
            </a:r>
            <a:endParaRPr lang="vi-VN"/>
          </a:p>
        </p:txBody>
      </p:sp>
      <p:cxnSp>
        <p:nvCxnSpPr>
          <p:cNvPr id="9" name="Đường nối Thẳng 8">
            <a:extLst>
              <a:ext uri="{FF2B5EF4-FFF2-40B4-BE49-F238E27FC236}">
                <a16:creationId xmlns:a16="http://schemas.microsoft.com/office/drawing/2014/main" id="{541D2452-2D15-48E0-B8D4-22A7C1E78E9A}"/>
              </a:ext>
            </a:extLst>
          </p:cNvPr>
          <p:cNvCxnSpPr>
            <a:cxnSpLocks/>
            <a:stCxn id="4" idx="2"/>
            <a:endCxn id="5" idx="0"/>
          </p:cNvCxnSpPr>
          <p:nvPr/>
        </p:nvCxnSpPr>
        <p:spPr>
          <a:xfrm flipH="1">
            <a:off x="6718852" y="2001078"/>
            <a:ext cx="1338470" cy="964096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Đường nối Thẳng 9">
            <a:extLst>
              <a:ext uri="{FF2B5EF4-FFF2-40B4-BE49-F238E27FC236}">
                <a16:creationId xmlns:a16="http://schemas.microsoft.com/office/drawing/2014/main" id="{D25656FF-351D-40DE-827D-6D32A46359A9}"/>
              </a:ext>
            </a:extLst>
          </p:cNvPr>
          <p:cNvCxnSpPr>
            <a:cxnSpLocks/>
            <a:stCxn id="7" idx="2"/>
            <a:endCxn id="5" idx="4"/>
          </p:cNvCxnSpPr>
          <p:nvPr/>
        </p:nvCxnSpPr>
        <p:spPr>
          <a:xfrm flipH="1" flipV="1">
            <a:off x="6718852" y="3892826"/>
            <a:ext cx="1338470" cy="1136373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Đường nối Thẳng 12">
            <a:extLst>
              <a:ext uri="{FF2B5EF4-FFF2-40B4-BE49-F238E27FC236}">
                <a16:creationId xmlns:a16="http://schemas.microsoft.com/office/drawing/2014/main" id="{0524F036-2377-49C0-9D36-A6626C6AD63E}"/>
              </a:ext>
            </a:extLst>
          </p:cNvPr>
          <p:cNvCxnSpPr>
            <a:cxnSpLocks/>
            <a:stCxn id="7" idx="6"/>
            <a:endCxn id="6" idx="4"/>
          </p:cNvCxnSpPr>
          <p:nvPr/>
        </p:nvCxnSpPr>
        <p:spPr>
          <a:xfrm flipV="1">
            <a:off x="8998226" y="3879574"/>
            <a:ext cx="1398105" cy="1149625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Đường nối Thẳng 15">
            <a:extLst>
              <a:ext uri="{FF2B5EF4-FFF2-40B4-BE49-F238E27FC236}">
                <a16:creationId xmlns:a16="http://schemas.microsoft.com/office/drawing/2014/main" id="{E55AA0F9-57B9-4237-A0B8-061FF34C8488}"/>
              </a:ext>
            </a:extLst>
          </p:cNvPr>
          <p:cNvCxnSpPr>
            <a:cxnSpLocks/>
            <a:stCxn id="4" idx="6"/>
            <a:endCxn id="6" idx="0"/>
          </p:cNvCxnSpPr>
          <p:nvPr/>
        </p:nvCxnSpPr>
        <p:spPr>
          <a:xfrm>
            <a:off x="8998226" y="2001078"/>
            <a:ext cx="1398105" cy="950844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Đường nối Thẳng 18">
            <a:extLst>
              <a:ext uri="{FF2B5EF4-FFF2-40B4-BE49-F238E27FC236}">
                <a16:creationId xmlns:a16="http://schemas.microsoft.com/office/drawing/2014/main" id="{F9ED6804-77D3-4554-90F0-B4F687A2FBCC}"/>
              </a:ext>
            </a:extLst>
          </p:cNvPr>
          <p:cNvCxnSpPr>
            <a:cxnSpLocks/>
            <a:stCxn id="5" idx="6"/>
            <a:endCxn id="6" idx="2"/>
          </p:cNvCxnSpPr>
          <p:nvPr/>
        </p:nvCxnSpPr>
        <p:spPr>
          <a:xfrm flipV="1">
            <a:off x="7189304" y="3415748"/>
            <a:ext cx="2736575" cy="13252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Đường nối Thẳng 21">
            <a:extLst>
              <a:ext uri="{FF2B5EF4-FFF2-40B4-BE49-F238E27FC236}">
                <a16:creationId xmlns:a16="http://schemas.microsoft.com/office/drawing/2014/main" id="{D6110F8D-FC88-4737-825A-62C15729DD47}"/>
              </a:ext>
            </a:extLst>
          </p:cNvPr>
          <p:cNvCxnSpPr>
            <a:cxnSpLocks/>
            <a:stCxn id="4" idx="4"/>
            <a:endCxn id="7" idx="0"/>
          </p:cNvCxnSpPr>
          <p:nvPr/>
        </p:nvCxnSpPr>
        <p:spPr>
          <a:xfrm>
            <a:off x="8527774" y="2464904"/>
            <a:ext cx="0" cy="2100469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Hộp Văn bản 7">
                <a:extLst>
                  <a:ext uri="{FF2B5EF4-FFF2-40B4-BE49-F238E27FC236}">
                    <a16:creationId xmlns:a16="http://schemas.microsoft.com/office/drawing/2014/main" id="{5B0C635C-36CD-4D56-8F9A-A3FB446F7549}"/>
                  </a:ext>
                </a:extLst>
              </p:cNvPr>
              <p:cNvSpPr txBox="1"/>
              <p:nvPr/>
            </p:nvSpPr>
            <p:spPr>
              <a:xfrm>
                <a:off x="8087139" y="539928"/>
                <a:ext cx="940904" cy="78380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num>
                        <m:den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27</m:t>
                          </m:r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8" name="Hộp Văn bản 7">
                <a:extLst>
                  <a:ext uri="{FF2B5EF4-FFF2-40B4-BE49-F238E27FC236}">
                    <a16:creationId xmlns:a16="http://schemas.microsoft.com/office/drawing/2014/main" id="{5B0C635C-36CD-4D56-8F9A-A3FB446F754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87139" y="539928"/>
                <a:ext cx="940904" cy="783804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2" name="Đường kết nối: Cong 11">
            <a:extLst>
              <a:ext uri="{FF2B5EF4-FFF2-40B4-BE49-F238E27FC236}">
                <a16:creationId xmlns:a16="http://schemas.microsoft.com/office/drawing/2014/main" id="{CC2CDC6F-D2EE-47BC-90A7-FC79D02BA024}"/>
              </a:ext>
            </a:extLst>
          </p:cNvPr>
          <p:cNvCxnSpPr>
            <a:cxnSpLocks/>
            <a:stCxn id="6" idx="0"/>
          </p:cNvCxnSpPr>
          <p:nvPr/>
        </p:nvCxnSpPr>
        <p:spPr>
          <a:xfrm rot="16200000" flipH="1">
            <a:off x="10379766" y="2968487"/>
            <a:ext cx="477078" cy="443949"/>
          </a:xfrm>
          <a:prstGeom prst="curvedConnector4">
            <a:avLst>
              <a:gd name="adj1" fmla="val -47917"/>
              <a:gd name="adj2" fmla="val 152985"/>
            </a:avLst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9" name="Hộp Văn bản 48">
                <a:extLst>
                  <a:ext uri="{FF2B5EF4-FFF2-40B4-BE49-F238E27FC236}">
                    <a16:creationId xmlns:a16="http://schemas.microsoft.com/office/drawing/2014/main" id="{C6D87357-9627-4EAF-82B3-DD2FBA26E689}"/>
                  </a:ext>
                </a:extLst>
              </p:cNvPr>
              <p:cNvSpPr txBox="1"/>
              <p:nvPr/>
            </p:nvSpPr>
            <p:spPr>
              <a:xfrm>
                <a:off x="5353739" y="3023846"/>
                <a:ext cx="940904" cy="78380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num>
                        <m:den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27</m:t>
                          </m:r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49" name="Hộp Văn bản 48">
                <a:extLst>
                  <a:ext uri="{FF2B5EF4-FFF2-40B4-BE49-F238E27FC236}">
                    <a16:creationId xmlns:a16="http://schemas.microsoft.com/office/drawing/2014/main" id="{C6D87357-9627-4EAF-82B3-DD2FBA26E68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53739" y="3023846"/>
                <a:ext cx="940904" cy="783804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4" name="Hộp Văn bản 53">
                <a:extLst>
                  <a:ext uri="{FF2B5EF4-FFF2-40B4-BE49-F238E27FC236}">
                    <a16:creationId xmlns:a16="http://schemas.microsoft.com/office/drawing/2014/main" id="{FEBCA68C-8706-49CA-9BA9-0826C37848E0}"/>
                  </a:ext>
                </a:extLst>
              </p:cNvPr>
              <p:cNvSpPr txBox="1"/>
              <p:nvPr/>
            </p:nvSpPr>
            <p:spPr>
              <a:xfrm>
                <a:off x="11051485" y="2965174"/>
                <a:ext cx="940904" cy="78374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7</m:t>
                          </m:r>
                        </m:num>
                        <m:den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9</m:t>
                          </m:r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54" name="Hộp Văn bản 53">
                <a:extLst>
                  <a:ext uri="{FF2B5EF4-FFF2-40B4-BE49-F238E27FC236}">
                    <a16:creationId xmlns:a16="http://schemas.microsoft.com/office/drawing/2014/main" id="{FEBCA68C-8706-49CA-9BA9-0826C37848E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051485" y="2965174"/>
                <a:ext cx="940904" cy="783741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5" name="Hộp Văn bản 34">
                <a:extLst>
                  <a:ext uri="{FF2B5EF4-FFF2-40B4-BE49-F238E27FC236}">
                    <a16:creationId xmlns:a16="http://schemas.microsoft.com/office/drawing/2014/main" id="{2EF752FF-19B5-4D00-AF85-E37F5CB7AB22}"/>
                  </a:ext>
                </a:extLst>
              </p:cNvPr>
              <p:cNvSpPr txBox="1"/>
              <p:nvPr/>
            </p:nvSpPr>
            <p:spPr>
              <a:xfrm>
                <a:off x="8087139" y="5698984"/>
                <a:ext cx="940904" cy="7861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num>
                        <m:den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27</m:t>
                          </m:r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35" name="Hộp Văn bản 34">
                <a:extLst>
                  <a:ext uri="{FF2B5EF4-FFF2-40B4-BE49-F238E27FC236}">
                    <a16:creationId xmlns:a16="http://schemas.microsoft.com/office/drawing/2014/main" id="{2EF752FF-19B5-4D00-AF85-E37F5CB7AB2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87139" y="5698984"/>
                <a:ext cx="940904" cy="786177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Chỗ dành sẵn cho Số hiệu Bản chiếu 10">
            <a:extLst>
              <a:ext uri="{FF2B5EF4-FFF2-40B4-BE49-F238E27FC236}">
                <a16:creationId xmlns:a16="http://schemas.microsoft.com/office/drawing/2014/main" id="{8CEF8962-AC60-4E08-AE83-E8FD385BE0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27BFFA-55D5-419F-87EC-45C1B812D548}" type="slidenum">
              <a:rPr lang="vi-VN" smtClean="0"/>
              <a:t>33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3728630384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êu đề 1">
            <a:extLst>
              <a:ext uri="{FF2B5EF4-FFF2-40B4-BE49-F238E27FC236}">
                <a16:creationId xmlns:a16="http://schemas.microsoft.com/office/drawing/2014/main" id="{94F870A8-6CCC-49C9-90B7-A824D6802C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Random walk</a:t>
            </a:r>
            <a:endParaRPr lang="vi-VN"/>
          </a:p>
        </p:txBody>
      </p:sp>
      <p:pic>
        <p:nvPicPr>
          <p:cNvPr id="5" name="Chỗ dành sẵn cho Nội dung 4">
            <a:extLst>
              <a:ext uri="{FF2B5EF4-FFF2-40B4-BE49-F238E27FC236}">
                <a16:creationId xmlns:a16="http://schemas.microsoft.com/office/drawing/2014/main" id="{875B2ADD-B0C9-4A04-A0D5-6FF558640EE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 rotWithShape="1">
          <a:blip r:embed="rId2"/>
          <a:srcRect l="11433" t="40642" r="32035" b="8281"/>
          <a:stretch/>
        </p:blipFill>
        <p:spPr>
          <a:xfrm>
            <a:off x="838200" y="1690688"/>
            <a:ext cx="6244778" cy="3186112"/>
          </a:xfr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" name="Hộp Văn bản 5">
                <a:extLst>
                  <a:ext uri="{FF2B5EF4-FFF2-40B4-BE49-F238E27FC236}">
                    <a16:creationId xmlns:a16="http://schemas.microsoft.com/office/drawing/2014/main" id="{76942EA6-97A4-4021-A53E-68616161ADA8}"/>
                  </a:ext>
                </a:extLst>
              </p:cNvPr>
              <p:cNvSpPr txBox="1"/>
              <p:nvPr/>
            </p:nvSpPr>
            <p:spPr>
              <a:xfrm>
                <a:off x="7442200" y="1905000"/>
                <a:ext cx="4064000" cy="210968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800"/>
                  <a:t>Prob(Success) at time t = 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1−</m:t>
                    </m:r>
                    <m:f>
                      <m:fPr>
                        <m:ctrlPr>
                          <a:rPr lang="en-US" sz="28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−1</m:t>
                        </m:r>
                      </m:num>
                      <m:den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</m:den>
                    </m:f>
                    <m:sSup>
                      <m:sSupPr>
                        <m:ctrlPr>
                          <a:rPr lang="en-US" sz="28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en-US" sz="28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en-US" sz="2800" b="0" i="1" smtClean="0">
                                    <a:latin typeface="Cambria Math" panose="02040503050406030204" pitchFamily="18" charset="0"/>
                                  </a:rPr>
                                  <m:t>𝑁</m:t>
                                </m:r>
                                <m:r>
                                  <a:rPr lang="en-US" sz="2800" b="0" i="1" smtClean="0">
                                    <a:latin typeface="Cambria Math" panose="02040503050406030204" pitchFamily="18" charset="0"/>
                                  </a:rPr>
                                  <m:t>−2</m:t>
                                </m:r>
                              </m:num>
                              <m:den>
                                <m:r>
                                  <a:rPr lang="en-US" sz="2800" b="0" i="1" smtClean="0">
                                    <a:latin typeface="Cambria Math" panose="02040503050406030204" pitchFamily="18" charset="0"/>
                                  </a:rPr>
                                  <m:t>𝑁</m:t>
                                </m:r>
                                <m:r>
                                  <a:rPr lang="en-US" sz="2800" b="0" i="1" smtClean="0">
                                    <a:latin typeface="Cambria Math" panose="02040503050406030204" pitchFamily="18" charset="0"/>
                                  </a:rPr>
                                  <m:t>−1</m:t>
                                </m:r>
                              </m:den>
                            </m:f>
                          </m:e>
                        </m:d>
                      </m:e>
                      <m:sup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p>
                    </m:sSup>
                  </m:oMath>
                </a14:m>
                <a:endParaRPr lang="en-US" sz="2800"/>
              </a:p>
              <a:p>
                <a:endParaRPr lang="en-US" sz="2800"/>
              </a:p>
              <a:p>
                <a:r>
                  <a:rPr lang="en-US" sz="2800"/>
                  <a:t>Runtime: 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vi-VN" sz="2800"/>
              </a:p>
            </p:txBody>
          </p:sp>
        </mc:Choice>
        <mc:Fallback xmlns="">
          <p:sp>
            <p:nvSpPr>
              <p:cNvPr id="6" name="Hộp Văn bản 5">
                <a:extLst>
                  <a:ext uri="{FF2B5EF4-FFF2-40B4-BE49-F238E27FC236}">
                    <a16:creationId xmlns:a16="http://schemas.microsoft.com/office/drawing/2014/main" id="{76942EA6-97A4-4021-A53E-68616161ADA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42200" y="1905000"/>
                <a:ext cx="4064000" cy="2109680"/>
              </a:xfrm>
              <a:prstGeom prst="rect">
                <a:avLst/>
              </a:prstGeom>
              <a:blipFill>
                <a:blip r:embed="rId3"/>
                <a:stretch>
                  <a:fillRect l="-3148" t="-2890" b="-7225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Chỗ dành sẵn cho Số hiệu Bản chiếu 2">
            <a:extLst>
              <a:ext uri="{FF2B5EF4-FFF2-40B4-BE49-F238E27FC236}">
                <a16:creationId xmlns:a16="http://schemas.microsoft.com/office/drawing/2014/main" id="{E45699BA-3936-4F5C-A44B-1C377A3680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27BFFA-55D5-419F-87EC-45C1B812D548}" type="slidenum">
              <a:rPr lang="vi-VN" smtClean="0"/>
              <a:t>34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3640427694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êu đề 1">
            <a:extLst>
              <a:ext uri="{FF2B5EF4-FFF2-40B4-BE49-F238E27FC236}">
                <a16:creationId xmlns:a16="http://schemas.microsoft.com/office/drawing/2014/main" id="{9EBC716A-C7CE-499C-AC91-0C0DBB9EA2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Quantum walk</a:t>
            </a:r>
            <a:endParaRPr lang="vi-V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hỗ dành sẵn cho Nội dung 2">
                <a:extLst>
                  <a:ext uri="{FF2B5EF4-FFF2-40B4-BE49-F238E27FC236}">
                    <a16:creationId xmlns:a16="http://schemas.microsoft.com/office/drawing/2014/main" id="{12A15F07-DF3C-49AD-9523-61F458A6829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4292600" cy="435133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/>
                  <a:t>Change 4 probs to 12 amplitudes of a wave function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⟩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𝜓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≔{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𝛼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endParaRPr lang="en-US"/>
              </a:p>
              <a:p>
                <a:pPr marL="0" indent="0">
                  <a:buNone/>
                </a:pPr>
                <a:endParaRPr lang="en-US"/>
              </a:p>
              <a:p>
                <a:pPr marL="0" indent="0">
                  <a:buNone/>
                </a:pPr>
                <a:r>
                  <a:rPr lang="en-US"/>
                  <a:t>Init: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|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𝜓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(0)⟩</m:t>
                    </m:r>
                  </m:oMath>
                </a14:m>
                <a:endParaRPr lang="en-US"/>
              </a:p>
              <a:p>
                <a:pPr marL="0" indent="0">
                  <a:buNone/>
                </a:pPr>
                <a:r>
                  <a:rPr lang="en-US"/>
                  <a:t>Note that at intermediate steps we cannot observe the system. Then we do not know the current node is the marked node or not.</a:t>
                </a:r>
                <a:endParaRPr lang="vi-VN"/>
              </a:p>
            </p:txBody>
          </p:sp>
        </mc:Choice>
        <mc:Fallback xmlns="">
          <p:sp>
            <p:nvSpPr>
              <p:cNvPr id="3" name="Chỗ dành sẵn cho Nội dung 2">
                <a:extLst>
                  <a:ext uri="{FF2B5EF4-FFF2-40B4-BE49-F238E27FC236}">
                    <a16:creationId xmlns:a16="http://schemas.microsoft.com/office/drawing/2014/main" id="{12A15F07-DF3C-49AD-9523-61F458A6829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4292600" cy="4351338"/>
              </a:xfrm>
              <a:blipFill>
                <a:blip r:embed="rId2"/>
                <a:stretch>
                  <a:fillRect l="-2983" t="-2241" r="-2699" b="-3221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Hình Bầu dục 3">
            <a:extLst>
              <a:ext uri="{FF2B5EF4-FFF2-40B4-BE49-F238E27FC236}">
                <a16:creationId xmlns:a16="http://schemas.microsoft.com/office/drawing/2014/main" id="{99115616-464F-4168-87BB-EA1EC03F6149}"/>
              </a:ext>
            </a:extLst>
          </p:cNvPr>
          <p:cNvSpPr/>
          <p:nvPr/>
        </p:nvSpPr>
        <p:spPr>
          <a:xfrm>
            <a:off x="8057322" y="1537252"/>
            <a:ext cx="940904" cy="927652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/>
              <a:t>1</a:t>
            </a:r>
            <a:endParaRPr lang="vi-VN"/>
          </a:p>
        </p:txBody>
      </p:sp>
      <p:sp>
        <p:nvSpPr>
          <p:cNvPr id="5" name="Hình Bầu dục 4">
            <a:extLst>
              <a:ext uri="{FF2B5EF4-FFF2-40B4-BE49-F238E27FC236}">
                <a16:creationId xmlns:a16="http://schemas.microsoft.com/office/drawing/2014/main" id="{9684E85B-428C-4543-8725-AE018CFCED5A}"/>
              </a:ext>
            </a:extLst>
          </p:cNvPr>
          <p:cNvSpPr/>
          <p:nvPr/>
        </p:nvSpPr>
        <p:spPr>
          <a:xfrm>
            <a:off x="6248400" y="2965174"/>
            <a:ext cx="940904" cy="927652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/>
              <a:t>4</a:t>
            </a:r>
            <a:endParaRPr lang="vi-VN"/>
          </a:p>
        </p:txBody>
      </p:sp>
      <p:sp>
        <p:nvSpPr>
          <p:cNvPr id="6" name="Hình Bầu dục 5">
            <a:extLst>
              <a:ext uri="{FF2B5EF4-FFF2-40B4-BE49-F238E27FC236}">
                <a16:creationId xmlns:a16="http://schemas.microsoft.com/office/drawing/2014/main" id="{57D812CC-19EA-4713-B1BB-AAB3BA2AAF90}"/>
              </a:ext>
            </a:extLst>
          </p:cNvPr>
          <p:cNvSpPr/>
          <p:nvPr/>
        </p:nvSpPr>
        <p:spPr>
          <a:xfrm>
            <a:off x="9925879" y="2951922"/>
            <a:ext cx="940904" cy="927652"/>
          </a:xfrm>
          <a:prstGeom prst="ellipse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/>
              <a:t>2</a:t>
            </a:r>
            <a:endParaRPr lang="vi-VN" b="1"/>
          </a:p>
        </p:txBody>
      </p:sp>
      <p:sp>
        <p:nvSpPr>
          <p:cNvPr id="7" name="Hình Bầu dục 6">
            <a:extLst>
              <a:ext uri="{FF2B5EF4-FFF2-40B4-BE49-F238E27FC236}">
                <a16:creationId xmlns:a16="http://schemas.microsoft.com/office/drawing/2014/main" id="{C8571D22-3C12-43C1-AF38-A7412EA6DDBF}"/>
              </a:ext>
            </a:extLst>
          </p:cNvPr>
          <p:cNvSpPr/>
          <p:nvPr/>
        </p:nvSpPr>
        <p:spPr>
          <a:xfrm>
            <a:off x="8057322" y="4565373"/>
            <a:ext cx="940904" cy="927652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/>
              <a:t>3</a:t>
            </a:r>
            <a:endParaRPr lang="vi-VN"/>
          </a:p>
        </p:txBody>
      </p:sp>
      <p:cxnSp>
        <p:nvCxnSpPr>
          <p:cNvPr id="8" name="Đường nối Thẳng 7">
            <a:extLst>
              <a:ext uri="{FF2B5EF4-FFF2-40B4-BE49-F238E27FC236}">
                <a16:creationId xmlns:a16="http://schemas.microsoft.com/office/drawing/2014/main" id="{513DB62C-4961-402B-ADFB-AC457C21ABB5}"/>
              </a:ext>
            </a:extLst>
          </p:cNvPr>
          <p:cNvCxnSpPr>
            <a:stCxn id="4" idx="2"/>
            <a:endCxn id="5" idx="0"/>
          </p:cNvCxnSpPr>
          <p:nvPr/>
        </p:nvCxnSpPr>
        <p:spPr>
          <a:xfrm flipH="1">
            <a:off x="6718852" y="2001078"/>
            <a:ext cx="1338470" cy="964096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" name="Đường nối Thẳng 8">
            <a:extLst>
              <a:ext uri="{FF2B5EF4-FFF2-40B4-BE49-F238E27FC236}">
                <a16:creationId xmlns:a16="http://schemas.microsoft.com/office/drawing/2014/main" id="{0CC72069-8258-4088-8910-43E57A6B97E6}"/>
              </a:ext>
            </a:extLst>
          </p:cNvPr>
          <p:cNvCxnSpPr>
            <a:cxnSpLocks/>
            <a:stCxn id="7" idx="2"/>
            <a:endCxn id="5" idx="4"/>
          </p:cNvCxnSpPr>
          <p:nvPr/>
        </p:nvCxnSpPr>
        <p:spPr>
          <a:xfrm flipH="1" flipV="1">
            <a:off x="6718852" y="3892826"/>
            <a:ext cx="1338470" cy="1136373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Đường nối Thẳng 9">
            <a:extLst>
              <a:ext uri="{FF2B5EF4-FFF2-40B4-BE49-F238E27FC236}">
                <a16:creationId xmlns:a16="http://schemas.microsoft.com/office/drawing/2014/main" id="{34238372-EBF7-4D22-8017-1E0C9D5F6A20}"/>
              </a:ext>
            </a:extLst>
          </p:cNvPr>
          <p:cNvCxnSpPr>
            <a:cxnSpLocks/>
            <a:stCxn id="7" idx="6"/>
            <a:endCxn id="6" idx="4"/>
          </p:cNvCxnSpPr>
          <p:nvPr/>
        </p:nvCxnSpPr>
        <p:spPr>
          <a:xfrm flipV="1">
            <a:off x="8998226" y="3879574"/>
            <a:ext cx="1398105" cy="1149625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" name="Đường nối Thẳng 10">
            <a:extLst>
              <a:ext uri="{FF2B5EF4-FFF2-40B4-BE49-F238E27FC236}">
                <a16:creationId xmlns:a16="http://schemas.microsoft.com/office/drawing/2014/main" id="{B59491BA-5F94-4A13-81E2-035CB1208423}"/>
              </a:ext>
            </a:extLst>
          </p:cNvPr>
          <p:cNvCxnSpPr>
            <a:cxnSpLocks/>
            <a:stCxn id="4" idx="6"/>
            <a:endCxn id="6" idx="0"/>
          </p:cNvCxnSpPr>
          <p:nvPr/>
        </p:nvCxnSpPr>
        <p:spPr>
          <a:xfrm>
            <a:off x="8998226" y="2001078"/>
            <a:ext cx="1398105" cy="950844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Đường nối Thẳng 11">
            <a:extLst>
              <a:ext uri="{FF2B5EF4-FFF2-40B4-BE49-F238E27FC236}">
                <a16:creationId xmlns:a16="http://schemas.microsoft.com/office/drawing/2014/main" id="{236E6C80-9897-4AB2-A61D-A8246FA7D43E}"/>
              </a:ext>
            </a:extLst>
          </p:cNvPr>
          <p:cNvCxnSpPr>
            <a:cxnSpLocks/>
            <a:stCxn id="5" idx="6"/>
            <a:endCxn id="6" idx="2"/>
          </p:cNvCxnSpPr>
          <p:nvPr/>
        </p:nvCxnSpPr>
        <p:spPr>
          <a:xfrm flipV="1">
            <a:off x="7189304" y="3415748"/>
            <a:ext cx="2736575" cy="13252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Đường nối Thẳng 12">
            <a:extLst>
              <a:ext uri="{FF2B5EF4-FFF2-40B4-BE49-F238E27FC236}">
                <a16:creationId xmlns:a16="http://schemas.microsoft.com/office/drawing/2014/main" id="{7E1AEACC-371A-41C4-9A76-C11C449A1AD6}"/>
              </a:ext>
            </a:extLst>
          </p:cNvPr>
          <p:cNvCxnSpPr>
            <a:cxnSpLocks/>
            <a:stCxn id="4" idx="4"/>
            <a:endCxn id="7" idx="0"/>
          </p:cNvCxnSpPr>
          <p:nvPr/>
        </p:nvCxnSpPr>
        <p:spPr>
          <a:xfrm>
            <a:off x="8527774" y="2464904"/>
            <a:ext cx="0" cy="2100469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Đường kết nối Mũi tên Thẳng 15">
            <a:extLst>
              <a:ext uri="{FF2B5EF4-FFF2-40B4-BE49-F238E27FC236}">
                <a16:creationId xmlns:a16="http://schemas.microsoft.com/office/drawing/2014/main" id="{3A9A09E9-005D-4285-8737-6A1201C31B80}"/>
              </a:ext>
            </a:extLst>
          </p:cNvPr>
          <p:cNvCxnSpPr>
            <a:stCxn id="4" idx="2"/>
          </p:cNvCxnSpPr>
          <p:nvPr/>
        </p:nvCxnSpPr>
        <p:spPr>
          <a:xfrm flipH="1">
            <a:off x="7580243" y="2001078"/>
            <a:ext cx="477079" cy="357809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Đường kết nối Mũi tên Thẳng 16">
            <a:extLst>
              <a:ext uri="{FF2B5EF4-FFF2-40B4-BE49-F238E27FC236}">
                <a16:creationId xmlns:a16="http://schemas.microsoft.com/office/drawing/2014/main" id="{716DE38D-A6B2-475A-B2E3-D258C9C48CA2}"/>
              </a:ext>
            </a:extLst>
          </p:cNvPr>
          <p:cNvCxnSpPr>
            <a:cxnSpLocks/>
            <a:stCxn id="5" idx="4"/>
          </p:cNvCxnSpPr>
          <p:nvPr/>
        </p:nvCxnSpPr>
        <p:spPr>
          <a:xfrm>
            <a:off x="6718852" y="3892826"/>
            <a:ext cx="463826" cy="410817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Đường kết nối Mũi tên Thẳng 17">
            <a:extLst>
              <a:ext uri="{FF2B5EF4-FFF2-40B4-BE49-F238E27FC236}">
                <a16:creationId xmlns:a16="http://schemas.microsoft.com/office/drawing/2014/main" id="{D1AA7F03-2D77-45AB-ADBC-A1B4A0201731}"/>
              </a:ext>
            </a:extLst>
          </p:cNvPr>
          <p:cNvCxnSpPr>
            <a:cxnSpLocks/>
          </p:cNvCxnSpPr>
          <p:nvPr/>
        </p:nvCxnSpPr>
        <p:spPr>
          <a:xfrm>
            <a:off x="9024731" y="2001078"/>
            <a:ext cx="450574" cy="357809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Đường kết nối Mũi tên Thẳng 18">
            <a:extLst>
              <a:ext uri="{FF2B5EF4-FFF2-40B4-BE49-F238E27FC236}">
                <a16:creationId xmlns:a16="http://schemas.microsoft.com/office/drawing/2014/main" id="{C295A4CB-BFDA-4D46-90D5-EBF6BBBCB7A3}"/>
              </a:ext>
            </a:extLst>
          </p:cNvPr>
          <p:cNvCxnSpPr>
            <a:cxnSpLocks/>
            <a:stCxn id="5" idx="0"/>
          </p:cNvCxnSpPr>
          <p:nvPr/>
        </p:nvCxnSpPr>
        <p:spPr>
          <a:xfrm flipV="1">
            <a:off x="6718852" y="2618340"/>
            <a:ext cx="463826" cy="346834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" name="Đường kết nối Mũi tên Thẳng 19">
            <a:extLst>
              <a:ext uri="{FF2B5EF4-FFF2-40B4-BE49-F238E27FC236}">
                <a16:creationId xmlns:a16="http://schemas.microsoft.com/office/drawing/2014/main" id="{641BA443-90B5-4567-BBE1-19E9EF0D0BB7}"/>
              </a:ext>
            </a:extLst>
          </p:cNvPr>
          <p:cNvCxnSpPr>
            <a:cxnSpLocks/>
          </p:cNvCxnSpPr>
          <p:nvPr/>
        </p:nvCxnSpPr>
        <p:spPr>
          <a:xfrm flipV="1">
            <a:off x="9001539" y="4682365"/>
            <a:ext cx="463826" cy="346834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Đường kết nối Mũi tên Thẳng 20">
            <a:extLst>
              <a:ext uri="{FF2B5EF4-FFF2-40B4-BE49-F238E27FC236}">
                <a16:creationId xmlns:a16="http://schemas.microsoft.com/office/drawing/2014/main" id="{70CE9047-D81B-453C-8CF1-877A2DAC4E71}"/>
              </a:ext>
            </a:extLst>
          </p:cNvPr>
          <p:cNvCxnSpPr>
            <a:cxnSpLocks/>
            <a:stCxn id="7" idx="2"/>
          </p:cNvCxnSpPr>
          <p:nvPr/>
        </p:nvCxnSpPr>
        <p:spPr>
          <a:xfrm flipH="1" flipV="1">
            <a:off x="7539038" y="4565373"/>
            <a:ext cx="518284" cy="463826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Đường kết nối Mũi tên Thẳng 21">
            <a:extLst>
              <a:ext uri="{FF2B5EF4-FFF2-40B4-BE49-F238E27FC236}">
                <a16:creationId xmlns:a16="http://schemas.microsoft.com/office/drawing/2014/main" id="{3255B1A0-5878-437E-863F-326C06930952}"/>
              </a:ext>
            </a:extLst>
          </p:cNvPr>
          <p:cNvCxnSpPr>
            <a:cxnSpLocks/>
            <a:stCxn id="7" idx="0"/>
          </p:cNvCxnSpPr>
          <p:nvPr/>
        </p:nvCxnSpPr>
        <p:spPr>
          <a:xfrm flipV="1">
            <a:off x="8527774" y="3997187"/>
            <a:ext cx="0" cy="568186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Đường kết nối Mũi tên Thẳng 22">
            <a:extLst>
              <a:ext uri="{FF2B5EF4-FFF2-40B4-BE49-F238E27FC236}">
                <a16:creationId xmlns:a16="http://schemas.microsoft.com/office/drawing/2014/main" id="{A23F6F56-9B44-41AD-8685-840A0C1776B7}"/>
              </a:ext>
            </a:extLst>
          </p:cNvPr>
          <p:cNvCxnSpPr>
            <a:cxnSpLocks/>
          </p:cNvCxnSpPr>
          <p:nvPr/>
        </p:nvCxnSpPr>
        <p:spPr>
          <a:xfrm>
            <a:off x="7189304" y="3429000"/>
            <a:ext cx="622852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Đường kết nối Mũi tên Thẳng 23">
            <a:extLst>
              <a:ext uri="{FF2B5EF4-FFF2-40B4-BE49-F238E27FC236}">
                <a16:creationId xmlns:a16="http://schemas.microsoft.com/office/drawing/2014/main" id="{F5235566-7BE0-40D4-9D6A-4434CEBAB33D}"/>
              </a:ext>
            </a:extLst>
          </p:cNvPr>
          <p:cNvCxnSpPr>
            <a:cxnSpLocks/>
            <a:stCxn id="4" idx="4"/>
          </p:cNvCxnSpPr>
          <p:nvPr/>
        </p:nvCxnSpPr>
        <p:spPr>
          <a:xfrm>
            <a:off x="8527774" y="2464904"/>
            <a:ext cx="1" cy="487018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3" name="Hộp Văn bản 32">
                <a:extLst>
                  <a:ext uri="{FF2B5EF4-FFF2-40B4-BE49-F238E27FC236}">
                    <a16:creationId xmlns:a16="http://schemas.microsoft.com/office/drawing/2014/main" id="{0587D231-9425-48A5-9DAC-FC3F11F6D4D5}"/>
                  </a:ext>
                </a:extLst>
              </p:cNvPr>
              <p:cNvSpPr txBox="1"/>
              <p:nvPr/>
            </p:nvSpPr>
            <p:spPr>
              <a:xfrm>
                <a:off x="8521148" y="2503486"/>
                <a:ext cx="940904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vi-VN" sz="24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𝛼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13</m:t>
                          </m:r>
                        </m:sub>
                      </m:sSub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33" name="Hộp Văn bản 32">
                <a:extLst>
                  <a:ext uri="{FF2B5EF4-FFF2-40B4-BE49-F238E27FC236}">
                    <a16:creationId xmlns:a16="http://schemas.microsoft.com/office/drawing/2014/main" id="{0587D231-9425-48A5-9DAC-FC3F11F6D4D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21148" y="2503486"/>
                <a:ext cx="940904" cy="461665"/>
              </a:xfrm>
              <a:prstGeom prst="rect">
                <a:avLst/>
              </a:prstGeom>
              <a:blipFill>
                <a:blip r:embed="rId3"/>
                <a:stretch>
                  <a:fillRect b="-4000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4" name="Hộp Văn bản 33">
                <a:extLst>
                  <a:ext uri="{FF2B5EF4-FFF2-40B4-BE49-F238E27FC236}">
                    <a16:creationId xmlns:a16="http://schemas.microsoft.com/office/drawing/2014/main" id="{4B63E84F-BD29-47E8-9560-55ADBE2A12C8}"/>
                  </a:ext>
                </a:extLst>
              </p:cNvPr>
              <p:cNvSpPr txBox="1"/>
              <p:nvPr/>
            </p:nvSpPr>
            <p:spPr>
              <a:xfrm>
                <a:off x="7123044" y="3493042"/>
                <a:ext cx="940904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vi-VN" sz="24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𝛼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42</m:t>
                          </m:r>
                        </m:sub>
                      </m:sSub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34" name="Hộp Văn bản 33">
                <a:extLst>
                  <a:ext uri="{FF2B5EF4-FFF2-40B4-BE49-F238E27FC236}">
                    <a16:creationId xmlns:a16="http://schemas.microsoft.com/office/drawing/2014/main" id="{4B63E84F-BD29-47E8-9560-55ADBE2A12C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23044" y="3493042"/>
                <a:ext cx="940904" cy="461665"/>
              </a:xfrm>
              <a:prstGeom prst="rect">
                <a:avLst/>
              </a:prstGeom>
              <a:blipFill>
                <a:blip r:embed="rId4"/>
                <a:stretch>
                  <a:fillRect b="-3947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5" name="Hộp Văn bản 34">
                <a:extLst>
                  <a:ext uri="{FF2B5EF4-FFF2-40B4-BE49-F238E27FC236}">
                    <a16:creationId xmlns:a16="http://schemas.microsoft.com/office/drawing/2014/main" id="{DA550A11-9474-4600-B061-D1E336CF106E}"/>
                  </a:ext>
                </a:extLst>
              </p:cNvPr>
              <p:cNvSpPr txBox="1"/>
              <p:nvPr/>
            </p:nvSpPr>
            <p:spPr>
              <a:xfrm>
                <a:off x="7030278" y="1628807"/>
                <a:ext cx="940904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vi-VN" sz="24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𝛼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14</m:t>
                          </m:r>
                        </m:sub>
                      </m:sSub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35" name="Hộp Văn bản 34">
                <a:extLst>
                  <a:ext uri="{FF2B5EF4-FFF2-40B4-BE49-F238E27FC236}">
                    <a16:creationId xmlns:a16="http://schemas.microsoft.com/office/drawing/2014/main" id="{DA550A11-9474-4600-B061-D1E336CF106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30278" y="1628807"/>
                <a:ext cx="940904" cy="461665"/>
              </a:xfrm>
              <a:prstGeom prst="rect">
                <a:avLst/>
              </a:prstGeom>
              <a:blipFill>
                <a:blip r:embed="rId5"/>
                <a:stretch>
                  <a:fillRect b="-3947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6" name="Hộp Văn bản 35">
                <a:extLst>
                  <a:ext uri="{FF2B5EF4-FFF2-40B4-BE49-F238E27FC236}">
                    <a16:creationId xmlns:a16="http://schemas.microsoft.com/office/drawing/2014/main" id="{2C596160-1254-45AD-B4CA-98451E876C35}"/>
                  </a:ext>
                </a:extLst>
              </p:cNvPr>
              <p:cNvSpPr txBox="1"/>
              <p:nvPr/>
            </p:nvSpPr>
            <p:spPr>
              <a:xfrm>
                <a:off x="9037983" y="1563604"/>
                <a:ext cx="940904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vi-VN" sz="24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𝛼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12</m:t>
                          </m:r>
                        </m:sub>
                      </m:sSub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36" name="Hộp Văn bản 35">
                <a:extLst>
                  <a:ext uri="{FF2B5EF4-FFF2-40B4-BE49-F238E27FC236}">
                    <a16:creationId xmlns:a16="http://schemas.microsoft.com/office/drawing/2014/main" id="{2C596160-1254-45AD-B4CA-98451E876C3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37983" y="1563604"/>
                <a:ext cx="940904" cy="461665"/>
              </a:xfrm>
              <a:prstGeom prst="rect">
                <a:avLst/>
              </a:prstGeom>
              <a:blipFill>
                <a:blip r:embed="rId6"/>
                <a:stretch>
                  <a:fillRect b="-3947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7" name="Hộp Văn bản 36">
                <a:extLst>
                  <a:ext uri="{FF2B5EF4-FFF2-40B4-BE49-F238E27FC236}">
                    <a16:creationId xmlns:a16="http://schemas.microsoft.com/office/drawing/2014/main" id="{38D83C10-F0FC-464E-B5A2-C73C12A0E2DF}"/>
                  </a:ext>
                </a:extLst>
              </p:cNvPr>
              <p:cNvSpPr txBox="1"/>
              <p:nvPr/>
            </p:nvSpPr>
            <p:spPr>
              <a:xfrm>
                <a:off x="9125779" y="4909975"/>
                <a:ext cx="940904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vi-VN" sz="24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𝛼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32</m:t>
                          </m:r>
                        </m:sub>
                      </m:sSub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37" name="Hộp Văn bản 36">
                <a:extLst>
                  <a:ext uri="{FF2B5EF4-FFF2-40B4-BE49-F238E27FC236}">
                    <a16:creationId xmlns:a16="http://schemas.microsoft.com/office/drawing/2014/main" id="{38D83C10-F0FC-464E-B5A2-C73C12A0E2D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25779" y="4909975"/>
                <a:ext cx="940904" cy="461665"/>
              </a:xfrm>
              <a:prstGeom prst="rect">
                <a:avLst/>
              </a:prstGeom>
              <a:blipFill>
                <a:blip r:embed="rId7"/>
                <a:stretch>
                  <a:fillRect b="-3947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8" name="Hộp Văn bản 37">
                <a:extLst>
                  <a:ext uri="{FF2B5EF4-FFF2-40B4-BE49-F238E27FC236}">
                    <a16:creationId xmlns:a16="http://schemas.microsoft.com/office/drawing/2014/main" id="{9A526844-9177-46F7-8470-8F497CFBBCF0}"/>
                  </a:ext>
                </a:extLst>
              </p:cNvPr>
              <p:cNvSpPr txBox="1"/>
              <p:nvPr/>
            </p:nvSpPr>
            <p:spPr>
              <a:xfrm>
                <a:off x="6197048" y="4103708"/>
                <a:ext cx="940904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vi-VN" sz="24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𝛼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43</m:t>
                          </m:r>
                        </m:sub>
                      </m:sSub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38" name="Hộp Văn bản 37">
                <a:extLst>
                  <a:ext uri="{FF2B5EF4-FFF2-40B4-BE49-F238E27FC236}">
                    <a16:creationId xmlns:a16="http://schemas.microsoft.com/office/drawing/2014/main" id="{9A526844-9177-46F7-8470-8F497CFBBCF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97048" y="4103708"/>
                <a:ext cx="940904" cy="461665"/>
              </a:xfrm>
              <a:prstGeom prst="rect">
                <a:avLst/>
              </a:prstGeom>
              <a:blipFill>
                <a:blip r:embed="rId8"/>
                <a:stretch>
                  <a:fillRect b="-3947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9" name="Hộp Văn bản 38">
                <a:extLst>
                  <a:ext uri="{FF2B5EF4-FFF2-40B4-BE49-F238E27FC236}">
                    <a16:creationId xmlns:a16="http://schemas.microsoft.com/office/drawing/2014/main" id="{B8393DCB-809E-4D48-B145-815A2B846A62}"/>
                  </a:ext>
                </a:extLst>
              </p:cNvPr>
              <p:cNvSpPr txBox="1"/>
              <p:nvPr/>
            </p:nvSpPr>
            <p:spPr>
              <a:xfrm>
                <a:off x="6957598" y="4776255"/>
                <a:ext cx="940904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vi-VN" sz="24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𝛼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34</m:t>
                          </m:r>
                        </m:sub>
                      </m:sSub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39" name="Hộp Văn bản 38">
                <a:extLst>
                  <a:ext uri="{FF2B5EF4-FFF2-40B4-BE49-F238E27FC236}">
                    <a16:creationId xmlns:a16="http://schemas.microsoft.com/office/drawing/2014/main" id="{B8393DCB-809E-4D48-B145-815A2B846A6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57598" y="4776255"/>
                <a:ext cx="940904" cy="461665"/>
              </a:xfrm>
              <a:prstGeom prst="rect">
                <a:avLst/>
              </a:prstGeom>
              <a:blipFill>
                <a:blip r:embed="rId9"/>
                <a:stretch>
                  <a:fillRect b="-4000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0" name="Hộp Văn bản 39">
                <a:extLst>
                  <a:ext uri="{FF2B5EF4-FFF2-40B4-BE49-F238E27FC236}">
                    <a16:creationId xmlns:a16="http://schemas.microsoft.com/office/drawing/2014/main" id="{26851321-B546-4602-9E92-E4A4B916BF14}"/>
                  </a:ext>
                </a:extLst>
              </p:cNvPr>
              <p:cNvSpPr txBox="1"/>
              <p:nvPr/>
            </p:nvSpPr>
            <p:spPr>
              <a:xfrm>
                <a:off x="8507067" y="3798375"/>
                <a:ext cx="940904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vi-VN" sz="24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𝛼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31</m:t>
                          </m:r>
                        </m:sub>
                      </m:sSub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40" name="Hộp Văn bản 39">
                <a:extLst>
                  <a:ext uri="{FF2B5EF4-FFF2-40B4-BE49-F238E27FC236}">
                    <a16:creationId xmlns:a16="http://schemas.microsoft.com/office/drawing/2014/main" id="{26851321-B546-4602-9E92-E4A4B916BF1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07067" y="3798375"/>
                <a:ext cx="940904" cy="461665"/>
              </a:xfrm>
              <a:prstGeom prst="rect">
                <a:avLst/>
              </a:prstGeom>
              <a:blipFill>
                <a:blip r:embed="rId10"/>
                <a:stretch>
                  <a:fillRect b="-3947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1" name="Hộp Văn bản 40">
                <a:extLst>
                  <a:ext uri="{FF2B5EF4-FFF2-40B4-BE49-F238E27FC236}">
                    <a16:creationId xmlns:a16="http://schemas.microsoft.com/office/drawing/2014/main" id="{D5ADFD28-42A3-40CE-AED0-749326C40C32}"/>
                  </a:ext>
                </a:extLst>
              </p:cNvPr>
              <p:cNvSpPr txBox="1"/>
              <p:nvPr/>
            </p:nvSpPr>
            <p:spPr>
              <a:xfrm>
                <a:off x="6248400" y="2187616"/>
                <a:ext cx="940904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vi-VN" sz="24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𝛼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41</m:t>
                          </m:r>
                        </m:sub>
                      </m:sSub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41" name="Hộp Văn bản 40">
                <a:extLst>
                  <a:ext uri="{FF2B5EF4-FFF2-40B4-BE49-F238E27FC236}">
                    <a16:creationId xmlns:a16="http://schemas.microsoft.com/office/drawing/2014/main" id="{D5ADFD28-42A3-40CE-AED0-749326C40C3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48400" y="2187616"/>
                <a:ext cx="940904" cy="461665"/>
              </a:xfrm>
              <a:prstGeom prst="rect">
                <a:avLst/>
              </a:prstGeom>
              <a:blipFill>
                <a:blip r:embed="rId11"/>
                <a:stretch>
                  <a:fillRect b="-2632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2" name="Đường kết nối Mũi tên Thẳng 41">
            <a:extLst>
              <a:ext uri="{FF2B5EF4-FFF2-40B4-BE49-F238E27FC236}">
                <a16:creationId xmlns:a16="http://schemas.microsoft.com/office/drawing/2014/main" id="{1E487595-DC74-4A0D-BAE4-D29304B89453}"/>
              </a:ext>
            </a:extLst>
          </p:cNvPr>
          <p:cNvCxnSpPr>
            <a:cxnSpLocks/>
          </p:cNvCxnSpPr>
          <p:nvPr/>
        </p:nvCxnSpPr>
        <p:spPr>
          <a:xfrm flipH="1" flipV="1">
            <a:off x="9866245" y="2582547"/>
            <a:ext cx="541888" cy="364405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4" name="Đường kết nối Mũi tên Thẳng 43">
            <a:extLst>
              <a:ext uri="{FF2B5EF4-FFF2-40B4-BE49-F238E27FC236}">
                <a16:creationId xmlns:a16="http://schemas.microsoft.com/office/drawing/2014/main" id="{CB808353-128E-43CB-895B-AA4F6365523F}"/>
              </a:ext>
            </a:extLst>
          </p:cNvPr>
          <p:cNvCxnSpPr>
            <a:cxnSpLocks/>
            <a:stCxn id="6" idx="4"/>
          </p:cNvCxnSpPr>
          <p:nvPr/>
        </p:nvCxnSpPr>
        <p:spPr>
          <a:xfrm flipH="1">
            <a:off x="9866245" y="3879574"/>
            <a:ext cx="530086" cy="463826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7" name="Hộp Văn bản 46">
                <a:extLst>
                  <a:ext uri="{FF2B5EF4-FFF2-40B4-BE49-F238E27FC236}">
                    <a16:creationId xmlns:a16="http://schemas.microsoft.com/office/drawing/2014/main" id="{15EDD0FA-12C2-475B-A544-D00364097A7E}"/>
                  </a:ext>
                </a:extLst>
              </p:cNvPr>
              <p:cNvSpPr txBox="1"/>
              <p:nvPr/>
            </p:nvSpPr>
            <p:spPr>
              <a:xfrm>
                <a:off x="10113067" y="4050447"/>
                <a:ext cx="940904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vi-VN" sz="24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𝛼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23</m:t>
                          </m:r>
                        </m:sub>
                      </m:sSub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47" name="Hộp Văn bản 46">
                <a:extLst>
                  <a:ext uri="{FF2B5EF4-FFF2-40B4-BE49-F238E27FC236}">
                    <a16:creationId xmlns:a16="http://schemas.microsoft.com/office/drawing/2014/main" id="{15EDD0FA-12C2-475B-A544-D00364097A7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113067" y="4050447"/>
                <a:ext cx="940904" cy="461665"/>
              </a:xfrm>
              <a:prstGeom prst="rect">
                <a:avLst/>
              </a:prstGeom>
              <a:blipFill>
                <a:blip r:embed="rId12"/>
                <a:stretch>
                  <a:fillRect b="-3947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8" name="Hộp Văn bản 47">
                <a:extLst>
                  <a:ext uri="{FF2B5EF4-FFF2-40B4-BE49-F238E27FC236}">
                    <a16:creationId xmlns:a16="http://schemas.microsoft.com/office/drawing/2014/main" id="{5CF5EAAD-B3DF-4F1B-8936-43C3506F1C0D}"/>
                  </a:ext>
                </a:extLst>
              </p:cNvPr>
              <p:cNvSpPr txBox="1"/>
              <p:nvPr/>
            </p:nvSpPr>
            <p:spPr>
              <a:xfrm>
                <a:off x="10025270" y="2090472"/>
                <a:ext cx="940904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vi-VN" sz="24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𝛼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21</m:t>
                          </m:r>
                        </m:sub>
                      </m:sSub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48" name="Hộp Văn bản 47">
                <a:extLst>
                  <a:ext uri="{FF2B5EF4-FFF2-40B4-BE49-F238E27FC236}">
                    <a16:creationId xmlns:a16="http://schemas.microsoft.com/office/drawing/2014/main" id="{5CF5EAAD-B3DF-4F1B-8936-43C3506F1C0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25270" y="2090472"/>
                <a:ext cx="940904" cy="461665"/>
              </a:xfrm>
              <a:prstGeom prst="rect">
                <a:avLst/>
              </a:prstGeom>
              <a:blipFill>
                <a:blip r:embed="rId13"/>
                <a:stretch>
                  <a:fillRect b="-2632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9" name="Đường kết nối Mũi tên Thẳng 48">
            <a:extLst>
              <a:ext uri="{FF2B5EF4-FFF2-40B4-BE49-F238E27FC236}">
                <a16:creationId xmlns:a16="http://schemas.microsoft.com/office/drawing/2014/main" id="{2F36073C-84DD-46ED-8846-F14666CE1BAD}"/>
              </a:ext>
            </a:extLst>
          </p:cNvPr>
          <p:cNvCxnSpPr>
            <a:cxnSpLocks/>
            <a:stCxn id="6" idx="2"/>
          </p:cNvCxnSpPr>
          <p:nvPr/>
        </p:nvCxnSpPr>
        <p:spPr>
          <a:xfrm flipH="1">
            <a:off x="9233452" y="3415748"/>
            <a:ext cx="692427" cy="13252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2" name="Hộp Văn bản 51">
                <a:extLst>
                  <a:ext uri="{FF2B5EF4-FFF2-40B4-BE49-F238E27FC236}">
                    <a16:creationId xmlns:a16="http://schemas.microsoft.com/office/drawing/2014/main" id="{8DE72232-EF6B-4561-849C-3A67A66EB48F}"/>
                  </a:ext>
                </a:extLst>
              </p:cNvPr>
              <p:cNvSpPr txBox="1"/>
              <p:nvPr/>
            </p:nvSpPr>
            <p:spPr>
              <a:xfrm>
                <a:off x="9136271" y="3480029"/>
                <a:ext cx="940904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vi-VN" sz="24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𝛼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24</m:t>
                          </m:r>
                        </m:sub>
                      </m:sSub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52" name="Hộp Văn bản 51">
                <a:extLst>
                  <a:ext uri="{FF2B5EF4-FFF2-40B4-BE49-F238E27FC236}">
                    <a16:creationId xmlns:a16="http://schemas.microsoft.com/office/drawing/2014/main" id="{8DE72232-EF6B-4561-849C-3A67A66EB48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36271" y="3480029"/>
                <a:ext cx="940904" cy="461665"/>
              </a:xfrm>
              <a:prstGeom prst="rect">
                <a:avLst/>
              </a:prstGeom>
              <a:blipFill>
                <a:blip r:embed="rId14"/>
                <a:stretch>
                  <a:fillRect b="-2632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Chỗ dành sẵn cho Số hiệu Bản chiếu 13">
            <a:extLst>
              <a:ext uri="{FF2B5EF4-FFF2-40B4-BE49-F238E27FC236}">
                <a16:creationId xmlns:a16="http://schemas.microsoft.com/office/drawing/2014/main" id="{49EA9290-FEF4-405C-AB1C-AF86DD0368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27BFFA-55D5-419F-87EC-45C1B812D548}" type="slidenum">
              <a:rPr lang="vi-VN" smtClean="0"/>
              <a:t>35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2798573179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êu đề 1">
            <a:extLst>
              <a:ext uri="{FF2B5EF4-FFF2-40B4-BE49-F238E27FC236}">
                <a16:creationId xmlns:a16="http://schemas.microsoft.com/office/drawing/2014/main" id="{59452D0A-F928-4871-8239-07EE6DF3DF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Quantum walk</a:t>
            </a:r>
            <a:endParaRPr lang="vi-V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hỗ dành sẵn cho Nội dung 2">
                <a:extLst>
                  <a:ext uri="{FF2B5EF4-FFF2-40B4-BE49-F238E27FC236}">
                    <a16:creationId xmlns:a16="http://schemas.microsoft.com/office/drawing/2014/main" id="{79730584-F1CB-40F7-BA77-EFE20535508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4575311" cy="4351338"/>
              </a:xfrm>
            </p:spPr>
            <p:txBody>
              <a:bodyPr>
                <a:normAutofit fontScale="92500" lnSpcReduction="20000"/>
              </a:bodyPr>
              <a:lstStyle/>
              <a:p>
                <a:pPr marL="0" indent="0">
                  <a:buNone/>
                </a:pPr>
                <a:r>
                  <a:rPr lang="en-US"/>
                  <a:t>At step 1 </a:t>
                </a:r>
              </a:p>
              <a:p>
                <a:pPr marL="0" indent="0">
                  <a:buNone/>
                </a:pPr>
                <a:r>
                  <a:rPr lang="en-US"/>
                  <a:t>1a. Query oracle:</a:t>
                </a:r>
              </a:p>
              <a:p>
                <a:pPr marL="0" indent="0">
                  <a:buNone/>
                </a:pPr>
                <a:endParaRPr lang="en-US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𝑄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|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𝜓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⟩</m:t>
                      </m:r>
                    </m:oMath>
                  </m:oMathPara>
                </a14:m>
                <a:endParaRPr lang="en-US"/>
              </a:p>
              <a:p>
                <a:pPr marL="0" indent="0">
                  <a:buNone/>
                </a:pPr>
                <a:endParaRPr lang="en-US"/>
              </a:p>
              <a:p>
                <a:pPr marL="0" indent="0">
                  <a:buNone/>
                </a:pPr>
                <a:r>
                  <a:rPr lang="en-US"/>
                  <a:t>1b. Apply a quantum coin flip+shift (-I+2A) that inverts each amplitude about the average amplitude at its vertex. (Nothing happen)</a:t>
                </a:r>
              </a:p>
              <a:p>
                <a:pPr marL="0" indent="0">
                  <a:buNone/>
                </a:pPr>
                <a:endParaRPr lang="en-US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𝐶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𝑄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|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𝜓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⟩)</m:t>
                      </m:r>
                    </m:oMath>
                  </m:oMathPara>
                </a14:m>
                <a:endParaRPr lang="en-US"/>
              </a:p>
              <a:p>
                <a:pPr marL="0" indent="0">
                  <a:buNone/>
                </a:pPr>
                <a:endParaRPr lang="en-US"/>
              </a:p>
              <a:p>
                <a:pPr marL="0" indent="0">
                  <a:buNone/>
                </a:pPr>
                <a:endParaRPr lang="en-US"/>
              </a:p>
              <a:p>
                <a:pPr marL="0" indent="0">
                  <a:buNone/>
                </a:pPr>
                <a:endParaRPr lang="en-US"/>
              </a:p>
              <a:p>
                <a:pPr marL="0" indent="0">
                  <a:buNone/>
                </a:pPr>
                <a:endParaRPr lang="en-US"/>
              </a:p>
            </p:txBody>
          </p:sp>
        </mc:Choice>
        <mc:Fallback xmlns="">
          <p:sp>
            <p:nvSpPr>
              <p:cNvPr id="3" name="Chỗ dành sẵn cho Nội dung 2">
                <a:extLst>
                  <a:ext uri="{FF2B5EF4-FFF2-40B4-BE49-F238E27FC236}">
                    <a16:creationId xmlns:a16="http://schemas.microsoft.com/office/drawing/2014/main" id="{79730584-F1CB-40F7-BA77-EFE20535508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4575311" cy="4351338"/>
              </a:xfrm>
              <a:blipFill>
                <a:blip r:embed="rId2"/>
                <a:stretch>
                  <a:fillRect l="-2493" t="-3488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Hình Bầu dục 3">
            <a:extLst>
              <a:ext uri="{FF2B5EF4-FFF2-40B4-BE49-F238E27FC236}">
                <a16:creationId xmlns:a16="http://schemas.microsoft.com/office/drawing/2014/main" id="{A13B7A7D-3BE5-4C71-9A4C-E7D44E389BE8}"/>
              </a:ext>
            </a:extLst>
          </p:cNvPr>
          <p:cNvSpPr/>
          <p:nvPr/>
        </p:nvSpPr>
        <p:spPr>
          <a:xfrm>
            <a:off x="8057322" y="1537252"/>
            <a:ext cx="940904" cy="927652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/>
              <a:t>1</a:t>
            </a:r>
            <a:endParaRPr lang="vi-VN"/>
          </a:p>
        </p:txBody>
      </p:sp>
      <p:sp>
        <p:nvSpPr>
          <p:cNvPr id="5" name="Hình Bầu dục 4">
            <a:extLst>
              <a:ext uri="{FF2B5EF4-FFF2-40B4-BE49-F238E27FC236}">
                <a16:creationId xmlns:a16="http://schemas.microsoft.com/office/drawing/2014/main" id="{55C4BCD2-5D43-44DE-B651-2FA186023B0E}"/>
              </a:ext>
            </a:extLst>
          </p:cNvPr>
          <p:cNvSpPr/>
          <p:nvPr/>
        </p:nvSpPr>
        <p:spPr>
          <a:xfrm>
            <a:off x="6248400" y="2965174"/>
            <a:ext cx="940904" cy="927652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/>
              <a:t>4</a:t>
            </a:r>
            <a:endParaRPr lang="vi-VN"/>
          </a:p>
        </p:txBody>
      </p:sp>
      <p:sp>
        <p:nvSpPr>
          <p:cNvPr id="6" name="Hình Bầu dục 5">
            <a:extLst>
              <a:ext uri="{FF2B5EF4-FFF2-40B4-BE49-F238E27FC236}">
                <a16:creationId xmlns:a16="http://schemas.microsoft.com/office/drawing/2014/main" id="{1D8AA1F4-8476-499B-80E9-382E9A401F62}"/>
              </a:ext>
            </a:extLst>
          </p:cNvPr>
          <p:cNvSpPr/>
          <p:nvPr/>
        </p:nvSpPr>
        <p:spPr>
          <a:xfrm>
            <a:off x="9925879" y="2951922"/>
            <a:ext cx="940904" cy="927652"/>
          </a:xfrm>
          <a:prstGeom prst="ellipse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/>
              <a:t>2</a:t>
            </a:r>
            <a:endParaRPr lang="vi-VN" b="1"/>
          </a:p>
        </p:txBody>
      </p:sp>
      <p:sp>
        <p:nvSpPr>
          <p:cNvPr id="7" name="Hình Bầu dục 6">
            <a:extLst>
              <a:ext uri="{FF2B5EF4-FFF2-40B4-BE49-F238E27FC236}">
                <a16:creationId xmlns:a16="http://schemas.microsoft.com/office/drawing/2014/main" id="{73BDBFA8-F319-4B7A-B9D0-B6973AE814AF}"/>
              </a:ext>
            </a:extLst>
          </p:cNvPr>
          <p:cNvSpPr/>
          <p:nvPr/>
        </p:nvSpPr>
        <p:spPr>
          <a:xfrm>
            <a:off x="8057322" y="4565373"/>
            <a:ext cx="940904" cy="927652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/>
              <a:t>3</a:t>
            </a:r>
            <a:endParaRPr lang="vi-VN"/>
          </a:p>
        </p:txBody>
      </p:sp>
      <p:cxnSp>
        <p:nvCxnSpPr>
          <p:cNvPr id="9" name="Đường nối Thẳng 8">
            <a:extLst>
              <a:ext uri="{FF2B5EF4-FFF2-40B4-BE49-F238E27FC236}">
                <a16:creationId xmlns:a16="http://schemas.microsoft.com/office/drawing/2014/main" id="{541D2452-2D15-48E0-B8D4-22A7C1E78E9A}"/>
              </a:ext>
            </a:extLst>
          </p:cNvPr>
          <p:cNvCxnSpPr>
            <a:stCxn id="4" idx="2"/>
            <a:endCxn id="5" idx="0"/>
          </p:cNvCxnSpPr>
          <p:nvPr/>
        </p:nvCxnSpPr>
        <p:spPr>
          <a:xfrm flipH="1">
            <a:off x="6718852" y="2001078"/>
            <a:ext cx="1338470" cy="964096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Đường nối Thẳng 9">
            <a:extLst>
              <a:ext uri="{FF2B5EF4-FFF2-40B4-BE49-F238E27FC236}">
                <a16:creationId xmlns:a16="http://schemas.microsoft.com/office/drawing/2014/main" id="{D25656FF-351D-40DE-827D-6D32A46359A9}"/>
              </a:ext>
            </a:extLst>
          </p:cNvPr>
          <p:cNvCxnSpPr>
            <a:cxnSpLocks/>
            <a:stCxn id="7" idx="2"/>
            <a:endCxn id="5" idx="4"/>
          </p:cNvCxnSpPr>
          <p:nvPr/>
        </p:nvCxnSpPr>
        <p:spPr>
          <a:xfrm flipH="1" flipV="1">
            <a:off x="6718852" y="3892826"/>
            <a:ext cx="1338470" cy="1136373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Đường nối Thẳng 12">
            <a:extLst>
              <a:ext uri="{FF2B5EF4-FFF2-40B4-BE49-F238E27FC236}">
                <a16:creationId xmlns:a16="http://schemas.microsoft.com/office/drawing/2014/main" id="{0524F036-2377-49C0-9D36-A6626C6AD63E}"/>
              </a:ext>
            </a:extLst>
          </p:cNvPr>
          <p:cNvCxnSpPr>
            <a:cxnSpLocks/>
            <a:stCxn id="7" idx="6"/>
            <a:endCxn id="6" idx="4"/>
          </p:cNvCxnSpPr>
          <p:nvPr/>
        </p:nvCxnSpPr>
        <p:spPr>
          <a:xfrm flipV="1">
            <a:off x="8998226" y="3879574"/>
            <a:ext cx="1398105" cy="1149625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Đường nối Thẳng 15">
            <a:extLst>
              <a:ext uri="{FF2B5EF4-FFF2-40B4-BE49-F238E27FC236}">
                <a16:creationId xmlns:a16="http://schemas.microsoft.com/office/drawing/2014/main" id="{E55AA0F9-57B9-4237-A0B8-061FF34C8488}"/>
              </a:ext>
            </a:extLst>
          </p:cNvPr>
          <p:cNvCxnSpPr>
            <a:cxnSpLocks/>
            <a:stCxn id="4" idx="6"/>
            <a:endCxn id="6" idx="0"/>
          </p:cNvCxnSpPr>
          <p:nvPr/>
        </p:nvCxnSpPr>
        <p:spPr>
          <a:xfrm>
            <a:off x="8998226" y="2001078"/>
            <a:ext cx="1398105" cy="950844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Đường nối Thẳng 18">
            <a:extLst>
              <a:ext uri="{FF2B5EF4-FFF2-40B4-BE49-F238E27FC236}">
                <a16:creationId xmlns:a16="http://schemas.microsoft.com/office/drawing/2014/main" id="{F9ED6804-77D3-4554-90F0-B4F687A2FBCC}"/>
              </a:ext>
            </a:extLst>
          </p:cNvPr>
          <p:cNvCxnSpPr>
            <a:cxnSpLocks/>
            <a:stCxn id="5" idx="6"/>
            <a:endCxn id="6" idx="2"/>
          </p:cNvCxnSpPr>
          <p:nvPr/>
        </p:nvCxnSpPr>
        <p:spPr>
          <a:xfrm flipV="1">
            <a:off x="7189304" y="3415748"/>
            <a:ext cx="2736575" cy="13252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Đường nối Thẳng 21">
            <a:extLst>
              <a:ext uri="{FF2B5EF4-FFF2-40B4-BE49-F238E27FC236}">
                <a16:creationId xmlns:a16="http://schemas.microsoft.com/office/drawing/2014/main" id="{D6110F8D-FC88-4737-825A-62C15729DD47}"/>
              </a:ext>
            </a:extLst>
          </p:cNvPr>
          <p:cNvCxnSpPr>
            <a:cxnSpLocks/>
            <a:stCxn id="4" idx="4"/>
            <a:endCxn id="7" idx="0"/>
          </p:cNvCxnSpPr>
          <p:nvPr/>
        </p:nvCxnSpPr>
        <p:spPr>
          <a:xfrm>
            <a:off x="8527774" y="2464904"/>
            <a:ext cx="0" cy="2100469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Hộp Văn bản 7">
                <a:extLst>
                  <a:ext uri="{FF2B5EF4-FFF2-40B4-BE49-F238E27FC236}">
                    <a16:creationId xmlns:a16="http://schemas.microsoft.com/office/drawing/2014/main" id="{5B0C635C-36CD-4D56-8F9A-A3FB446F7549}"/>
                  </a:ext>
                </a:extLst>
              </p:cNvPr>
              <p:cNvSpPr txBox="1"/>
              <p:nvPr/>
            </p:nvSpPr>
            <p:spPr>
              <a:xfrm>
                <a:off x="7189304" y="1073426"/>
                <a:ext cx="940904" cy="8552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ad>
                            <m:radPr>
                              <m:degHide m:val="on"/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12</m:t>
                              </m:r>
                            </m:e>
                          </m:rad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8" name="Hộp Văn bản 7">
                <a:extLst>
                  <a:ext uri="{FF2B5EF4-FFF2-40B4-BE49-F238E27FC236}">
                    <a16:creationId xmlns:a16="http://schemas.microsoft.com/office/drawing/2014/main" id="{5B0C635C-36CD-4D56-8F9A-A3FB446F754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89304" y="1073426"/>
                <a:ext cx="940904" cy="855299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4" name="Đường kết nối Mũi tên Thẳng 13">
            <a:extLst>
              <a:ext uri="{FF2B5EF4-FFF2-40B4-BE49-F238E27FC236}">
                <a16:creationId xmlns:a16="http://schemas.microsoft.com/office/drawing/2014/main" id="{5FD38583-98C5-4844-A93B-FE8E074F73EA}"/>
              </a:ext>
            </a:extLst>
          </p:cNvPr>
          <p:cNvCxnSpPr>
            <a:stCxn id="4" idx="2"/>
          </p:cNvCxnSpPr>
          <p:nvPr/>
        </p:nvCxnSpPr>
        <p:spPr>
          <a:xfrm flipH="1">
            <a:off x="7580243" y="2001078"/>
            <a:ext cx="477079" cy="357809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Đường kết nối Mũi tên Thẳng 23">
            <a:extLst>
              <a:ext uri="{FF2B5EF4-FFF2-40B4-BE49-F238E27FC236}">
                <a16:creationId xmlns:a16="http://schemas.microsoft.com/office/drawing/2014/main" id="{2407B759-7518-4C2B-AD26-6FAE424F8699}"/>
              </a:ext>
            </a:extLst>
          </p:cNvPr>
          <p:cNvCxnSpPr>
            <a:cxnSpLocks/>
            <a:stCxn id="5" idx="4"/>
          </p:cNvCxnSpPr>
          <p:nvPr/>
        </p:nvCxnSpPr>
        <p:spPr>
          <a:xfrm>
            <a:off x="6718852" y="3892826"/>
            <a:ext cx="463826" cy="410817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Đường kết nối Mũi tên Thẳng 24">
            <a:extLst>
              <a:ext uri="{FF2B5EF4-FFF2-40B4-BE49-F238E27FC236}">
                <a16:creationId xmlns:a16="http://schemas.microsoft.com/office/drawing/2014/main" id="{BE386699-2881-4395-909A-EE6C694CE725}"/>
              </a:ext>
            </a:extLst>
          </p:cNvPr>
          <p:cNvCxnSpPr>
            <a:cxnSpLocks/>
          </p:cNvCxnSpPr>
          <p:nvPr/>
        </p:nvCxnSpPr>
        <p:spPr>
          <a:xfrm>
            <a:off x="9024731" y="2001078"/>
            <a:ext cx="450574" cy="357809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Đường kết nối Mũi tên Thẳng 26">
            <a:extLst>
              <a:ext uri="{FF2B5EF4-FFF2-40B4-BE49-F238E27FC236}">
                <a16:creationId xmlns:a16="http://schemas.microsoft.com/office/drawing/2014/main" id="{133BDD1E-C8EB-4F08-864A-6FDFBE1872BB}"/>
              </a:ext>
            </a:extLst>
          </p:cNvPr>
          <p:cNvCxnSpPr>
            <a:cxnSpLocks/>
            <a:stCxn id="5" idx="0"/>
          </p:cNvCxnSpPr>
          <p:nvPr/>
        </p:nvCxnSpPr>
        <p:spPr>
          <a:xfrm flipV="1">
            <a:off x="6718852" y="2618340"/>
            <a:ext cx="463826" cy="346834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Đường kết nối Mũi tên Thẳng 29">
            <a:extLst>
              <a:ext uri="{FF2B5EF4-FFF2-40B4-BE49-F238E27FC236}">
                <a16:creationId xmlns:a16="http://schemas.microsoft.com/office/drawing/2014/main" id="{A32AE653-5607-426F-A8D6-CC4CF7E415AF}"/>
              </a:ext>
            </a:extLst>
          </p:cNvPr>
          <p:cNvCxnSpPr>
            <a:cxnSpLocks/>
          </p:cNvCxnSpPr>
          <p:nvPr/>
        </p:nvCxnSpPr>
        <p:spPr>
          <a:xfrm flipV="1">
            <a:off x="9001539" y="4682365"/>
            <a:ext cx="463826" cy="346834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4" name="Đường kết nối Mũi tên Thẳng 33">
            <a:extLst>
              <a:ext uri="{FF2B5EF4-FFF2-40B4-BE49-F238E27FC236}">
                <a16:creationId xmlns:a16="http://schemas.microsoft.com/office/drawing/2014/main" id="{69A9D062-6E43-40F9-B168-D61E8B42BBCF}"/>
              </a:ext>
            </a:extLst>
          </p:cNvPr>
          <p:cNvCxnSpPr>
            <a:cxnSpLocks/>
            <a:stCxn id="7" idx="2"/>
          </p:cNvCxnSpPr>
          <p:nvPr/>
        </p:nvCxnSpPr>
        <p:spPr>
          <a:xfrm flipH="1" flipV="1">
            <a:off x="7539038" y="4565373"/>
            <a:ext cx="518284" cy="463826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8" name="Đường kết nối Mũi tên Thẳng 37">
            <a:extLst>
              <a:ext uri="{FF2B5EF4-FFF2-40B4-BE49-F238E27FC236}">
                <a16:creationId xmlns:a16="http://schemas.microsoft.com/office/drawing/2014/main" id="{593B497D-CECC-40B1-993A-DE8EAC82EB2D}"/>
              </a:ext>
            </a:extLst>
          </p:cNvPr>
          <p:cNvCxnSpPr>
            <a:cxnSpLocks/>
            <a:stCxn id="7" idx="0"/>
          </p:cNvCxnSpPr>
          <p:nvPr/>
        </p:nvCxnSpPr>
        <p:spPr>
          <a:xfrm flipV="1">
            <a:off x="8527774" y="3997187"/>
            <a:ext cx="0" cy="568186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1" name="Đường kết nối Mũi tên Thẳng 40">
            <a:extLst>
              <a:ext uri="{FF2B5EF4-FFF2-40B4-BE49-F238E27FC236}">
                <a16:creationId xmlns:a16="http://schemas.microsoft.com/office/drawing/2014/main" id="{3BEC3D7A-04FE-4E5D-872A-B0AE272FFD96}"/>
              </a:ext>
            </a:extLst>
          </p:cNvPr>
          <p:cNvCxnSpPr>
            <a:cxnSpLocks/>
          </p:cNvCxnSpPr>
          <p:nvPr/>
        </p:nvCxnSpPr>
        <p:spPr>
          <a:xfrm>
            <a:off x="7189304" y="3429000"/>
            <a:ext cx="622852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5" name="Đường kết nối Mũi tên Thẳng 44">
            <a:extLst>
              <a:ext uri="{FF2B5EF4-FFF2-40B4-BE49-F238E27FC236}">
                <a16:creationId xmlns:a16="http://schemas.microsoft.com/office/drawing/2014/main" id="{B3A16CA4-6975-43AE-A8A4-4A4B5DF0E50B}"/>
              </a:ext>
            </a:extLst>
          </p:cNvPr>
          <p:cNvCxnSpPr>
            <a:cxnSpLocks/>
            <a:stCxn id="4" idx="4"/>
          </p:cNvCxnSpPr>
          <p:nvPr/>
        </p:nvCxnSpPr>
        <p:spPr>
          <a:xfrm>
            <a:off x="8527774" y="2464904"/>
            <a:ext cx="1" cy="487018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8" name="Hộp Văn bản 47">
                <a:extLst>
                  <a:ext uri="{FF2B5EF4-FFF2-40B4-BE49-F238E27FC236}">
                    <a16:creationId xmlns:a16="http://schemas.microsoft.com/office/drawing/2014/main" id="{72DD42F4-01E0-479D-8FCF-7D161D2FCE8D}"/>
                  </a:ext>
                </a:extLst>
              </p:cNvPr>
              <p:cNvSpPr txBox="1"/>
              <p:nvPr/>
            </p:nvSpPr>
            <p:spPr>
              <a:xfrm>
                <a:off x="6274903" y="1749360"/>
                <a:ext cx="940904" cy="8552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ad>
                            <m:radPr>
                              <m:degHide m:val="on"/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12</m:t>
                              </m:r>
                            </m:e>
                          </m:rad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48" name="Hộp Văn bản 47">
                <a:extLst>
                  <a:ext uri="{FF2B5EF4-FFF2-40B4-BE49-F238E27FC236}">
                    <a16:creationId xmlns:a16="http://schemas.microsoft.com/office/drawing/2014/main" id="{72DD42F4-01E0-479D-8FCF-7D161D2FCE8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74903" y="1749360"/>
                <a:ext cx="940904" cy="855299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9" name="Hộp Văn bản 48">
                <a:extLst>
                  <a:ext uri="{FF2B5EF4-FFF2-40B4-BE49-F238E27FC236}">
                    <a16:creationId xmlns:a16="http://schemas.microsoft.com/office/drawing/2014/main" id="{C6D87357-9627-4EAF-82B3-DD2FBA26E689}"/>
                  </a:ext>
                </a:extLst>
              </p:cNvPr>
              <p:cNvSpPr txBox="1"/>
              <p:nvPr/>
            </p:nvSpPr>
            <p:spPr>
              <a:xfrm>
                <a:off x="7083288" y="2537388"/>
                <a:ext cx="940904" cy="8552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ad>
                            <m:radPr>
                              <m:degHide m:val="on"/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12</m:t>
                              </m:r>
                            </m:e>
                          </m:rad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49" name="Hộp Văn bản 48">
                <a:extLst>
                  <a:ext uri="{FF2B5EF4-FFF2-40B4-BE49-F238E27FC236}">
                    <a16:creationId xmlns:a16="http://schemas.microsoft.com/office/drawing/2014/main" id="{C6D87357-9627-4EAF-82B3-DD2FBA26E68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83288" y="2537388"/>
                <a:ext cx="940904" cy="855299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0" name="Hộp Văn bản 49">
                <a:extLst>
                  <a:ext uri="{FF2B5EF4-FFF2-40B4-BE49-F238E27FC236}">
                    <a16:creationId xmlns:a16="http://schemas.microsoft.com/office/drawing/2014/main" id="{3F88ADFD-22C9-498E-A1FB-F38D52D1D3FC}"/>
                  </a:ext>
                </a:extLst>
              </p:cNvPr>
              <p:cNvSpPr txBox="1"/>
              <p:nvPr/>
            </p:nvSpPr>
            <p:spPr>
              <a:xfrm>
                <a:off x="6009861" y="3928710"/>
                <a:ext cx="940904" cy="8552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ad>
                            <m:radPr>
                              <m:degHide m:val="on"/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12</m:t>
                              </m:r>
                            </m:e>
                          </m:rad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50" name="Hộp Văn bản 49">
                <a:extLst>
                  <a:ext uri="{FF2B5EF4-FFF2-40B4-BE49-F238E27FC236}">
                    <a16:creationId xmlns:a16="http://schemas.microsoft.com/office/drawing/2014/main" id="{3F88ADFD-22C9-498E-A1FB-F38D52D1D3F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09861" y="3928710"/>
                <a:ext cx="940904" cy="855299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1" name="Hộp Văn bản 50">
                <a:extLst>
                  <a:ext uri="{FF2B5EF4-FFF2-40B4-BE49-F238E27FC236}">
                    <a16:creationId xmlns:a16="http://schemas.microsoft.com/office/drawing/2014/main" id="{F2A3FE2C-21C7-4003-9627-D4EE3ED535B0}"/>
                  </a:ext>
                </a:extLst>
              </p:cNvPr>
              <p:cNvSpPr txBox="1"/>
              <p:nvPr/>
            </p:nvSpPr>
            <p:spPr>
              <a:xfrm>
                <a:off x="7126356" y="4869210"/>
                <a:ext cx="940904" cy="8552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ad>
                            <m:radPr>
                              <m:degHide m:val="on"/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12</m:t>
                              </m:r>
                            </m:e>
                          </m:rad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51" name="Hộp Văn bản 50">
                <a:extLst>
                  <a:ext uri="{FF2B5EF4-FFF2-40B4-BE49-F238E27FC236}">
                    <a16:creationId xmlns:a16="http://schemas.microsoft.com/office/drawing/2014/main" id="{F2A3FE2C-21C7-4003-9627-D4EE3ED535B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26356" y="4869210"/>
                <a:ext cx="940904" cy="855299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2" name="Hộp Văn bản 51">
                <a:extLst>
                  <a:ext uri="{FF2B5EF4-FFF2-40B4-BE49-F238E27FC236}">
                    <a16:creationId xmlns:a16="http://schemas.microsoft.com/office/drawing/2014/main" id="{4E2A9305-7CAB-4199-AF93-D3887C34E64B}"/>
                  </a:ext>
                </a:extLst>
              </p:cNvPr>
              <p:cNvSpPr txBox="1"/>
              <p:nvPr/>
            </p:nvSpPr>
            <p:spPr>
              <a:xfrm>
                <a:off x="8501271" y="3670582"/>
                <a:ext cx="940904" cy="8552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ad>
                            <m:radPr>
                              <m:degHide m:val="on"/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12</m:t>
                              </m:r>
                            </m:e>
                          </m:rad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52" name="Hộp Văn bản 51">
                <a:extLst>
                  <a:ext uri="{FF2B5EF4-FFF2-40B4-BE49-F238E27FC236}">
                    <a16:creationId xmlns:a16="http://schemas.microsoft.com/office/drawing/2014/main" id="{4E2A9305-7CAB-4199-AF93-D3887C34E64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01271" y="3670582"/>
                <a:ext cx="940904" cy="855299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3" name="Hộp Văn bản 52">
                <a:extLst>
                  <a:ext uri="{FF2B5EF4-FFF2-40B4-BE49-F238E27FC236}">
                    <a16:creationId xmlns:a16="http://schemas.microsoft.com/office/drawing/2014/main" id="{564455F6-1F06-4285-BECC-CD51F36DA52A}"/>
                  </a:ext>
                </a:extLst>
              </p:cNvPr>
              <p:cNvSpPr txBox="1"/>
              <p:nvPr/>
            </p:nvSpPr>
            <p:spPr>
              <a:xfrm>
                <a:off x="8924512" y="4890818"/>
                <a:ext cx="940904" cy="8552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ad>
                            <m:radPr>
                              <m:degHide m:val="on"/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12</m:t>
                              </m:r>
                            </m:e>
                          </m:rad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53" name="Hộp Văn bản 52">
                <a:extLst>
                  <a:ext uri="{FF2B5EF4-FFF2-40B4-BE49-F238E27FC236}">
                    <a16:creationId xmlns:a16="http://schemas.microsoft.com/office/drawing/2014/main" id="{564455F6-1F06-4285-BECC-CD51F36DA52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24512" y="4890818"/>
                <a:ext cx="940904" cy="855299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4" name="Hộp Văn bản 53">
                <a:extLst>
                  <a:ext uri="{FF2B5EF4-FFF2-40B4-BE49-F238E27FC236}">
                    <a16:creationId xmlns:a16="http://schemas.microsoft.com/office/drawing/2014/main" id="{FEBCA68C-8706-49CA-9BA9-0826C37848E0}"/>
                  </a:ext>
                </a:extLst>
              </p:cNvPr>
              <p:cNvSpPr txBox="1"/>
              <p:nvPr/>
            </p:nvSpPr>
            <p:spPr>
              <a:xfrm>
                <a:off x="10070825" y="1802297"/>
                <a:ext cx="940904" cy="8552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ad>
                            <m:radPr>
                              <m:degHide m:val="on"/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12</m:t>
                              </m:r>
                            </m:e>
                          </m:rad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54" name="Hộp Văn bản 53">
                <a:extLst>
                  <a:ext uri="{FF2B5EF4-FFF2-40B4-BE49-F238E27FC236}">
                    <a16:creationId xmlns:a16="http://schemas.microsoft.com/office/drawing/2014/main" id="{FEBCA68C-8706-49CA-9BA9-0826C37848E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70825" y="1802297"/>
                <a:ext cx="940904" cy="855299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6" name="Hộp Văn bản 55">
                <a:extLst>
                  <a:ext uri="{FF2B5EF4-FFF2-40B4-BE49-F238E27FC236}">
                    <a16:creationId xmlns:a16="http://schemas.microsoft.com/office/drawing/2014/main" id="{9CC99E96-2956-49CF-A1B4-6A4175A4B26A}"/>
                  </a:ext>
                </a:extLst>
              </p:cNvPr>
              <p:cNvSpPr txBox="1"/>
              <p:nvPr/>
            </p:nvSpPr>
            <p:spPr>
              <a:xfrm>
                <a:off x="8849138" y="1072391"/>
                <a:ext cx="940904" cy="8552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ad>
                            <m:radPr>
                              <m:degHide m:val="on"/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12</m:t>
                              </m:r>
                            </m:e>
                          </m:rad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56" name="Hộp Văn bản 55">
                <a:extLst>
                  <a:ext uri="{FF2B5EF4-FFF2-40B4-BE49-F238E27FC236}">
                    <a16:creationId xmlns:a16="http://schemas.microsoft.com/office/drawing/2014/main" id="{9CC99E96-2956-49CF-A1B4-6A4175A4B26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49138" y="1072391"/>
                <a:ext cx="940904" cy="855299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8" name="Hộp Văn bản 57">
                <a:extLst>
                  <a:ext uri="{FF2B5EF4-FFF2-40B4-BE49-F238E27FC236}">
                    <a16:creationId xmlns:a16="http://schemas.microsoft.com/office/drawing/2014/main" id="{5DE98A5F-F7E7-44CB-98FA-1150EA7A16F6}"/>
                  </a:ext>
                </a:extLst>
              </p:cNvPr>
              <p:cNvSpPr txBox="1"/>
              <p:nvPr/>
            </p:nvSpPr>
            <p:spPr>
              <a:xfrm>
                <a:off x="8329821" y="2446999"/>
                <a:ext cx="940904" cy="8552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ad>
                            <m:radPr>
                              <m:degHide m:val="on"/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12</m:t>
                              </m:r>
                            </m:e>
                          </m:rad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58" name="Hộp Văn bản 57">
                <a:extLst>
                  <a:ext uri="{FF2B5EF4-FFF2-40B4-BE49-F238E27FC236}">
                    <a16:creationId xmlns:a16="http://schemas.microsoft.com/office/drawing/2014/main" id="{5DE98A5F-F7E7-44CB-98FA-1150EA7A16F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29821" y="2446999"/>
                <a:ext cx="940904" cy="855299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5" name="Đường kết nối Mũi tên Thẳng 34">
            <a:extLst>
              <a:ext uri="{FF2B5EF4-FFF2-40B4-BE49-F238E27FC236}">
                <a16:creationId xmlns:a16="http://schemas.microsoft.com/office/drawing/2014/main" id="{D3F484ED-7DC2-4958-93A2-7310CBCCFE49}"/>
              </a:ext>
            </a:extLst>
          </p:cNvPr>
          <p:cNvCxnSpPr>
            <a:cxnSpLocks/>
          </p:cNvCxnSpPr>
          <p:nvPr/>
        </p:nvCxnSpPr>
        <p:spPr>
          <a:xfrm flipH="1" flipV="1">
            <a:off x="9866245" y="2582547"/>
            <a:ext cx="541888" cy="364405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6" name="Đường kết nối Mũi tên Thẳng 35">
            <a:extLst>
              <a:ext uri="{FF2B5EF4-FFF2-40B4-BE49-F238E27FC236}">
                <a16:creationId xmlns:a16="http://schemas.microsoft.com/office/drawing/2014/main" id="{BC3AEDB1-B385-48D5-884A-CE7BF1D87298}"/>
              </a:ext>
            </a:extLst>
          </p:cNvPr>
          <p:cNvCxnSpPr>
            <a:cxnSpLocks/>
          </p:cNvCxnSpPr>
          <p:nvPr/>
        </p:nvCxnSpPr>
        <p:spPr>
          <a:xfrm flipH="1">
            <a:off x="9866245" y="3879574"/>
            <a:ext cx="530086" cy="463826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7" name="Đường kết nối Mũi tên Thẳng 36">
            <a:extLst>
              <a:ext uri="{FF2B5EF4-FFF2-40B4-BE49-F238E27FC236}">
                <a16:creationId xmlns:a16="http://schemas.microsoft.com/office/drawing/2014/main" id="{D7E31F0A-4C86-4EBA-94F6-AE533B5EBB4E}"/>
              </a:ext>
            </a:extLst>
          </p:cNvPr>
          <p:cNvCxnSpPr>
            <a:cxnSpLocks/>
          </p:cNvCxnSpPr>
          <p:nvPr/>
        </p:nvCxnSpPr>
        <p:spPr>
          <a:xfrm flipH="1">
            <a:off x="9233452" y="3415748"/>
            <a:ext cx="692427" cy="13252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9" name="Hộp Văn bản 38">
                <a:extLst>
                  <a:ext uri="{FF2B5EF4-FFF2-40B4-BE49-F238E27FC236}">
                    <a16:creationId xmlns:a16="http://schemas.microsoft.com/office/drawing/2014/main" id="{B7D0E8D1-10A8-4E3E-96CA-39155D0748EA}"/>
                  </a:ext>
                </a:extLst>
              </p:cNvPr>
              <p:cNvSpPr txBox="1"/>
              <p:nvPr/>
            </p:nvSpPr>
            <p:spPr>
              <a:xfrm>
                <a:off x="10070825" y="4124742"/>
                <a:ext cx="940904" cy="8552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ad>
                            <m:radPr>
                              <m:degHide m:val="on"/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12</m:t>
                              </m:r>
                            </m:e>
                          </m:rad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39" name="Hộp Văn bản 38">
                <a:extLst>
                  <a:ext uri="{FF2B5EF4-FFF2-40B4-BE49-F238E27FC236}">
                    <a16:creationId xmlns:a16="http://schemas.microsoft.com/office/drawing/2014/main" id="{B7D0E8D1-10A8-4E3E-96CA-39155D0748E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70825" y="4124742"/>
                <a:ext cx="940904" cy="855299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0" name="Hộp Văn bản 39">
                <a:extLst>
                  <a:ext uri="{FF2B5EF4-FFF2-40B4-BE49-F238E27FC236}">
                    <a16:creationId xmlns:a16="http://schemas.microsoft.com/office/drawing/2014/main" id="{27290793-F020-4373-980F-095B6B4FAD28}"/>
                  </a:ext>
                </a:extLst>
              </p:cNvPr>
              <p:cNvSpPr txBox="1"/>
              <p:nvPr/>
            </p:nvSpPr>
            <p:spPr>
              <a:xfrm>
                <a:off x="9031357" y="2820790"/>
                <a:ext cx="940904" cy="8552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ad>
                            <m:radPr>
                              <m:degHide m:val="on"/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12</m:t>
                              </m:r>
                            </m:e>
                          </m:rad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40" name="Hộp Văn bản 39">
                <a:extLst>
                  <a:ext uri="{FF2B5EF4-FFF2-40B4-BE49-F238E27FC236}">
                    <a16:creationId xmlns:a16="http://schemas.microsoft.com/office/drawing/2014/main" id="{27290793-F020-4373-980F-095B6B4FAD2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31357" y="2820790"/>
                <a:ext cx="940904" cy="855299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Chỗ dành sẵn cho Số hiệu Bản chiếu 10">
            <a:extLst>
              <a:ext uri="{FF2B5EF4-FFF2-40B4-BE49-F238E27FC236}">
                <a16:creationId xmlns:a16="http://schemas.microsoft.com/office/drawing/2014/main" id="{20A00173-95D1-4C85-8F44-CA54ACBBA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27BFFA-55D5-419F-87EC-45C1B812D548}" type="slidenum">
              <a:rPr lang="vi-VN" smtClean="0"/>
              <a:t>36</a:t>
            </a:fld>
            <a:endParaRPr lang="vi-V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Hộp Văn bản 11">
                <a:extLst>
                  <a:ext uri="{FF2B5EF4-FFF2-40B4-BE49-F238E27FC236}">
                    <a16:creationId xmlns:a16="http://schemas.microsoft.com/office/drawing/2014/main" id="{4BF270F6-B37E-4358-9471-987EC8A506CD}"/>
                  </a:ext>
                </a:extLst>
              </p:cNvPr>
              <p:cNvSpPr txBox="1"/>
              <p:nvPr/>
            </p:nvSpPr>
            <p:spPr>
              <a:xfrm>
                <a:off x="6096000" y="218364"/>
                <a:ext cx="4770783" cy="50039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/>
                  <a:t>At node 2: A =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lit/>
                          </m:rPr>
                          <a:rPr lang="en-US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ad>
                          <m:radPr>
                            <m:degHide m:val="on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12</m:t>
                            </m:r>
                          </m:e>
                        </m:rad>
                      </m:den>
                    </m:f>
                    <m:r>
                      <a:rPr lang="en-US" b="0" i="1" smtClean="0">
                        <a:latin typeface="Cambria Math" panose="02040503050406030204" pitchFamily="18" charset="0"/>
                      </a:rPr>
                      <m:t>∗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den>
                    </m:f>
                  </m:oMath>
                </a14:m>
                <a:endParaRPr lang="vi-VN"/>
              </a:p>
            </p:txBody>
          </p:sp>
        </mc:Choice>
        <mc:Fallback xmlns="">
          <p:sp>
            <p:nvSpPr>
              <p:cNvPr id="12" name="Hộp Văn bản 11">
                <a:extLst>
                  <a:ext uri="{FF2B5EF4-FFF2-40B4-BE49-F238E27FC236}">
                    <a16:creationId xmlns:a16="http://schemas.microsoft.com/office/drawing/2014/main" id="{4BF270F6-B37E-4358-9471-987EC8A506C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6000" y="218364"/>
                <a:ext cx="4770783" cy="500393"/>
              </a:xfrm>
              <a:prstGeom prst="rect">
                <a:avLst/>
              </a:prstGeom>
              <a:blipFill>
                <a:blip r:embed="rId15"/>
                <a:stretch>
                  <a:fillRect l="-1022" b="-4878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726103999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êu đề 1">
            <a:extLst>
              <a:ext uri="{FF2B5EF4-FFF2-40B4-BE49-F238E27FC236}">
                <a16:creationId xmlns:a16="http://schemas.microsoft.com/office/drawing/2014/main" id="{59452D0A-F928-4871-8239-07EE6DF3DF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Quantum walk</a:t>
            </a:r>
            <a:endParaRPr lang="vi-V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hỗ dành sẵn cho Nội dung 2">
                <a:extLst>
                  <a:ext uri="{FF2B5EF4-FFF2-40B4-BE49-F238E27FC236}">
                    <a16:creationId xmlns:a16="http://schemas.microsoft.com/office/drawing/2014/main" id="{79730584-F1CB-40F7-BA77-EFE20535508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4575311" cy="4351338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en-US"/>
                  <a:t>1c. Shift operator (walk): walker at vertex i pointing to vertex j to hop to vertex j and point back to vertex i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⇒</m:t>
                    </m:r>
                  </m:oMath>
                </a14:m>
                <a:r>
                  <a:rPr lang="en-US"/>
                  <a:t> Swap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𝛼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𝑖𝑗</m:t>
                        </m:r>
                      </m:sub>
                    </m:sSub>
                  </m:oMath>
                </a14:m>
                <a:r>
                  <a:rPr lang="en-US"/>
                  <a:t> with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𝛼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𝑗𝑖</m:t>
                        </m:r>
                      </m:sub>
                    </m:sSub>
                  </m:oMath>
                </a14:m>
                <a:r>
                  <a:rPr lang="en-US"/>
                  <a:t>.</a:t>
                </a:r>
              </a:p>
              <a:p>
                <a:pPr marL="0" indent="0">
                  <a:buNone/>
                </a:pPr>
                <a:endParaRPr lang="en-US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𝑆𝐶𝑄</m:t>
                      </m:r>
                      <m:d>
                        <m:dPr>
                          <m:begChr m:val="|"/>
                          <m:endChr m:val="⟩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𝜓</m:t>
                          </m:r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d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=|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𝜓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⟩</m:t>
                      </m:r>
                    </m:oMath>
                  </m:oMathPara>
                </a14:m>
                <a:endParaRPr lang="en-US"/>
              </a:p>
              <a:p>
                <a:pPr marL="0" indent="0">
                  <a:buNone/>
                </a:pPr>
                <a:endParaRPr lang="en-US"/>
              </a:p>
              <a:p>
                <a:pPr marL="0" indent="0">
                  <a:buNone/>
                </a:pPr>
                <a:endParaRPr lang="en-US"/>
              </a:p>
              <a:p>
                <a:pPr marL="0" indent="0">
                  <a:buNone/>
                </a:pPr>
                <a:endParaRPr lang="en-US"/>
              </a:p>
            </p:txBody>
          </p:sp>
        </mc:Choice>
        <mc:Fallback xmlns="">
          <p:sp>
            <p:nvSpPr>
              <p:cNvPr id="3" name="Chỗ dành sẵn cho Nội dung 2">
                <a:extLst>
                  <a:ext uri="{FF2B5EF4-FFF2-40B4-BE49-F238E27FC236}">
                    <a16:creationId xmlns:a16="http://schemas.microsoft.com/office/drawing/2014/main" id="{79730584-F1CB-40F7-BA77-EFE20535508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4575311" cy="4351338"/>
              </a:xfrm>
              <a:blipFill>
                <a:blip r:embed="rId2"/>
                <a:stretch>
                  <a:fillRect l="-2770" t="-2326" r="-1662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Hình Bầu dục 3">
            <a:extLst>
              <a:ext uri="{FF2B5EF4-FFF2-40B4-BE49-F238E27FC236}">
                <a16:creationId xmlns:a16="http://schemas.microsoft.com/office/drawing/2014/main" id="{A13B7A7D-3BE5-4C71-9A4C-E7D44E389BE8}"/>
              </a:ext>
            </a:extLst>
          </p:cNvPr>
          <p:cNvSpPr/>
          <p:nvPr/>
        </p:nvSpPr>
        <p:spPr>
          <a:xfrm>
            <a:off x="8057322" y="1537252"/>
            <a:ext cx="940904" cy="927652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/>
              <a:t>1</a:t>
            </a:r>
            <a:endParaRPr lang="vi-VN"/>
          </a:p>
        </p:txBody>
      </p:sp>
      <p:sp>
        <p:nvSpPr>
          <p:cNvPr id="5" name="Hình Bầu dục 4">
            <a:extLst>
              <a:ext uri="{FF2B5EF4-FFF2-40B4-BE49-F238E27FC236}">
                <a16:creationId xmlns:a16="http://schemas.microsoft.com/office/drawing/2014/main" id="{55C4BCD2-5D43-44DE-B651-2FA186023B0E}"/>
              </a:ext>
            </a:extLst>
          </p:cNvPr>
          <p:cNvSpPr/>
          <p:nvPr/>
        </p:nvSpPr>
        <p:spPr>
          <a:xfrm>
            <a:off x="6248400" y="2965174"/>
            <a:ext cx="940904" cy="927652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/>
              <a:t>4</a:t>
            </a:r>
            <a:endParaRPr lang="vi-VN"/>
          </a:p>
        </p:txBody>
      </p:sp>
      <p:sp>
        <p:nvSpPr>
          <p:cNvPr id="6" name="Hình Bầu dục 5">
            <a:extLst>
              <a:ext uri="{FF2B5EF4-FFF2-40B4-BE49-F238E27FC236}">
                <a16:creationId xmlns:a16="http://schemas.microsoft.com/office/drawing/2014/main" id="{1D8AA1F4-8476-499B-80E9-382E9A401F62}"/>
              </a:ext>
            </a:extLst>
          </p:cNvPr>
          <p:cNvSpPr/>
          <p:nvPr/>
        </p:nvSpPr>
        <p:spPr>
          <a:xfrm>
            <a:off x="9925879" y="2951922"/>
            <a:ext cx="940904" cy="927652"/>
          </a:xfrm>
          <a:prstGeom prst="ellipse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/>
              <a:t>2</a:t>
            </a:r>
            <a:endParaRPr lang="vi-VN" b="1"/>
          </a:p>
        </p:txBody>
      </p:sp>
      <p:sp>
        <p:nvSpPr>
          <p:cNvPr id="7" name="Hình Bầu dục 6">
            <a:extLst>
              <a:ext uri="{FF2B5EF4-FFF2-40B4-BE49-F238E27FC236}">
                <a16:creationId xmlns:a16="http://schemas.microsoft.com/office/drawing/2014/main" id="{73BDBFA8-F319-4B7A-B9D0-B6973AE814AF}"/>
              </a:ext>
            </a:extLst>
          </p:cNvPr>
          <p:cNvSpPr/>
          <p:nvPr/>
        </p:nvSpPr>
        <p:spPr>
          <a:xfrm>
            <a:off x="8057322" y="4565373"/>
            <a:ext cx="940904" cy="927652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/>
              <a:t>3</a:t>
            </a:r>
            <a:endParaRPr lang="vi-VN"/>
          </a:p>
        </p:txBody>
      </p:sp>
      <p:cxnSp>
        <p:nvCxnSpPr>
          <p:cNvPr id="9" name="Đường nối Thẳng 8">
            <a:extLst>
              <a:ext uri="{FF2B5EF4-FFF2-40B4-BE49-F238E27FC236}">
                <a16:creationId xmlns:a16="http://schemas.microsoft.com/office/drawing/2014/main" id="{541D2452-2D15-48E0-B8D4-22A7C1E78E9A}"/>
              </a:ext>
            </a:extLst>
          </p:cNvPr>
          <p:cNvCxnSpPr>
            <a:stCxn id="4" idx="2"/>
            <a:endCxn id="5" idx="0"/>
          </p:cNvCxnSpPr>
          <p:nvPr/>
        </p:nvCxnSpPr>
        <p:spPr>
          <a:xfrm flipH="1">
            <a:off x="6718852" y="2001078"/>
            <a:ext cx="1338470" cy="964096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Đường nối Thẳng 9">
            <a:extLst>
              <a:ext uri="{FF2B5EF4-FFF2-40B4-BE49-F238E27FC236}">
                <a16:creationId xmlns:a16="http://schemas.microsoft.com/office/drawing/2014/main" id="{D25656FF-351D-40DE-827D-6D32A46359A9}"/>
              </a:ext>
            </a:extLst>
          </p:cNvPr>
          <p:cNvCxnSpPr>
            <a:cxnSpLocks/>
            <a:stCxn id="7" idx="2"/>
            <a:endCxn id="5" idx="4"/>
          </p:cNvCxnSpPr>
          <p:nvPr/>
        </p:nvCxnSpPr>
        <p:spPr>
          <a:xfrm flipH="1" flipV="1">
            <a:off x="6718852" y="3892826"/>
            <a:ext cx="1338470" cy="1136373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Đường nối Thẳng 12">
            <a:extLst>
              <a:ext uri="{FF2B5EF4-FFF2-40B4-BE49-F238E27FC236}">
                <a16:creationId xmlns:a16="http://schemas.microsoft.com/office/drawing/2014/main" id="{0524F036-2377-49C0-9D36-A6626C6AD63E}"/>
              </a:ext>
            </a:extLst>
          </p:cNvPr>
          <p:cNvCxnSpPr>
            <a:cxnSpLocks/>
            <a:stCxn id="7" idx="6"/>
            <a:endCxn id="6" idx="4"/>
          </p:cNvCxnSpPr>
          <p:nvPr/>
        </p:nvCxnSpPr>
        <p:spPr>
          <a:xfrm flipV="1">
            <a:off x="8998226" y="3879574"/>
            <a:ext cx="1398105" cy="1149625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Đường nối Thẳng 15">
            <a:extLst>
              <a:ext uri="{FF2B5EF4-FFF2-40B4-BE49-F238E27FC236}">
                <a16:creationId xmlns:a16="http://schemas.microsoft.com/office/drawing/2014/main" id="{E55AA0F9-57B9-4237-A0B8-061FF34C8488}"/>
              </a:ext>
            </a:extLst>
          </p:cNvPr>
          <p:cNvCxnSpPr>
            <a:cxnSpLocks/>
            <a:stCxn id="4" idx="6"/>
            <a:endCxn id="6" idx="0"/>
          </p:cNvCxnSpPr>
          <p:nvPr/>
        </p:nvCxnSpPr>
        <p:spPr>
          <a:xfrm>
            <a:off x="8998226" y="2001078"/>
            <a:ext cx="1398105" cy="950844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Đường nối Thẳng 18">
            <a:extLst>
              <a:ext uri="{FF2B5EF4-FFF2-40B4-BE49-F238E27FC236}">
                <a16:creationId xmlns:a16="http://schemas.microsoft.com/office/drawing/2014/main" id="{F9ED6804-77D3-4554-90F0-B4F687A2FBCC}"/>
              </a:ext>
            </a:extLst>
          </p:cNvPr>
          <p:cNvCxnSpPr>
            <a:cxnSpLocks/>
            <a:stCxn id="5" idx="6"/>
            <a:endCxn id="6" idx="2"/>
          </p:cNvCxnSpPr>
          <p:nvPr/>
        </p:nvCxnSpPr>
        <p:spPr>
          <a:xfrm flipV="1">
            <a:off x="7189304" y="3415748"/>
            <a:ext cx="2736575" cy="13252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Đường nối Thẳng 21">
            <a:extLst>
              <a:ext uri="{FF2B5EF4-FFF2-40B4-BE49-F238E27FC236}">
                <a16:creationId xmlns:a16="http://schemas.microsoft.com/office/drawing/2014/main" id="{D6110F8D-FC88-4737-825A-62C15729DD47}"/>
              </a:ext>
            </a:extLst>
          </p:cNvPr>
          <p:cNvCxnSpPr>
            <a:cxnSpLocks/>
            <a:stCxn id="4" idx="4"/>
            <a:endCxn id="7" idx="0"/>
          </p:cNvCxnSpPr>
          <p:nvPr/>
        </p:nvCxnSpPr>
        <p:spPr>
          <a:xfrm>
            <a:off x="8527774" y="2464904"/>
            <a:ext cx="0" cy="2100469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Hộp Văn bản 7">
                <a:extLst>
                  <a:ext uri="{FF2B5EF4-FFF2-40B4-BE49-F238E27FC236}">
                    <a16:creationId xmlns:a16="http://schemas.microsoft.com/office/drawing/2014/main" id="{5B0C635C-36CD-4D56-8F9A-A3FB446F7549}"/>
                  </a:ext>
                </a:extLst>
              </p:cNvPr>
              <p:cNvSpPr txBox="1"/>
              <p:nvPr/>
            </p:nvSpPr>
            <p:spPr>
              <a:xfrm>
                <a:off x="7189304" y="1073426"/>
                <a:ext cx="940904" cy="8552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ad>
                            <m:radPr>
                              <m:degHide m:val="on"/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12</m:t>
                              </m:r>
                            </m:e>
                          </m:rad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8" name="Hộp Văn bản 7">
                <a:extLst>
                  <a:ext uri="{FF2B5EF4-FFF2-40B4-BE49-F238E27FC236}">
                    <a16:creationId xmlns:a16="http://schemas.microsoft.com/office/drawing/2014/main" id="{5B0C635C-36CD-4D56-8F9A-A3FB446F754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89304" y="1073426"/>
                <a:ext cx="940904" cy="855299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4" name="Đường kết nối Mũi tên Thẳng 13">
            <a:extLst>
              <a:ext uri="{FF2B5EF4-FFF2-40B4-BE49-F238E27FC236}">
                <a16:creationId xmlns:a16="http://schemas.microsoft.com/office/drawing/2014/main" id="{5FD38583-98C5-4844-A93B-FE8E074F73EA}"/>
              </a:ext>
            </a:extLst>
          </p:cNvPr>
          <p:cNvCxnSpPr>
            <a:stCxn id="4" idx="2"/>
          </p:cNvCxnSpPr>
          <p:nvPr/>
        </p:nvCxnSpPr>
        <p:spPr>
          <a:xfrm flipH="1">
            <a:off x="7580243" y="2001078"/>
            <a:ext cx="477079" cy="357809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Đường kết nối Mũi tên Thẳng 23">
            <a:extLst>
              <a:ext uri="{FF2B5EF4-FFF2-40B4-BE49-F238E27FC236}">
                <a16:creationId xmlns:a16="http://schemas.microsoft.com/office/drawing/2014/main" id="{2407B759-7518-4C2B-AD26-6FAE424F8699}"/>
              </a:ext>
            </a:extLst>
          </p:cNvPr>
          <p:cNvCxnSpPr>
            <a:cxnSpLocks/>
            <a:stCxn id="5" idx="4"/>
          </p:cNvCxnSpPr>
          <p:nvPr/>
        </p:nvCxnSpPr>
        <p:spPr>
          <a:xfrm>
            <a:off x="6718852" y="3892826"/>
            <a:ext cx="463826" cy="410817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Đường kết nối Mũi tên Thẳng 24">
            <a:extLst>
              <a:ext uri="{FF2B5EF4-FFF2-40B4-BE49-F238E27FC236}">
                <a16:creationId xmlns:a16="http://schemas.microsoft.com/office/drawing/2014/main" id="{BE386699-2881-4395-909A-EE6C694CE725}"/>
              </a:ext>
            </a:extLst>
          </p:cNvPr>
          <p:cNvCxnSpPr>
            <a:cxnSpLocks/>
          </p:cNvCxnSpPr>
          <p:nvPr/>
        </p:nvCxnSpPr>
        <p:spPr>
          <a:xfrm>
            <a:off x="9024731" y="2001078"/>
            <a:ext cx="450574" cy="357809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Đường kết nối Mũi tên Thẳng 26">
            <a:extLst>
              <a:ext uri="{FF2B5EF4-FFF2-40B4-BE49-F238E27FC236}">
                <a16:creationId xmlns:a16="http://schemas.microsoft.com/office/drawing/2014/main" id="{133BDD1E-C8EB-4F08-864A-6FDFBE1872BB}"/>
              </a:ext>
            </a:extLst>
          </p:cNvPr>
          <p:cNvCxnSpPr>
            <a:cxnSpLocks/>
            <a:stCxn id="5" idx="0"/>
          </p:cNvCxnSpPr>
          <p:nvPr/>
        </p:nvCxnSpPr>
        <p:spPr>
          <a:xfrm flipV="1">
            <a:off x="6718852" y="2618340"/>
            <a:ext cx="463826" cy="346834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Đường kết nối Mũi tên Thẳng 29">
            <a:extLst>
              <a:ext uri="{FF2B5EF4-FFF2-40B4-BE49-F238E27FC236}">
                <a16:creationId xmlns:a16="http://schemas.microsoft.com/office/drawing/2014/main" id="{A32AE653-5607-426F-A8D6-CC4CF7E415AF}"/>
              </a:ext>
            </a:extLst>
          </p:cNvPr>
          <p:cNvCxnSpPr>
            <a:cxnSpLocks/>
          </p:cNvCxnSpPr>
          <p:nvPr/>
        </p:nvCxnSpPr>
        <p:spPr>
          <a:xfrm flipV="1">
            <a:off x="9001539" y="4682365"/>
            <a:ext cx="463826" cy="346834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4" name="Đường kết nối Mũi tên Thẳng 33">
            <a:extLst>
              <a:ext uri="{FF2B5EF4-FFF2-40B4-BE49-F238E27FC236}">
                <a16:creationId xmlns:a16="http://schemas.microsoft.com/office/drawing/2014/main" id="{69A9D062-6E43-40F9-B168-D61E8B42BBCF}"/>
              </a:ext>
            </a:extLst>
          </p:cNvPr>
          <p:cNvCxnSpPr>
            <a:cxnSpLocks/>
            <a:stCxn id="7" idx="2"/>
          </p:cNvCxnSpPr>
          <p:nvPr/>
        </p:nvCxnSpPr>
        <p:spPr>
          <a:xfrm flipH="1" flipV="1">
            <a:off x="7539038" y="4565373"/>
            <a:ext cx="518284" cy="463826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8" name="Đường kết nối Mũi tên Thẳng 37">
            <a:extLst>
              <a:ext uri="{FF2B5EF4-FFF2-40B4-BE49-F238E27FC236}">
                <a16:creationId xmlns:a16="http://schemas.microsoft.com/office/drawing/2014/main" id="{593B497D-CECC-40B1-993A-DE8EAC82EB2D}"/>
              </a:ext>
            </a:extLst>
          </p:cNvPr>
          <p:cNvCxnSpPr>
            <a:cxnSpLocks/>
            <a:stCxn id="7" idx="0"/>
          </p:cNvCxnSpPr>
          <p:nvPr/>
        </p:nvCxnSpPr>
        <p:spPr>
          <a:xfrm flipV="1">
            <a:off x="8527774" y="3997187"/>
            <a:ext cx="0" cy="568186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1" name="Đường kết nối Mũi tên Thẳng 40">
            <a:extLst>
              <a:ext uri="{FF2B5EF4-FFF2-40B4-BE49-F238E27FC236}">
                <a16:creationId xmlns:a16="http://schemas.microsoft.com/office/drawing/2014/main" id="{3BEC3D7A-04FE-4E5D-872A-B0AE272FFD96}"/>
              </a:ext>
            </a:extLst>
          </p:cNvPr>
          <p:cNvCxnSpPr>
            <a:cxnSpLocks/>
          </p:cNvCxnSpPr>
          <p:nvPr/>
        </p:nvCxnSpPr>
        <p:spPr>
          <a:xfrm>
            <a:off x="7189304" y="3429000"/>
            <a:ext cx="622852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5" name="Đường kết nối Mũi tên Thẳng 44">
            <a:extLst>
              <a:ext uri="{FF2B5EF4-FFF2-40B4-BE49-F238E27FC236}">
                <a16:creationId xmlns:a16="http://schemas.microsoft.com/office/drawing/2014/main" id="{B3A16CA4-6975-43AE-A8A4-4A4B5DF0E50B}"/>
              </a:ext>
            </a:extLst>
          </p:cNvPr>
          <p:cNvCxnSpPr>
            <a:cxnSpLocks/>
            <a:stCxn id="4" idx="4"/>
          </p:cNvCxnSpPr>
          <p:nvPr/>
        </p:nvCxnSpPr>
        <p:spPr>
          <a:xfrm>
            <a:off x="8527774" y="2464904"/>
            <a:ext cx="1" cy="487018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8" name="Hộp Văn bản 47">
                <a:extLst>
                  <a:ext uri="{FF2B5EF4-FFF2-40B4-BE49-F238E27FC236}">
                    <a16:creationId xmlns:a16="http://schemas.microsoft.com/office/drawing/2014/main" id="{72DD42F4-01E0-479D-8FCF-7D161D2FCE8D}"/>
                  </a:ext>
                </a:extLst>
              </p:cNvPr>
              <p:cNvSpPr txBox="1"/>
              <p:nvPr/>
            </p:nvSpPr>
            <p:spPr>
              <a:xfrm>
                <a:off x="6274903" y="1749360"/>
                <a:ext cx="940904" cy="8552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ad>
                            <m:radPr>
                              <m:degHide m:val="on"/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12</m:t>
                              </m:r>
                            </m:e>
                          </m:rad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48" name="Hộp Văn bản 47">
                <a:extLst>
                  <a:ext uri="{FF2B5EF4-FFF2-40B4-BE49-F238E27FC236}">
                    <a16:creationId xmlns:a16="http://schemas.microsoft.com/office/drawing/2014/main" id="{72DD42F4-01E0-479D-8FCF-7D161D2FCE8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74903" y="1749360"/>
                <a:ext cx="940904" cy="855299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9" name="Hộp Văn bản 48">
                <a:extLst>
                  <a:ext uri="{FF2B5EF4-FFF2-40B4-BE49-F238E27FC236}">
                    <a16:creationId xmlns:a16="http://schemas.microsoft.com/office/drawing/2014/main" id="{C6D87357-9627-4EAF-82B3-DD2FBA26E689}"/>
                  </a:ext>
                </a:extLst>
              </p:cNvPr>
              <p:cNvSpPr txBox="1"/>
              <p:nvPr/>
            </p:nvSpPr>
            <p:spPr>
              <a:xfrm>
                <a:off x="7083288" y="2537388"/>
                <a:ext cx="940904" cy="8552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ad>
                            <m:radPr>
                              <m:degHide m:val="on"/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12</m:t>
                              </m:r>
                            </m:e>
                          </m:rad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49" name="Hộp Văn bản 48">
                <a:extLst>
                  <a:ext uri="{FF2B5EF4-FFF2-40B4-BE49-F238E27FC236}">
                    <a16:creationId xmlns:a16="http://schemas.microsoft.com/office/drawing/2014/main" id="{C6D87357-9627-4EAF-82B3-DD2FBA26E68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83288" y="2537388"/>
                <a:ext cx="940904" cy="855299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0" name="Hộp Văn bản 49">
                <a:extLst>
                  <a:ext uri="{FF2B5EF4-FFF2-40B4-BE49-F238E27FC236}">
                    <a16:creationId xmlns:a16="http://schemas.microsoft.com/office/drawing/2014/main" id="{3F88ADFD-22C9-498E-A1FB-F38D52D1D3FC}"/>
                  </a:ext>
                </a:extLst>
              </p:cNvPr>
              <p:cNvSpPr txBox="1"/>
              <p:nvPr/>
            </p:nvSpPr>
            <p:spPr>
              <a:xfrm>
                <a:off x="6009861" y="3928710"/>
                <a:ext cx="940904" cy="8552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ad>
                            <m:radPr>
                              <m:degHide m:val="on"/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12</m:t>
                              </m:r>
                            </m:e>
                          </m:rad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50" name="Hộp Văn bản 49">
                <a:extLst>
                  <a:ext uri="{FF2B5EF4-FFF2-40B4-BE49-F238E27FC236}">
                    <a16:creationId xmlns:a16="http://schemas.microsoft.com/office/drawing/2014/main" id="{3F88ADFD-22C9-498E-A1FB-F38D52D1D3F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09861" y="3928710"/>
                <a:ext cx="940904" cy="855299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1" name="Hộp Văn bản 50">
                <a:extLst>
                  <a:ext uri="{FF2B5EF4-FFF2-40B4-BE49-F238E27FC236}">
                    <a16:creationId xmlns:a16="http://schemas.microsoft.com/office/drawing/2014/main" id="{F2A3FE2C-21C7-4003-9627-D4EE3ED535B0}"/>
                  </a:ext>
                </a:extLst>
              </p:cNvPr>
              <p:cNvSpPr txBox="1"/>
              <p:nvPr/>
            </p:nvSpPr>
            <p:spPr>
              <a:xfrm>
                <a:off x="7126356" y="4869210"/>
                <a:ext cx="940904" cy="8552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ad>
                            <m:radPr>
                              <m:degHide m:val="on"/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12</m:t>
                              </m:r>
                            </m:e>
                          </m:rad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51" name="Hộp Văn bản 50">
                <a:extLst>
                  <a:ext uri="{FF2B5EF4-FFF2-40B4-BE49-F238E27FC236}">
                    <a16:creationId xmlns:a16="http://schemas.microsoft.com/office/drawing/2014/main" id="{F2A3FE2C-21C7-4003-9627-D4EE3ED535B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26356" y="4869210"/>
                <a:ext cx="940904" cy="855299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2" name="Hộp Văn bản 51">
                <a:extLst>
                  <a:ext uri="{FF2B5EF4-FFF2-40B4-BE49-F238E27FC236}">
                    <a16:creationId xmlns:a16="http://schemas.microsoft.com/office/drawing/2014/main" id="{4E2A9305-7CAB-4199-AF93-D3887C34E64B}"/>
                  </a:ext>
                </a:extLst>
              </p:cNvPr>
              <p:cNvSpPr txBox="1"/>
              <p:nvPr/>
            </p:nvSpPr>
            <p:spPr>
              <a:xfrm>
                <a:off x="8501271" y="3670582"/>
                <a:ext cx="940904" cy="8552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ad>
                            <m:radPr>
                              <m:degHide m:val="on"/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12</m:t>
                              </m:r>
                            </m:e>
                          </m:rad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52" name="Hộp Văn bản 51">
                <a:extLst>
                  <a:ext uri="{FF2B5EF4-FFF2-40B4-BE49-F238E27FC236}">
                    <a16:creationId xmlns:a16="http://schemas.microsoft.com/office/drawing/2014/main" id="{4E2A9305-7CAB-4199-AF93-D3887C34E64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01271" y="3670582"/>
                <a:ext cx="940904" cy="855299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3" name="Hộp Văn bản 52">
                <a:extLst>
                  <a:ext uri="{FF2B5EF4-FFF2-40B4-BE49-F238E27FC236}">
                    <a16:creationId xmlns:a16="http://schemas.microsoft.com/office/drawing/2014/main" id="{564455F6-1F06-4285-BECC-CD51F36DA52A}"/>
                  </a:ext>
                </a:extLst>
              </p:cNvPr>
              <p:cNvSpPr txBox="1"/>
              <p:nvPr/>
            </p:nvSpPr>
            <p:spPr>
              <a:xfrm>
                <a:off x="8924512" y="4890818"/>
                <a:ext cx="940904" cy="8552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ad>
                            <m:radPr>
                              <m:degHide m:val="on"/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12</m:t>
                              </m:r>
                            </m:e>
                          </m:rad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53" name="Hộp Văn bản 52">
                <a:extLst>
                  <a:ext uri="{FF2B5EF4-FFF2-40B4-BE49-F238E27FC236}">
                    <a16:creationId xmlns:a16="http://schemas.microsoft.com/office/drawing/2014/main" id="{564455F6-1F06-4285-BECC-CD51F36DA52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24512" y="4890818"/>
                <a:ext cx="940904" cy="855299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4" name="Hộp Văn bản 53">
                <a:extLst>
                  <a:ext uri="{FF2B5EF4-FFF2-40B4-BE49-F238E27FC236}">
                    <a16:creationId xmlns:a16="http://schemas.microsoft.com/office/drawing/2014/main" id="{FEBCA68C-8706-49CA-9BA9-0826C37848E0}"/>
                  </a:ext>
                </a:extLst>
              </p:cNvPr>
              <p:cNvSpPr txBox="1"/>
              <p:nvPr/>
            </p:nvSpPr>
            <p:spPr>
              <a:xfrm>
                <a:off x="10070825" y="1802297"/>
                <a:ext cx="940904" cy="8552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ad>
                            <m:radPr>
                              <m:degHide m:val="on"/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12</m:t>
                              </m:r>
                            </m:e>
                          </m:rad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54" name="Hộp Văn bản 53">
                <a:extLst>
                  <a:ext uri="{FF2B5EF4-FFF2-40B4-BE49-F238E27FC236}">
                    <a16:creationId xmlns:a16="http://schemas.microsoft.com/office/drawing/2014/main" id="{FEBCA68C-8706-49CA-9BA9-0826C37848E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70825" y="1802297"/>
                <a:ext cx="940904" cy="855299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6" name="Hộp Văn bản 55">
                <a:extLst>
                  <a:ext uri="{FF2B5EF4-FFF2-40B4-BE49-F238E27FC236}">
                    <a16:creationId xmlns:a16="http://schemas.microsoft.com/office/drawing/2014/main" id="{9CC99E96-2956-49CF-A1B4-6A4175A4B26A}"/>
                  </a:ext>
                </a:extLst>
              </p:cNvPr>
              <p:cNvSpPr txBox="1"/>
              <p:nvPr/>
            </p:nvSpPr>
            <p:spPr>
              <a:xfrm>
                <a:off x="8849138" y="1072391"/>
                <a:ext cx="940904" cy="8552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ad>
                            <m:radPr>
                              <m:degHide m:val="on"/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12</m:t>
                              </m:r>
                            </m:e>
                          </m:rad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56" name="Hộp Văn bản 55">
                <a:extLst>
                  <a:ext uri="{FF2B5EF4-FFF2-40B4-BE49-F238E27FC236}">
                    <a16:creationId xmlns:a16="http://schemas.microsoft.com/office/drawing/2014/main" id="{9CC99E96-2956-49CF-A1B4-6A4175A4B26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49138" y="1072391"/>
                <a:ext cx="940904" cy="855299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8" name="Hộp Văn bản 57">
                <a:extLst>
                  <a:ext uri="{FF2B5EF4-FFF2-40B4-BE49-F238E27FC236}">
                    <a16:creationId xmlns:a16="http://schemas.microsoft.com/office/drawing/2014/main" id="{5DE98A5F-F7E7-44CB-98FA-1150EA7A16F6}"/>
                  </a:ext>
                </a:extLst>
              </p:cNvPr>
              <p:cNvSpPr txBox="1"/>
              <p:nvPr/>
            </p:nvSpPr>
            <p:spPr>
              <a:xfrm>
                <a:off x="8329821" y="2446999"/>
                <a:ext cx="940904" cy="8552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ad>
                            <m:radPr>
                              <m:degHide m:val="on"/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12</m:t>
                              </m:r>
                            </m:e>
                          </m:rad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58" name="Hộp Văn bản 57">
                <a:extLst>
                  <a:ext uri="{FF2B5EF4-FFF2-40B4-BE49-F238E27FC236}">
                    <a16:creationId xmlns:a16="http://schemas.microsoft.com/office/drawing/2014/main" id="{5DE98A5F-F7E7-44CB-98FA-1150EA7A16F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29821" y="2446999"/>
                <a:ext cx="940904" cy="855299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5" name="Đường kết nối Mũi tên Thẳng 34">
            <a:extLst>
              <a:ext uri="{FF2B5EF4-FFF2-40B4-BE49-F238E27FC236}">
                <a16:creationId xmlns:a16="http://schemas.microsoft.com/office/drawing/2014/main" id="{D3F484ED-7DC2-4958-93A2-7310CBCCFE49}"/>
              </a:ext>
            </a:extLst>
          </p:cNvPr>
          <p:cNvCxnSpPr>
            <a:cxnSpLocks/>
          </p:cNvCxnSpPr>
          <p:nvPr/>
        </p:nvCxnSpPr>
        <p:spPr>
          <a:xfrm flipH="1" flipV="1">
            <a:off x="9866245" y="2582547"/>
            <a:ext cx="541888" cy="364405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6" name="Đường kết nối Mũi tên Thẳng 35">
            <a:extLst>
              <a:ext uri="{FF2B5EF4-FFF2-40B4-BE49-F238E27FC236}">
                <a16:creationId xmlns:a16="http://schemas.microsoft.com/office/drawing/2014/main" id="{BC3AEDB1-B385-48D5-884A-CE7BF1D87298}"/>
              </a:ext>
            </a:extLst>
          </p:cNvPr>
          <p:cNvCxnSpPr>
            <a:cxnSpLocks/>
          </p:cNvCxnSpPr>
          <p:nvPr/>
        </p:nvCxnSpPr>
        <p:spPr>
          <a:xfrm flipH="1">
            <a:off x="9866245" y="3879574"/>
            <a:ext cx="530086" cy="463826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7" name="Đường kết nối Mũi tên Thẳng 36">
            <a:extLst>
              <a:ext uri="{FF2B5EF4-FFF2-40B4-BE49-F238E27FC236}">
                <a16:creationId xmlns:a16="http://schemas.microsoft.com/office/drawing/2014/main" id="{D7E31F0A-4C86-4EBA-94F6-AE533B5EBB4E}"/>
              </a:ext>
            </a:extLst>
          </p:cNvPr>
          <p:cNvCxnSpPr>
            <a:cxnSpLocks/>
          </p:cNvCxnSpPr>
          <p:nvPr/>
        </p:nvCxnSpPr>
        <p:spPr>
          <a:xfrm flipH="1">
            <a:off x="9233452" y="3415748"/>
            <a:ext cx="692427" cy="13252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9" name="Hộp Văn bản 38">
                <a:extLst>
                  <a:ext uri="{FF2B5EF4-FFF2-40B4-BE49-F238E27FC236}">
                    <a16:creationId xmlns:a16="http://schemas.microsoft.com/office/drawing/2014/main" id="{B7D0E8D1-10A8-4E3E-96CA-39155D0748EA}"/>
                  </a:ext>
                </a:extLst>
              </p:cNvPr>
              <p:cNvSpPr txBox="1"/>
              <p:nvPr/>
            </p:nvSpPr>
            <p:spPr>
              <a:xfrm>
                <a:off x="10070825" y="4124742"/>
                <a:ext cx="940904" cy="8552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ad>
                            <m:radPr>
                              <m:degHide m:val="on"/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12</m:t>
                              </m:r>
                            </m:e>
                          </m:rad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39" name="Hộp Văn bản 38">
                <a:extLst>
                  <a:ext uri="{FF2B5EF4-FFF2-40B4-BE49-F238E27FC236}">
                    <a16:creationId xmlns:a16="http://schemas.microsoft.com/office/drawing/2014/main" id="{B7D0E8D1-10A8-4E3E-96CA-39155D0748E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70825" y="4124742"/>
                <a:ext cx="940904" cy="855299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0" name="Hộp Văn bản 39">
                <a:extLst>
                  <a:ext uri="{FF2B5EF4-FFF2-40B4-BE49-F238E27FC236}">
                    <a16:creationId xmlns:a16="http://schemas.microsoft.com/office/drawing/2014/main" id="{27290793-F020-4373-980F-095B6B4FAD28}"/>
                  </a:ext>
                </a:extLst>
              </p:cNvPr>
              <p:cNvSpPr txBox="1"/>
              <p:nvPr/>
            </p:nvSpPr>
            <p:spPr>
              <a:xfrm>
                <a:off x="9031357" y="2820790"/>
                <a:ext cx="940904" cy="8552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ad>
                            <m:radPr>
                              <m:degHide m:val="on"/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12</m:t>
                              </m:r>
                            </m:e>
                          </m:rad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40" name="Hộp Văn bản 39">
                <a:extLst>
                  <a:ext uri="{FF2B5EF4-FFF2-40B4-BE49-F238E27FC236}">
                    <a16:creationId xmlns:a16="http://schemas.microsoft.com/office/drawing/2014/main" id="{27290793-F020-4373-980F-095B6B4FAD2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31357" y="2820790"/>
                <a:ext cx="940904" cy="855299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Chỗ dành sẵn cho Số hiệu Bản chiếu 10">
            <a:extLst>
              <a:ext uri="{FF2B5EF4-FFF2-40B4-BE49-F238E27FC236}">
                <a16:creationId xmlns:a16="http://schemas.microsoft.com/office/drawing/2014/main" id="{B563F709-F15A-4367-9FCC-284FCBC37E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27BFFA-55D5-419F-87EC-45C1B812D548}" type="slidenum">
              <a:rPr lang="vi-VN" smtClean="0"/>
              <a:t>37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3566864170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êu đề 1">
            <a:extLst>
              <a:ext uri="{FF2B5EF4-FFF2-40B4-BE49-F238E27FC236}">
                <a16:creationId xmlns:a16="http://schemas.microsoft.com/office/drawing/2014/main" id="{59452D0A-F928-4871-8239-07EE6DF3DF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Quantum walk</a:t>
            </a:r>
            <a:endParaRPr lang="vi-V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hỗ dành sẵn cho Nội dung 2">
                <a:extLst>
                  <a:ext uri="{FF2B5EF4-FFF2-40B4-BE49-F238E27FC236}">
                    <a16:creationId xmlns:a16="http://schemas.microsoft.com/office/drawing/2014/main" id="{79730584-F1CB-40F7-BA77-EFE20535508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4575311" cy="435133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/>
                  <a:t>At step 2 </a:t>
                </a:r>
              </a:p>
              <a:p>
                <a:pPr marL="0" indent="0">
                  <a:buNone/>
                </a:pPr>
                <a:r>
                  <a:rPr lang="en-US"/>
                  <a:t>2a. Query oracle:</a:t>
                </a:r>
              </a:p>
              <a:p>
                <a:pPr marL="0" indent="0">
                  <a:buNone/>
                </a:pPr>
                <a:endParaRPr lang="en-US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𝑄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|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𝜓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⟩</m:t>
                      </m:r>
                    </m:oMath>
                  </m:oMathPara>
                </a14:m>
                <a:endParaRPr lang="en-US"/>
              </a:p>
              <a:p>
                <a:pPr marL="0" indent="0">
                  <a:buNone/>
                </a:pPr>
                <a:endParaRPr lang="en-US"/>
              </a:p>
              <a:p>
                <a:pPr marL="0" indent="0">
                  <a:buNone/>
                </a:pPr>
                <a:endParaRPr lang="en-US"/>
              </a:p>
              <a:p>
                <a:pPr marL="0" indent="0">
                  <a:buNone/>
                </a:pPr>
                <a:endParaRPr lang="en-US"/>
              </a:p>
              <a:p>
                <a:pPr marL="0" indent="0">
                  <a:buNone/>
                </a:pPr>
                <a:endParaRPr lang="en-US"/>
              </a:p>
              <a:p>
                <a:pPr marL="0" indent="0">
                  <a:buNone/>
                </a:pPr>
                <a:endParaRPr lang="en-US"/>
              </a:p>
            </p:txBody>
          </p:sp>
        </mc:Choice>
        <mc:Fallback xmlns="">
          <p:sp>
            <p:nvSpPr>
              <p:cNvPr id="3" name="Chỗ dành sẵn cho Nội dung 2">
                <a:extLst>
                  <a:ext uri="{FF2B5EF4-FFF2-40B4-BE49-F238E27FC236}">
                    <a16:creationId xmlns:a16="http://schemas.microsoft.com/office/drawing/2014/main" id="{79730584-F1CB-40F7-BA77-EFE20535508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4575311" cy="4351338"/>
              </a:xfrm>
              <a:blipFill>
                <a:blip r:embed="rId2"/>
                <a:stretch>
                  <a:fillRect l="-2800" t="-2241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Hình Bầu dục 3">
            <a:extLst>
              <a:ext uri="{FF2B5EF4-FFF2-40B4-BE49-F238E27FC236}">
                <a16:creationId xmlns:a16="http://schemas.microsoft.com/office/drawing/2014/main" id="{A13B7A7D-3BE5-4C71-9A4C-E7D44E389BE8}"/>
              </a:ext>
            </a:extLst>
          </p:cNvPr>
          <p:cNvSpPr/>
          <p:nvPr/>
        </p:nvSpPr>
        <p:spPr>
          <a:xfrm>
            <a:off x="8057322" y="1537252"/>
            <a:ext cx="940904" cy="927652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/>
              <a:t>1</a:t>
            </a:r>
            <a:endParaRPr lang="vi-VN"/>
          </a:p>
        </p:txBody>
      </p:sp>
      <p:sp>
        <p:nvSpPr>
          <p:cNvPr id="5" name="Hình Bầu dục 4">
            <a:extLst>
              <a:ext uri="{FF2B5EF4-FFF2-40B4-BE49-F238E27FC236}">
                <a16:creationId xmlns:a16="http://schemas.microsoft.com/office/drawing/2014/main" id="{55C4BCD2-5D43-44DE-B651-2FA186023B0E}"/>
              </a:ext>
            </a:extLst>
          </p:cNvPr>
          <p:cNvSpPr/>
          <p:nvPr/>
        </p:nvSpPr>
        <p:spPr>
          <a:xfrm>
            <a:off x="6248400" y="2965174"/>
            <a:ext cx="940904" cy="927652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/>
              <a:t>4</a:t>
            </a:r>
            <a:endParaRPr lang="vi-VN"/>
          </a:p>
        </p:txBody>
      </p:sp>
      <p:sp>
        <p:nvSpPr>
          <p:cNvPr id="6" name="Hình Bầu dục 5">
            <a:extLst>
              <a:ext uri="{FF2B5EF4-FFF2-40B4-BE49-F238E27FC236}">
                <a16:creationId xmlns:a16="http://schemas.microsoft.com/office/drawing/2014/main" id="{1D8AA1F4-8476-499B-80E9-382E9A401F62}"/>
              </a:ext>
            </a:extLst>
          </p:cNvPr>
          <p:cNvSpPr/>
          <p:nvPr/>
        </p:nvSpPr>
        <p:spPr>
          <a:xfrm>
            <a:off x="9925879" y="2951922"/>
            <a:ext cx="940904" cy="927652"/>
          </a:xfrm>
          <a:prstGeom prst="ellipse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/>
              <a:t>2</a:t>
            </a:r>
            <a:endParaRPr lang="vi-VN" b="1"/>
          </a:p>
        </p:txBody>
      </p:sp>
      <p:sp>
        <p:nvSpPr>
          <p:cNvPr id="7" name="Hình Bầu dục 6">
            <a:extLst>
              <a:ext uri="{FF2B5EF4-FFF2-40B4-BE49-F238E27FC236}">
                <a16:creationId xmlns:a16="http://schemas.microsoft.com/office/drawing/2014/main" id="{73BDBFA8-F319-4B7A-B9D0-B6973AE814AF}"/>
              </a:ext>
            </a:extLst>
          </p:cNvPr>
          <p:cNvSpPr/>
          <p:nvPr/>
        </p:nvSpPr>
        <p:spPr>
          <a:xfrm>
            <a:off x="8057322" y="4565373"/>
            <a:ext cx="940904" cy="927652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/>
              <a:t>3</a:t>
            </a:r>
            <a:endParaRPr lang="vi-VN"/>
          </a:p>
        </p:txBody>
      </p:sp>
      <p:cxnSp>
        <p:nvCxnSpPr>
          <p:cNvPr id="9" name="Đường nối Thẳng 8">
            <a:extLst>
              <a:ext uri="{FF2B5EF4-FFF2-40B4-BE49-F238E27FC236}">
                <a16:creationId xmlns:a16="http://schemas.microsoft.com/office/drawing/2014/main" id="{541D2452-2D15-48E0-B8D4-22A7C1E78E9A}"/>
              </a:ext>
            </a:extLst>
          </p:cNvPr>
          <p:cNvCxnSpPr>
            <a:stCxn id="4" idx="2"/>
            <a:endCxn id="5" idx="0"/>
          </p:cNvCxnSpPr>
          <p:nvPr/>
        </p:nvCxnSpPr>
        <p:spPr>
          <a:xfrm flipH="1">
            <a:off x="6718852" y="2001078"/>
            <a:ext cx="1338470" cy="964096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Đường nối Thẳng 9">
            <a:extLst>
              <a:ext uri="{FF2B5EF4-FFF2-40B4-BE49-F238E27FC236}">
                <a16:creationId xmlns:a16="http://schemas.microsoft.com/office/drawing/2014/main" id="{D25656FF-351D-40DE-827D-6D32A46359A9}"/>
              </a:ext>
            </a:extLst>
          </p:cNvPr>
          <p:cNvCxnSpPr>
            <a:cxnSpLocks/>
            <a:stCxn id="7" idx="2"/>
            <a:endCxn id="5" idx="4"/>
          </p:cNvCxnSpPr>
          <p:nvPr/>
        </p:nvCxnSpPr>
        <p:spPr>
          <a:xfrm flipH="1" flipV="1">
            <a:off x="6718852" y="3892826"/>
            <a:ext cx="1338470" cy="1136373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Đường nối Thẳng 12">
            <a:extLst>
              <a:ext uri="{FF2B5EF4-FFF2-40B4-BE49-F238E27FC236}">
                <a16:creationId xmlns:a16="http://schemas.microsoft.com/office/drawing/2014/main" id="{0524F036-2377-49C0-9D36-A6626C6AD63E}"/>
              </a:ext>
            </a:extLst>
          </p:cNvPr>
          <p:cNvCxnSpPr>
            <a:cxnSpLocks/>
            <a:stCxn id="7" idx="6"/>
            <a:endCxn id="6" idx="4"/>
          </p:cNvCxnSpPr>
          <p:nvPr/>
        </p:nvCxnSpPr>
        <p:spPr>
          <a:xfrm flipV="1">
            <a:off x="8998226" y="3879574"/>
            <a:ext cx="1398105" cy="1149625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Đường nối Thẳng 15">
            <a:extLst>
              <a:ext uri="{FF2B5EF4-FFF2-40B4-BE49-F238E27FC236}">
                <a16:creationId xmlns:a16="http://schemas.microsoft.com/office/drawing/2014/main" id="{E55AA0F9-57B9-4237-A0B8-061FF34C8488}"/>
              </a:ext>
            </a:extLst>
          </p:cNvPr>
          <p:cNvCxnSpPr>
            <a:cxnSpLocks/>
            <a:stCxn id="4" idx="6"/>
            <a:endCxn id="6" idx="0"/>
          </p:cNvCxnSpPr>
          <p:nvPr/>
        </p:nvCxnSpPr>
        <p:spPr>
          <a:xfrm>
            <a:off x="8998226" y="2001078"/>
            <a:ext cx="1398105" cy="950844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Đường nối Thẳng 18">
            <a:extLst>
              <a:ext uri="{FF2B5EF4-FFF2-40B4-BE49-F238E27FC236}">
                <a16:creationId xmlns:a16="http://schemas.microsoft.com/office/drawing/2014/main" id="{F9ED6804-77D3-4554-90F0-B4F687A2FBCC}"/>
              </a:ext>
            </a:extLst>
          </p:cNvPr>
          <p:cNvCxnSpPr>
            <a:cxnSpLocks/>
            <a:stCxn id="5" idx="6"/>
            <a:endCxn id="6" idx="2"/>
          </p:cNvCxnSpPr>
          <p:nvPr/>
        </p:nvCxnSpPr>
        <p:spPr>
          <a:xfrm flipV="1">
            <a:off x="7189304" y="3415748"/>
            <a:ext cx="2736575" cy="13252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Đường nối Thẳng 21">
            <a:extLst>
              <a:ext uri="{FF2B5EF4-FFF2-40B4-BE49-F238E27FC236}">
                <a16:creationId xmlns:a16="http://schemas.microsoft.com/office/drawing/2014/main" id="{D6110F8D-FC88-4737-825A-62C15729DD47}"/>
              </a:ext>
            </a:extLst>
          </p:cNvPr>
          <p:cNvCxnSpPr>
            <a:cxnSpLocks/>
            <a:stCxn id="4" idx="4"/>
            <a:endCxn id="7" idx="0"/>
          </p:cNvCxnSpPr>
          <p:nvPr/>
        </p:nvCxnSpPr>
        <p:spPr>
          <a:xfrm>
            <a:off x="8527774" y="2464904"/>
            <a:ext cx="0" cy="2100469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Hộp Văn bản 7">
                <a:extLst>
                  <a:ext uri="{FF2B5EF4-FFF2-40B4-BE49-F238E27FC236}">
                    <a16:creationId xmlns:a16="http://schemas.microsoft.com/office/drawing/2014/main" id="{5B0C635C-36CD-4D56-8F9A-A3FB446F7549}"/>
                  </a:ext>
                </a:extLst>
              </p:cNvPr>
              <p:cNvSpPr txBox="1"/>
              <p:nvPr/>
            </p:nvSpPr>
            <p:spPr>
              <a:xfrm>
                <a:off x="7189304" y="1073426"/>
                <a:ext cx="940904" cy="8552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ad>
                            <m:radPr>
                              <m:degHide m:val="on"/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12</m:t>
                              </m:r>
                            </m:e>
                          </m:rad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8" name="Hộp Văn bản 7">
                <a:extLst>
                  <a:ext uri="{FF2B5EF4-FFF2-40B4-BE49-F238E27FC236}">
                    <a16:creationId xmlns:a16="http://schemas.microsoft.com/office/drawing/2014/main" id="{5B0C635C-36CD-4D56-8F9A-A3FB446F754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89304" y="1073426"/>
                <a:ext cx="940904" cy="855299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4" name="Đường kết nối Mũi tên Thẳng 13">
            <a:extLst>
              <a:ext uri="{FF2B5EF4-FFF2-40B4-BE49-F238E27FC236}">
                <a16:creationId xmlns:a16="http://schemas.microsoft.com/office/drawing/2014/main" id="{5FD38583-98C5-4844-A93B-FE8E074F73EA}"/>
              </a:ext>
            </a:extLst>
          </p:cNvPr>
          <p:cNvCxnSpPr>
            <a:stCxn id="4" idx="2"/>
          </p:cNvCxnSpPr>
          <p:nvPr/>
        </p:nvCxnSpPr>
        <p:spPr>
          <a:xfrm flipH="1">
            <a:off x="7580243" y="2001078"/>
            <a:ext cx="477079" cy="357809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Đường kết nối Mũi tên Thẳng 23">
            <a:extLst>
              <a:ext uri="{FF2B5EF4-FFF2-40B4-BE49-F238E27FC236}">
                <a16:creationId xmlns:a16="http://schemas.microsoft.com/office/drawing/2014/main" id="{2407B759-7518-4C2B-AD26-6FAE424F8699}"/>
              </a:ext>
            </a:extLst>
          </p:cNvPr>
          <p:cNvCxnSpPr>
            <a:cxnSpLocks/>
            <a:stCxn id="5" idx="4"/>
          </p:cNvCxnSpPr>
          <p:nvPr/>
        </p:nvCxnSpPr>
        <p:spPr>
          <a:xfrm>
            <a:off x="6718852" y="3892826"/>
            <a:ext cx="463826" cy="410817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Đường kết nối Mũi tên Thẳng 24">
            <a:extLst>
              <a:ext uri="{FF2B5EF4-FFF2-40B4-BE49-F238E27FC236}">
                <a16:creationId xmlns:a16="http://schemas.microsoft.com/office/drawing/2014/main" id="{BE386699-2881-4395-909A-EE6C694CE725}"/>
              </a:ext>
            </a:extLst>
          </p:cNvPr>
          <p:cNvCxnSpPr>
            <a:cxnSpLocks/>
          </p:cNvCxnSpPr>
          <p:nvPr/>
        </p:nvCxnSpPr>
        <p:spPr>
          <a:xfrm>
            <a:off x="9024731" y="2001078"/>
            <a:ext cx="450574" cy="357809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Đường kết nối Mũi tên Thẳng 26">
            <a:extLst>
              <a:ext uri="{FF2B5EF4-FFF2-40B4-BE49-F238E27FC236}">
                <a16:creationId xmlns:a16="http://schemas.microsoft.com/office/drawing/2014/main" id="{133BDD1E-C8EB-4F08-864A-6FDFBE1872BB}"/>
              </a:ext>
            </a:extLst>
          </p:cNvPr>
          <p:cNvCxnSpPr>
            <a:cxnSpLocks/>
            <a:stCxn id="5" idx="0"/>
          </p:cNvCxnSpPr>
          <p:nvPr/>
        </p:nvCxnSpPr>
        <p:spPr>
          <a:xfrm flipV="1">
            <a:off x="6718852" y="2618340"/>
            <a:ext cx="463826" cy="346834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Đường kết nối Mũi tên Thẳng 29">
            <a:extLst>
              <a:ext uri="{FF2B5EF4-FFF2-40B4-BE49-F238E27FC236}">
                <a16:creationId xmlns:a16="http://schemas.microsoft.com/office/drawing/2014/main" id="{A32AE653-5607-426F-A8D6-CC4CF7E415AF}"/>
              </a:ext>
            </a:extLst>
          </p:cNvPr>
          <p:cNvCxnSpPr>
            <a:cxnSpLocks/>
          </p:cNvCxnSpPr>
          <p:nvPr/>
        </p:nvCxnSpPr>
        <p:spPr>
          <a:xfrm flipV="1">
            <a:off x="9001539" y="4682365"/>
            <a:ext cx="463826" cy="346834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4" name="Đường kết nối Mũi tên Thẳng 33">
            <a:extLst>
              <a:ext uri="{FF2B5EF4-FFF2-40B4-BE49-F238E27FC236}">
                <a16:creationId xmlns:a16="http://schemas.microsoft.com/office/drawing/2014/main" id="{69A9D062-6E43-40F9-B168-D61E8B42BBCF}"/>
              </a:ext>
            </a:extLst>
          </p:cNvPr>
          <p:cNvCxnSpPr>
            <a:cxnSpLocks/>
            <a:stCxn id="7" idx="2"/>
          </p:cNvCxnSpPr>
          <p:nvPr/>
        </p:nvCxnSpPr>
        <p:spPr>
          <a:xfrm flipH="1" flipV="1">
            <a:off x="7539038" y="4565373"/>
            <a:ext cx="518284" cy="463826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8" name="Đường kết nối Mũi tên Thẳng 37">
            <a:extLst>
              <a:ext uri="{FF2B5EF4-FFF2-40B4-BE49-F238E27FC236}">
                <a16:creationId xmlns:a16="http://schemas.microsoft.com/office/drawing/2014/main" id="{593B497D-CECC-40B1-993A-DE8EAC82EB2D}"/>
              </a:ext>
            </a:extLst>
          </p:cNvPr>
          <p:cNvCxnSpPr>
            <a:cxnSpLocks/>
            <a:stCxn id="7" idx="0"/>
          </p:cNvCxnSpPr>
          <p:nvPr/>
        </p:nvCxnSpPr>
        <p:spPr>
          <a:xfrm flipV="1">
            <a:off x="8527774" y="3997187"/>
            <a:ext cx="0" cy="568186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1" name="Đường kết nối Mũi tên Thẳng 40">
            <a:extLst>
              <a:ext uri="{FF2B5EF4-FFF2-40B4-BE49-F238E27FC236}">
                <a16:creationId xmlns:a16="http://schemas.microsoft.com/office/drawing/2014/main" id="{3BEC3D7A-04FE-4E5D-872A-B0AE272FFD96}"/>
              </a:ext>
            </a:extLst>
          </p:cNvPr>
          <p:cNvCxnSpPr>
            <a:cxnSpLocks/>
          </p:cNvCxnSpPr>
          <p:nvPr/>
        </p:nvCxnSpPr>
        <p:spPr>
          <a:xfrm>
            <a:off x="7189304" y="3429000"/>
            <a:ext cx="622852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5" name="Đường kết nối Mũi tên Thẳng 44">
            <a:extLst>
              <a:ext uri="{FF2B5EF4-FFF2-40B4-BE49-F238E27FC236}">
                <a16:creationId xmlns:a16="http://schemas.microsoft.com/office/drawing/2014/main" id="{B3A16CA4-6975-43AE-A8A4-4A4B5DF0E50B}"/>
              </a:ext>
            </a:extLst>
          </p:cNvPr>
          <p:cNvCxnSpPr>
            <a:cxnSpLocks/>
            <a:stCxn id="4" idx="4"/>
          </p:cNvCxnSpPr>
          <p:nvPr/>
        </p:nvCxnSpPr>
        <p:spPr>
          <a:xfrm>
            <a:off x="8527774" y="2464904"/>
            <a:ext cx="1" cy="487018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8" name="Hộp Văn bản 47">
                <a:extLst>
                  <a:ext uri="{FF2B5EF4-FFF2-40B4-BE49-F238E27FC236}">
                    <a16:creationId xmlns:a16="http://schemas.microsoft.com/office/drawing/2014/main" id="{72DD42F4-01E0-479D-8FCF-7D161D2FCE8D}"/>
                  </a:ext>
                </a:extLst>
              </p:cNvPr>
              <p:cNvSpPr txBox="1"/>
              <p:nvPr/>
            </p:nvSpPr>
            <p:spPr>
              <a:xfrm>
                <a:off x="6274903" y="1749360"/>
                <a:ext cx="940904" cy="8552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ad>
                            <m:radPr>
                              <m:degHide m:val="on"/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12</m:t>
                              </m:r>
                            </m:e>
                          </m:rad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48" name="Hộp Văn bản 47">
                <a:extLst>
                  <a:ext uri="{FF2B5EF4-FFF2-40B4-BE49-F238E27FC236}">
                    <a16:creationId xmlns:a16="http://schemas.microsoft.com/office/drawing/2014/main" id="{72DD42F4-01E0-479D-8FCF-7D161D2FCE8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74903" y="1749360"/>
                <a:ext cx="940904" cy="855299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9" name="Hộp Văn bản 48">
                <a:extLst>
                  <a:ext uri="{FF2B5EF4-FFF2-40B4-BE49-F238E27FC236}">
                    <a16:creationId xmlns:a16="http://schemas.microsoft.com/office/drawing/2014/main" id="{C6D87357-9627-4EAF-82B3-DD2FBA26E689}"/>
                  </a:ext>
                </a:extLst>
              </p:cNvPr>
              <p:cNvSpPr txBox="1"/>
              <p:nvPr/>
            </p:nvSpPr>
            <p:spPr>
              <a:xfrm>
                <a:off x="7083288" y="2537388"/>
                <a:ext cx="940904" cy="8552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ad>
                            <m:radPr>
                              <m:degHide m:val="on"/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12</m:t>
                              </m:r>
                            </m:e>
                          </m:rad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49" name="Hộp Văn bản 48">
                <a:extLst>
                  <a:ext uri="{FF2B5EF4-FFF2-40B4-BE49-F238E27FC236}">
                    <a16:creationId xmlns:a16="http://schemas.microsoft.com/office/drawing/2014/main" id="{C6D87357-9627-4EAF-82B3-DD2FBA26E68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83288" y="2537388"/>
                <a:ext cx="940904" cy="855299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0" name="Hộp Văn bản 49">
                <a:extLst>
                  <a:ext uri="{FF2B5EF4-FFF2-40B4-BE49-F238E27FC236}">
                    <a16:creationId xmlns:a16="http://schemas.microsoft.com/office/drawing/2014/main" id="{3F88ADFD-22C9-498E-A1FB-F38D52D1D3FC}"/>
                  </a:ext>
                </a:extLst>
              </p:cNvPr>
              <p:cNvSpPr txBox="1"/>
              <p:nvPr/>
            </p:nvSpPr>
            <p:spPr>
              <a:xfrm>
                <a:off x="6009861" y="3928710"/>
                <a:ext cx="940904" cy="8552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ad>
                            <m:radPr>
                              <m:degHide m:val="on"/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12</m:t>
                              </m:r>
                            </m:e>
                          </m:rad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50" name="Hộp Văn bản 49">
                <a:extLst>
                  <a:ext uri="{FF2B5EF4-FFF2-40B4-BE49-F238E27FC236}">
                    <a16:creationId xmlns:a16="http://schemas.microsoft.com/office/drawing/2014/main" id="{3F88ADFD-22C9-498E-A1FB-F38D52D1D3F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09861" y="3928710"/>
                <a:ext cx="940904" cy="855299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1" name="Hộp Văn bản 50">
                <a:extLst>
                  <a:ext uri="{FF2B5EF4-FFF2-40B4-BE49-F238E27FC236}">
                    <a16:creationId xmlns:a16="http://schemas.microsoft.com/office/drawing/2014/main" id="{F2A3FE2C-21C7-4003-9627-D4EE3ED535B0}"/>
                  </a:ext>
                </a:extLst>
              </p:cNvPr>
              <p:cNvSpPr txBox="1"/>
              <p:nvPr/>
            </p:nvSpPr>
            <p:spPr>
              <a:xfrm>
                <a:off x="7126356" y="4869210"/>
                <a:ext cx="940904" cy="8552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ad>
                            <m:radPr>
                              <m:degHide m:val="on"/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12</m:t>
                              </m:r>
                            </m:e>
                          </m:rad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51" name="Hộp Văn bản 50">
                <a:extLst>
                  <a:ext uri="{FF2B5EF4-FFF2-40B4-BE49-F238E27FC236}">
                    <a16:creationId xmlns:a16="http://schemas.microsoft.com/office/drawing/2014/main" id="{F2A3FE2C-21C7-4003-9627-D4EE3ED535B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26356" y="4869210"/>
                <a:ext cx="940904" cy="855299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2" name="Hộp Văn bản 51">
                <a:extLst>
                  <a:ext uri="{FF2B5EF4-FFF2-40B4-BE49-F238E27FC236}">
                    <a16:creationId xmlns:a16="http://schemas.microsoft.com/office/drawing/2014/main" id="{4E2A9305-7CAB-4199-AF93-D3887C34E64B}"/>
                  </a:ext>
                </a:extLst>
              </p:cNvPr>
              <p:cNvSpPr txBox="1"/>
              <p:nvPr/>
            </p:nvSpPr>
            <p:spPr>
              <a:xfrm>
                <a:off x="8501271" y="3670582"/>
                <a:ext cx="940904" cy="8552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ad>
                            <m:radPr>
                              <m:degHide m:val="on"/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12</m:t>
                              </m:r>
                            </m:e>
                          </m:rad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52" name="Hộp Văn bản 51">
                <a:extLst>
                  <a:ext uri="{FF2B5EF4-FFF2-40B4-BE49-F238E27FC236}">
                    <a16:creationId xmlns:a16="http://schemas.microsoft.com/office/drawing/2014/main" id="{4E2A9305-7CAB-4199-AF93-D3887C34E64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01271" y="3670582"/>
                <a:ext cx="940904" cy="855299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3" name="Hộp Văn bản 52">
                <a:extLst>
                  <a:ext uri="{FF2B5EF4-FFF2-40B4-BE49-F238E27FC236}">
                    <a16:creationId xmlns:a16="http://schemas.microsoft.com/office/drawing/2014/main" id="{564455F6-1F06-4285-BECC-CD51F36DA52A}"/>
                  </a:ext>
                </a:extLst>
              </p:cNvPr>
              <p:cNvSpPr txBox="1"/>
              <p:nvPr/>
            </p:nvSpPr>
            <p:spPr>
              <a:xfrm>
                <a:off x="8924512" y="4890818"/>
                <a:ext cx="940904" cy="8552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ad>
                            <m:radPr>
                              <m:degHide m:val="on"/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12</m:t>
                              </m:r>
                            </m:e>
                          </m:rad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53" name="Hộp Văn bản 52">
                <a:extLst>
                  <a:ext uri="{FF2B5EF4-FFF2-40B4-BE49-F238E27FC236}">
                    <a16:creationId xmlns:a16="http://schemas.microsoft.com/office/drawing/2014/main" id="{564455F6-1F06-4285-BECC-CD51F36DA52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24512" y="4890818"/>
                <a:ext cx="940904" cy="855299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4" name="Hộp Văn bản 53">
                <a:extLst>
                  <a:ext uri="{FF2B5EF4-FFF2-40B4-BE49-F238E27FC236}">
                    <a16:creationId xmlns:a16="http://schemas.microsoft.com/office/drawing/2014/main" id="{FEBCA68C-8706-49CA-9BA9-0826C37848E0}"/>
                  </a:ext>
                </a:extLst>
              </p:cNvPr>
              <p:cNvSpPr txBox="1"/>
              <p:nvPr/>
            </p:nvSpPr>
            <p:spPr>
              <a:xfrm>
                <a:off x="10070825" y="1802297"/>
                <a:ext cx="940904" cy="8552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ad>
                            <m:radPr>
                              <m:degHide m:val="on"/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12</m:t>
                              </m:r>
                            </m:e>
                          </m:rad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54" name="Hộp Văn bản 53">
                <a:extLst>
                  <a:ext uri="{FF2B5EF4-FFF2-40B4-BE49-F238E27FC236}">
                    <a16:creationId xmlns:a16="http://schemas.microsoft.com/office/drawing/2014/main" id="{FEBCA68C-8706-49CA-9BA9-0826C37848E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70825" y="1802297"/>
                <a:ext cx="940904" cy="855299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6" name="Hộp Văn bản 55">
                <a:extLst>
                  <a:ext uri="{FF2B5EF4-FFF2-40B4-BE49-F238E27FC236}">
                    <a16:creationId xmlns:a16="http://schemas.microsoft.com/office/drawing/2014/main" id="{9CC99E96-2956-49CF-A1B4-6A4175A4B26A}"/>
                  </a:ext>
                </a:extLst>
              </p:cNvPr>
              <p:cNvSpPr txBox="1"/>
              <p:nvPr/>
            </p:nvSpPr>
            <p:spPr>
              <a:xfrm>
                <a:off x="8849138" y="1072391"/>
                <a:ext cx="940904" cy="8552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ad>
                            <m:radPr>
                              <m:degHide m:val="on"/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12</m:t>
                              </m:r>
                            </m:e>
                          </m:rad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56" name="Hộp Văn bản 55">
                <a:extLst>
                  <a:ext uri="{FF2B5EF4-FFF2-40B4-BE49-F238E27FC236}">
                    <a16:creationId xmlns:a16="http://schemas.microsoft.com/office/drawing/2014/main" id="{9CC99E96-2956-49CF-A1B4-6A4175A4B26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49138" y="1072391"/>
                <a:ext cx="940904" cy="855299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8" name="Hộp Văn bản 57">
                <a:extLst>
                  <a:ext uri="{FF2B5EF4-FFF2-40B4-BE49-F238E27FC236}">
                    <a16:creationId xmlns:a16="http://schemas.microsoft.com/office/drawing/2014/main" id="{5DE98A5F-F7E7-44CB-98FA-1150EA7A16F6}"/>
                  </a:ext>
                </a:extLst>
              </p:cNvPr>
              <p:cNvSpPr txBox="1"/>
              <p:nvPr/>
            </p:nvSpPr>
            <p:spPr>
              <a:xfrm>
                <a:off x="8329821" y="2446999"/>
                <a:ext cx="940904" cy="8552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ad>
                            <m:radPr>
                              <m:degHide m:val="on"/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12</m:t>
                              </m:r>
                            </m:e>
                          </m:rad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58" name="Hộp Văn bản 57">
                <a:extLst>
                  <a:ext uri="{FF2B5EF4-FFF2-40B4-BE49-F238E27FC236}">
                    <a16:creationId xmlns:a16="http://schemas.microsoft.com/office/drawing/2014/main" id="{5DE98A5F-F7E7-44CB-98FA-1150EA7A16F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29821" y="2446999"/>
                <a:ext cx="940904" cy="855299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5" name="Đường kết nối Mũi tên Thẳng 34">
            <a:extLst>
              <a:ext uri="{FF2B5EF4-FFF2-40B4-BE49-F238E27FC236}">
                <a16:creationId xmlns:a16="http://schemas.microsoft.com/office/drawing/2014/main" id="{D3F484ED-7DC2-4958-93A2-7310CBCCFE49}"/>
              </a:ext>
            </a:extLst>
          </p:cNvPr>
          <p:cNvCxnSpPr>
            <a:cxnSpLocks/>
          </p:cNvCxnSpPr>
          <p:nvPr/>
        </p:nvCxnSpPr>
        <p:spPr>
          <a:xfrm flipH="1" flipV="1">
            <a:off x="9866245" y="2582547"/>
            <a:ext cx="541888" cy="364405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6" name="Đường kết nối Mũi tên Thẳng 35">
            <a:extLst>
              <a:ext uri="{FF2B5EF4-FFF2-40B4-BE49-F238E27FC236}">
                <a16:creationId xmlns:a16="http://schemas.microsoft.com/office/drawing/2014/main" id="{BC3AEDB1-B385-48D5-884A-CE7BF1D87298}"/>
              </a:ext>
            </a:extLst>
          </p:cNvPr>
          <p:cNvCxnSpPr>
            <a:cxnSpLocks/>
          </p:cNvCxnSpPr>
          <p:nvPr/>
        </p:nvCxnSpPr>
        <p:spPr>
          <a:xfrm flipH="1">
            <a:off x="9866245" y="3879574"/>
            <a:ext cx="530086" cy="463826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7" name="Đường kết nối Mũi tên Thẳng 36">
            <a:extLst>
              <a:ext uri="{FF2B5EF4-FFF2-40B4-BE49-F238E27FC236}">
                <a16:creationId xmlns:a16="http://schemas.microsoft.com/office/drawing/2014/main" id="{D7E31F0A-4C86-4EBA-94F6-AE533B5EBB4E}"/>
              </a:ext>
            </a:extLst>
          </p:cNvPr>
          <p:cNvCxnSpPr>
            <a:cxnSpLocks/>
          </p:cNvCxnSpPr>
          <p:nvPr/>
        </p:nvCxnSpPr>
        <p:spPr>
          <a:xfrm flipH="1">
            <a:off x="9233452" y="3415748"/>
            <a:ext cx="692427" cy="13252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9" name="Hộp Văn bản 38">
                <a:extLst>
                  <a:ext uri="{FF2B5EF4-FFF2-40B4-BE49-F238E27FC236}">
                    <a16:creationId xmlns:a16="http://schemas.microsoft.com/office/drawing/2014/main" id="{B7D0E8D1-10A8-4E3E-96CA-39155D0748EA}"/>
                  </a:ext>
                </a:extLst>
              </p:cNvPr>
              <p:cNvSpPr txBox="1"/>
              <p:nvPr/>
            </p:nvSpPr>
            <p:spPr>
              <a:xfrm>
                <a:off x="10070825" y="4124742"/>
                <a:ext cx="940904" cy="8552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ad>
                            <m:radPr>
                              <m:degHide m:val="on"/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12</m:t>
                              </m:r>
                            </m:e>
                          </m:rad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39" name="Hộp Văn bản 38">
                <a:extLst>
                  <a:ext uri="{FF2B5EF4-FFF2-40B4-BE49-F238E27FC236}">
                    <a16:creationId xmlns:a16="http://schemas.microsoft.com/office/drawing/2014/main" id="{B7D0E8D1-10A8-4E3E-96CA-39155D0748E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70825" y="4124742"/>
                <a:ext cx="940904" cy="855299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0" name="Hộp Văn bản 39">
                <a:extLst>
                  <a:ext uri="{FF2B5EF4-FFF2-40B4-BE49-F238E27FC236}">
                    <a16:creationId xmlns:a16="http://schemas.microsoft.com/office/drawing/2014/main" id="{27290793-F020-4373-980F-095B6B4FAD28}"/>
                  </a:ext>
                </a:extLst>
              </p:cNvPr>
              <p:cNvSpPr txBox="1"/>
              <p:nvPr/>
            </p:nvSpPr>
            <p:spPr>
              <a:xfrm>
                <a:off x="9031357" y="2820790"/>
                <a:ext cx="940904" cy="8552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ad>
                            <m:radPr>
                              <m:degHide m:val="on"/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12</m:t>
                              </m:r>
                            </m:e>
                          </m:rad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40" name="Hộp Văn bản 39">
                <a:extLst>
                  <a:ext uri="{FF2B5EF4-FFF2-40B4-BE49-F238E27FC236}">
                    <a16:creationId xmlns:a16="http://schemas.microsoft.com/office/drawing/2014/main" id="{27290793-F020-4373-980F-095B6B4FAD2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31357" y="2820790"/>
                <a:ext cx="940904" cy="855299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Chỗ dành sẵn cho Số hiệu Bản chiếu 10">
            <a:extLst>
              <a:ext uri="{FF2B5EF4-FFF2-40B4-BE49-F238E27FC236}">
                <a16:creationId xmlns:a16="http://schemas.microsoft.com/office/drawing/2014/main" id="{1CD6F08E-CCDD-4C8F-A2F5-949EECB77A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27BFFA-55D5-419F-87EC-45C1B812D548}" type="slidenum">
              <a:rPr lang="vi-VN" smtClean="0"/>
              <a:t>38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2662467925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Hình ảnh 11">
            <a:extLst>
              <a:ext uri="{FF2B5EF4-FFF2-40B4-BE49-F238E27FC236}">
                <a16:creationId xmlns:a16="http://schemas.microsoft.com/office/drawing/2014/main" id="{49C2F54C-DC73-455C-9F6C-C779E4949BDD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20974" t="25509" r="39135" b="28684"/>
          <a:stretch/>
        </p:blipFill>
        <p:spPr>
          <a:xfrm>
            <a:off x="5897219" y="0"/>
            <a:ext cx="6007364" cy="3895524"/>
          </a:xfrm>
          <a:prstGeom prst="rect">
            <a:avLst/>
          </a:prstGeom>
        </p:spPr>
      </p:pic>
      <p:sp>
        <p:nvSpPr>
          <p:cNvPr id="2" name="Tiêu đề 1">
            <a:extLst>
              <a:ext uri="{FF2B5EF4-FFF2-40B4-BE49-F238E27FC236}">
                <a16:creationId xmlns:a16="http://schemas.microsoft.com/office/drawing/2014/main" id="{59452D0A-F928-4871-8239-07EE6DF3DF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Quantum walk</a:t>
            </a:r>
            <a:endParaRPr lang="vi-V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hỗ dành sẵn cho Nội dung 2">
                <a:extLst>
                  <a:ext uri="{FF2B5EF4-FFF2-40B4-BE49-F238E27FC236}">
                    <a16:creationId xmlns:a16="http://schemas.microsoft.com/office/drawing/2014/main" id="{79730584-F1CB-40F7-BA77-EFE20535508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5137080" cy="5032375"/>
              </a:xfrm>
            </p:spPr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:r>
                  <a:rPr lang="en-US"/>
                  <a:t>2b. The coin inverts or reflects each amplitude about their average.</a:t>
                </a:r>
              </a:p>
              <a:p>
                <a:pPr marL="0" indent="0">
                  <a:buNone/>
                </a:pPr>
                <a:r>
                  <a:rPr lang="en-US"/>
                  <a:t>(-I+2A)</a:t>
                </a:r>
              </a:p>
              <a:p>
                <a:pPr marL="0" indent="0">
                  <a:buNone/>
                </a:pPr>
                <a:r>
                  <a:rPr lang="en-US"/>
                  <a:t>At node 1: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A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f>
                          <m:f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ad>
                              <m:radPr>
                                <m:degHide m:val="on"/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radPr>
                              <m:deg/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12</m:t>
                                </m:r>
                              </m:e>
                            </m:rad>
                          </m:den>
                        </m:f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f>
                          <m:f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ad>
                              <m:radPr>
                                <m:degHide m:val="on"/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radPr>
                              <m:deg/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12</m:t>
                                </m:r>
                              </m:e>
                            </m:rad>
                          </m:den>
                        </m:f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f>
                          <m:f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ad>
                              <m:radPr>
                                <m:degHide m:val="on"/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radPr>
                              <m:deg/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12</m:t>
                                </m:r>
                              </m:e>
                            </m:rad>
                          </m:den>
                        </m:f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den>
                    </m:f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6</m:t>
                        </m:r>
                        <m:rad>
                          <m:radPr>
                            <m:degHide m:val="on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e>
                        </m:rad>
                      </m:den>
                    </m:f>
                  </m:oMath>
                </a14:m>
                <a:endParaRPr lang="en-US" b="0"/>
              </a:p>
              <a:p>
                <a:pPr marL="0" indent="0">
                  <a:buNone/>
                </a:pPr>
                <a:endParaRPr lang="en-US" b="0" i="1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⇒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𝛼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12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=−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𝛼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12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+2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6</m:t>
                          </m:r>
                          <m:rad>
                            <m:radPr>
                              <m:degHide m:val="on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e>
                          </m:rad>
                        </m:den>
                      </m:f>
                    </m:oMath>
                  </m:oMathPara>
                </a14:m>
                <a:endParaRPr lang="en-US"/>
              </a:p>
              <a:p>
                <a:pPr marL="0" indent="0">
                  <a:buNone/>
                </a:pPr>
                <a:endParaRPr lang="en-US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⇒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𝛼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13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=−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𝛼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13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+2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6</m:t>
                          </m:r>
                          <m:rad>
                            <m:radPr>
                              <m:degHide m:val="on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e>
                          </m:rad>
                        </m:den>
                      </m:f>
                    </m:oMath>
                  </m:oMathPara>
                </a14:m>
                <a:endParaRPr lang="en-US"/>
              </a:p>
              <a:p>
                <a:pPr marL="0" indent="0">
                  <a:buNone/>
                </a:pPr>
                <a:endParaRPr lang="en-US"/>
              </a:p>
              <a:p>
                <a:pPr marL="0" indent="0">
                  <a:buNone/>
                </a:pPr>
                <a:endParaRPr lang="en-US"/>
              </a:p>
              <a:p>
                <a:pPr marL="0" indent="0">
                  <a:buNone/>
                </a:pPr>
                <a:endParaRPr lang="en-US"/>
              </a:p>
              <a:p>
                <a:pPr marL="0" indent="0">
                  <a:buNone/>
                </a:pPr>
                <a:endParaRPr lang="en-US"/>
              </a:p>
              <a:p>
                <a:pPr marL="0" indent="0">
                  <a:buNone/>
                </a:pPr>
                <a:endParaRPr lang="en-US"/>
              </a:p>
            </p:txBody>
          </p:sp>
        </mc:Choice>
        <mc:Fallback xmlns="">
          <p:sp>
            <p:nvSpPr>
              <p:cNvPr id="3" name="Chỗ dành sẵn cho Nội dung 2">
                <a:extLst>
                  <a:ext uri="{FF2B5EF4-FFF2-40B4-BE49-F238E27FC236}">
                    <a16:creationId xmlns:a16="http://schemas.microsoft.com/office/drawing/2014/main" id="{79730584-F1CB-40F7-BA77-EFE20535508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5137080" cy="5032375"/>
              </a:xfrm>
              <a:blipFill>
                <a:blip r:embed="rId3"/>
                <a:stretch>
                  <a:fillRect l="-2494" t="-2663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" name="Hình Bầu dục 14">
            <a:extLst>
              <a:ext uri="{FF2B5EF4-FFF2-40B4-BE49-F238E27FC236}">
                <a16:creationId xmlns:a16="http://schemas.microsoft.com/office/drawing/2014/main" id="{252553FC-76BE-470E-819B-13212B66F364}"/>
              </a:ext>
            </a:extLst>
          </p:cNvPr>
          <p:cNvSpPr/>
          <p:nvPr/>
        </p:nvSpPr>
        <p:spPr>
          <a:xfrm>
            <a:off x="6188765" y="662609"/>
            <a:ext cx="861392" cy="848139"/>
          </a:xfrm>
          <a:prstGeom prst="ellipse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42" name="Hình Bầu dục 41">
            <a:extLst>
              <a:ext uri="{FF2B5EF4-FFF2-40B4-BE49-F238E27FC236}">
                <a16:creationId xmlns:a16="http://schemas.microsoft.com/office/drawing/2014/main" id="{B806DB49-B5A5-48E5-8AB5-DD66EDC3F1A6}"/>
              </a:ext>
            </a:extLst>
          </p:cNvPr>
          <p:cNvSpPr/>
          <p:nvPr/>
        </p:nvSpPr>
        <p:spPr>
          <a:xfrm>
            <a:off x="9455426" y="2690784"/>
            <a:ext cx="861392" cy="848139"/>
          </a:xfrm>
          <a:prstGeom prst="ellipse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7" name="Hộp Văn bản 16">
            <a:extLst>
              <a:ext uri="{FF2B5EF4-FFF2-40B4-BE49-F238E27FC236}">
                <a16:creationId xmlns:a16="http://schemas.microsoft.com/office/drawing/2014/main" id="{6504C5A7-1B6E-43D6-911B-A540161644AD}"/>
              </a:ext>
            </a:extLst>
          </p:cNvPr>
          <p:cNvSpPr txBox="1"/>
          <p:nvPr/>
        </p:nvSpPr>
        <p:spPr>
          <a:xfrm>
            <a:off x="10469217" y="3114853"/>
            <a:ext cx="143536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/>
              <a:t>Current amp</a:t>
            </a:r>
            <a:endParaRPr lang="vi-VN"/>
          </a:p>
        </p:txBody>
      </p:sp>
      <p:sp>
        <p:nvSpPr>
          <p:cNvPr id="43" name="Hình Bầu dục 42">
            <a:extLst>
              <a:ext uri="{FF2B5EF4-FFF2-40B4-BE49-F238E27FC236}">
                <a16:creationId xmlns:a16="http://schemas.microsoft.com/office/drawing/2014/main" id="{8E319A5A-4E3B-43F2-87B3-D4BD2F0A13A4}"/>
              </a:ext>
            </a:extLst>
          </p:cNvPr>
          <p:cNvSpPr/>
          <p:nvPr/>
        </p:nvSpPr>
        <p:spPr>
          <a:xfrm>
            <a:off x="7284657" y="2690783"/>
            <a:ext cx="861392" cy="848139"/>
          </a:xfrm>
          <a:prstGeom prst="ellipse">
            <a:avLst/>
          </a:prstGeom>
          <a:noFill/>
          <a:ln w="38100">
            <a:solidFill>
              <a:schemeClr val="accent2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44" name="Hình Bầu dục 43">
            <a:extLst>
              <a:ext uri="{FF2B5EF4-FFF2-40B4-BE49-F238E27FC236}">
                <a16:creationId xmlns:a16="http://schemas.microsoft.com/office/drawing/2014/main" id="{C011A9E8-C874-49EB-84EA-55D5210FAC9D}"/>
              </a:ext>
            </a:extLst>
          </p:cNvPr>
          <p:cNvSpPr/>
          <p:nvPr/>
        </p:nvSpPr>
        <p:spPr>
          <a:xfrm>
            <a:off x="10492408" y="628261"/>
            <a:ext cx="861392" cy="848139"/>
          </a:xfrm>
          <a:prstGeom prst="ellipse">
            <a:avLst/>
          </a:prstGeom>
          <a:noFill/>
          <a:ln w="38100">
            <a:solidFill>
              <a:schemeClr val="accent2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46" name="Hộp Văn bản 45">
            <a:extLst>
              <a:ext uri="{FF2B5EF4-FFF2-40B4-BE49-F238E27FC236}">
                <a16:creationId xmlns:a16="http://schemas.microsoft.com/office/drawing/2014/main" id="{1E401CEA-4E2E-44EC-AFC1-D89A23C67D50}"/>
              </a:ext>
            </a:extLst>
          </p:cNvPr>
          <p:cNvSpPr txBox="1"/>
          <p:nvPr/>
        </p:nvSpPr>
        <p:spPr>
          <a:xfrm>
            <a:off x="10018643" y="1544563"/>
            <a:ext cx="173333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/>
              <a:t>Reflected amp</a:t>
            </a:r>
            <a:endParaRPr lang="vi-VN"/>
          </a:p>
        </p:txBody>
      </p:sp>
      <p:sp>
        <p:nvSpPr>
          <p:cNvPr id="18" name="Chỗ dành sẵn cho Số hiệu Bản chiếu 17">
            <a:extLst>
              <a:ext uri="{FF2B5EF4-FFF2-40B4-BE49-F238E27FC236}">
                <a16:creationId xmlns:a16="http://schemas.microsoft.com/office/drawing/2014/main" id="{4DA7B37A-CA80-4037-B899-BEEC6731F4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27BFFA-55D5-419F-87EC-45C1B812D548}" type="slidenum">
              <a:rPr lang="vi-VN" smtClean="0"/>
              <a:t>39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18977778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êu đề 1">
            <a:extLst>
              <a:ext uri="{FF2B5EF4-FFF2-40B4-BE49-F238E27FC236}">
                <a16:creationId xmlns:a16="http://schemas.microsoft.com/office/drawing/2014/main" id="{59452D0A-F928-4871-8239-07EE6DF3DF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Quantum walk</a:t>
            </a:r>
            <a:endParaRPr lang="vi-V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hỗ dành sẵn cho Nội dung 2">
                <a:extLst>
                  <a:ext uri="{FF2B5EF4-FFF2-40B4-BE49-F238E27FC236}">
                    <a16:creationId xmlns:a16="http://schemas.microsoft.com/office/drawing/2014/main" id="{79730584-F1CB-40F7-BA77-EFE20535508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4575311" cy="4351338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en-US"/>
                  <a:t>2c. Shift operator (walk): swap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𝛼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𝑖𝑗</m:t>
                        </m:r>
                      </m:sub>
                    </m:sSub>
                  </m:oMath>
                </a14:m>
                <a:r>
                  <a:rPr lang="en-US"/>
                  <a:t> with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𝛼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𝑗𝑖</m:t>
                        </m:r>
                      </m:sub>
                    </m:sSub>
                  </m:oMath>
                </a14:m>
                <a:r>
                  <a:rPr lang="en-US"/>
                  <a:t>.</a:t>
                </a:r>
              </a:p>
            </p:txBody>
          </p:sp>
        </mc:Choice>
        <mc:Fallback xmlns="">
          <p:sp>
            <p:nvSpPr>
              <p:cNvPr id="3" name="Chỗ dành sẵn cho Nội dung 2">
                <a:extLst>
                  <a:ext uri="{FF2B5EF4-FFF2-40B4-BE49-F238E27FC236}">
                    <a16:creationId xmlns:a16="http://schemas.microsoft.com/office/drawing/2014/main" id="{79730584-F1CB-40F7-BA77-EFE20535508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4575311" cy="4351338"/>
              </a:xfrm>
              <a:blipFill>
                <a:blip r:embed="rId2"/>
                <a:stretch>
                  <a:fillRect l="-2800" t="-2241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Hình Bầu dục 3">
            <a:extLst>
              <a:ext uri="{FF2B5EF4-FFF2-40B4-BE49-F238E27FC236}">
                <a16:creationId xmlns:a16="http://schemas.microsoft.com/office/drawing/2014/main" id="{A13B7A7D-3BE5-4C71-9A4C-E7D44E389BE8}"/>
              </a:ext>
            </a:extLst>
          </p:cNvPr>
          <p:cNvSpPr/>
          <p:nvPr/>
        </p:nvSpPr>
        <p:spPr>
          <a:xfrm>
            <a:off x="8057322" y="1537252"/>
            <a:ext cx="940904" cy="927652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/>
              <a:t>1</a:t>
            </a:r>
            <a:endParaRPr lang="vi-VN"/>
          </a:p>
        </p:txBody>
      </p:sp>
      <p:sp>
        <p:nvSpPr>
          <p:cNvPr id="5" name="Hình Bầu dục 4">
            <a:extLst>
              <a:ext uri="{FF2B5EF4-FFF2-40B4-BE49-F238E27FC236}">
                <a16:creationId xmlns:a16="http://schemas.microsoft.com/office/drawing/2014/main" id="{55C4BCD2-5D43-44DE-B651-2FA186023B0E}"/>
              </a:ext>
            </a:extLst>
          </p:cNvPr>
          <p:cNvSpPr/>
          <p:nvPr/>
        </p:nvSpPr>
        <p:spPr>
          <a:xfrm>
            <a:off x="6248400" y="2965174"/>
            <a:ext cx="940904" cy="927652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/>
              <a:t>4</a:t>
            </a:r>
            <a:endParaRPr lang="vi-VN"/>
          </a:p>
        </p:txBody>
      </p:sp>
      <p:sp>
        <p:nvSpPr>
          <p:cNvPr id="6" name="Hình Bầu dục 5">
            <a:extLst>
              <a:ext uri="{FF2B5EF4-FFF2-40B4-BE49-F238E27FC236}">
                <a16:creationId xmlns:a16="http://schemas.microsoft.com/office/drawing/2014/main" id="{1D8AA1F4-8476-499B-80E9-382E9A401F62}"/>
              </a:ext>
            </a:extLst>
          </p:cNvPr>
          <p:cNvSpPr/>
          <p:nvPr/>
        </p:nvSpPr>
        <p:spPr>
          <a:xfrm>
            <a:off x="9925879" y="2951922"/>
            <a:ext cx="940904" cy="927652"/>
          </a:xfrm>
          <a:prstGeom prst="ellipse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/>
              <a:t>2</a:t>
            </a:r>
            <a:endParaRPr lang="vi-VN" b="1"/>
          </a:p>
        </p:txBody>
      </p:sp>
      <p:sp>
        <p:nvSpPr>
          <p:cNvPr id="7" name="Hình Bầu dục 6">
            <a:extLst>
              <a:ext uri="{FF2B5EF4-FFF2-40B4-BE49-F238E27FC236}">
                <a16:creationId xmlns:a16="http://schemas.microsoft.com/office/drawing/2014/main" id="{73BDBFA8-F319-4B7A-B9D0-B6973AE814AF}"/>
              </a:ext>
            </a:extLst>
          </p:cNvPr>
          <p:cNvSpPr/>
          <p:nvPr/>
        </p:nvSpPr>
        <p:spPr>
          <a:xfrm>
            <a:off x="8057322" y="4565373"/>
            <a:ext cx="940904" cy="927652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/>
              <a:t>3</a:t>
            </a:r>
            <a:endParaRPr lang="vi-VN"/>
          </a:p>
        </p:txBody>
      </p:sp>
      <p:cxnSp>
        <p:nvCxnSpPr>
          <p:cNvPr id="9" name="Đường nối Thẳng 8">
            <a:extLst>
              <a:ext uri="{FF2B5EF4-FFF2-40B4-BE49-F238E27FC236}">
                <a16:creationId xmlns:a16="http://schemas.microsoft.com/office/drawing/2014/main" id="{541D2452-2D15-48E0-B8D4-22A7C1E78E9A}"/>
              </a:ext>
            </a:extLst>
          </p:cNvPr>
          <p:cNvCxnSpPr>
            <a:stCxn id="4" idx="2"/>
            <a:endCxn id="5" idx="0"/>
          </p:cNvCxnSpPr>
          <p:nvPr/>
        </p:nvCxnSpPr>
        <p:spPr>
          <a:xfrm flipH="1">
            <a:off x="6718852" y="2001078"/>
            <a:ext cx="1338470" cy="964096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Đường nối Thẳng 9">
            <a:extLst>
              <a:ext uri="{FF2B5EF4-FFF2-40B4-BE49-F238E27FC236}">
                <a16:creationId xmlns:a16="http://schemas.microsoft.com/office/drawing/2014/main" id="{D25656FF-351D-40DE-827D-6D32A46359A9}"/>
              </a:ext>
            </a:extLst>
          </p:cNvPr>
          <p:cNvCxnSpPr>
            <a:cxnSpLocks/>
            <a:stCxn id="7" idx="2"/>
            <a:endCxn id="5" idx="4"/>
          </p:cNvCxnSpPr>
          <p:nvPr/>
        </p:nvCxnSpPr>
        <p:spPr>
          <a:xfrm flipH="1" flipV="1">
            <a:off x="6718852" y="3892826"/>
            <a:ext cx="1338470" cy="1136373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Đường nối Thẳng 12">
            <a:extLst>
              <a:ext uri="{FF2B5EF4-FFF2-40B4-BE49-F238E27FC236}">
                <a16:creationId xmlns:a16="http://schemas.microsoft.com/office/drawing/2014/main" id="{0524F036-2377-49C0-9D36-A6626C6AD63E}"/>
              </a:ext>
            </a:extLst>
          </p:cNvPr>
          <p:cNvCxnSpPr>
            <a:cxnSpLocks/>
            <a:stCxn id="7" idx="6"/>
            <a:endCxn id="6" idx="4"/>
          </p:cNvCxnSpPr>
          <p:nvPr/>
        </p:nvCxnSpPr>
        <p:spPr>
          <a:xfrm flipV="1">
            <a:off x="8998226" y="3879574"/>
            <a:ext cx="1398105" cy="1149625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Đường nối Thẳng 15">
            <a:extLst>
              <a:ext uri="{FF2B5EF4-FFF2-40B4-BE49-F238E27FC236}">
                <a16:creationId xmlns:a16="http://schemas.microsoft.com/office/drawing/2014/main" id="{E55AA0F9-57B9-4237-A0B8-061FF34C8488}"/>
              </a:ext>
            </a:extLst>
          </p:cNvPr>
          <p:cNvCxnSpPr>
            <a:cxnSpLocks/>
            <a:stCxn id="4" idx="6"/>
            <a:endCxn id="6" idx="0"/>
          </p:cNvCxnSpPr>
          <p:nvPr/>
        </p:nvCxnSpPr>
        <p:spPr>
          <a:xfrm>
            <a:off x="8998226" y="2001078"/>
            <a:ext cx="1398105" cy="950844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Đường nối Thẳng 18">
            <a:extLst>
              <a:ext uri="{FF2B5EF4-FFF2-40B4-BE49-F238E27FC236}">
                <a16:creationId xmlns:a16="http://schemas.microsoft.com/office/drawing/2014/main" id="{F9ED6804-77D3-4554-90F0-B4F687A2FBCC}"/>
              </a:ext>
            </a:extLst>
          </p:cNvPr>
          <p:cNvCxnSpPr>
            <a:cxnSpLocks/>
            <a:stCxn id="5" idx="6"/>
            <a:endCxn id="6" idx="2"/>
          </p:cNvCxnSpPr>
          <p:nvPr/>
        </p:nvCxnSpPr>
        <p:spPr>
          <a:xfrm flipV="1">
            <a:off x="7189304" y="3415748"/>
            <a:ext cx="2736575" cy="13252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Đường nối Thẳng 21">
            <a:extLst>
              <a:ext uri="{FF2B5EF4-FFF2-40B4-BE49-F238E27FC236}">
                <a16:creationId xmlns:a16="http://schemas.microsoft.com/office/drawing/2014/main" id="{D6110F8D-FC88-4737-825A-62C15729DD47}"/>
              </a:ext>
            </a:extLst>
          </p:cNvPr>
          <p:cNvCxnSpPr>
            <a:cxnSpLocks/>
            <a:stCxn id="4" idx="4"/>
            <a:endCxn id="7" idx="0"/>
          </p:cNvCxnSpPr>
          <p:nvPr/>
        </p:nvCxnSpPr>
        <p:spPr>
          <a:xfrm>
            <a:off x="8527774" y="2464904"/>
            <a:ext cx="0" cy="2100469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Hộp Văn bản 7">
                <a:extLst>
                  <a:ext uri="{FF2B5EF4-FFF2-40B4-BE49-F238E27FC236}">
                    <a16:creationId xmlns:a16="http://schemas.microsoft.com/office/drawing/2014/main" id="{5B0C635C-36CD-4D56-8F9A-A3FB446F7549}"/>
                  </a:ext>
                </a:extLst>
              </p:cNvPr>
              <p:cNvSpPr txBox="1"/>
              <p:nvPr/>
            </p:nvSpPr>
            <p:spPr>
              <a:xfrm>
                <a:off x="7189304" y="1073426"/>
                <a:ext cx="940904" cy="8552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−1</m:t>
                          </m:r>
                        </m:num>
                        <m:den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6</m:t>
                          </m:r>
                          <m:rad>
                            <m:radPr>
                              <m:degHide m:val="on"/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e>
                          </m:rad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8" name="Hộp Văn bản 7">
                <a:extLst>
                  <a:ext uri="{FF2B5EF4-FFF2-40B4-BE49-F238E27FC236}">
                    <a16:creationId xmlns:a16="http://schemas.microsoft.com/office/drawing/2014/main" id="{5B0C635C-36CD-4D56-8F9A-A3FB446F754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89304" y="1073426"/>
                <a:ext cx="940904" cy="855299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4" name="Đường kết nối Mũi tên Thẳng 13">
            <a:extLst>
              <a:ext uri="{FF2B5EF4-FFF2-40B4-BE49-F238E27FC236}">
                <a16:creationId xmlns:a16="http://schemas.microsoft.com/office/drawing/2014/main" id="{5FD38583-98C5-4844-A93B-FE8E074F73EA}"/>
              </a:ext>
            </a:extLst>
          </p:cNvPr>
          <p:cNvCxnSpPr>
            <a:stCxn id="4" idx="2"/>
          </p:cNvCxnSpPr>
          <p:nvPr/>
        </p:nvCxnSpPr>
        <p:spPr>
          <a:xfrm flipH="1">
            <a:off x="7580243" y="2001078"/>
            <a:ext cx="477079" cy="357809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Đường kết nối Mũi tên Thẳng 23">
            <a:extLst>
              <a:ext uri="{FF2B5EF4-FFF2-40B4-BE49-F238E27FC236}">
                <a16:creationId xmlns:a16="http://schemas.microsoft.com/office/drawing/2014/main" id="{2407B759-7518-4C2B-AD26-6FAE424F8699}"/>
              </a:ext>
            </a:extLst>
          </p:cNvPr>
          <p:cNvCxnSpPr>
            <a:cxnSpLocks/>
            <a:stCxn id="5" idx="4"/>
          </p:cNvCxnSpPr>
          <p:nvPr/>
        </p:nvCxnSpPr>
        <p:spPr>
          <a:xfrm>
            <a:off x="6718852" y="3892826"/>
            <a:ext cx="463826" cy="410817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Đường kết nối Mũi tên Thẳng 24">
            <a:extLst>
              <a:ext uri="{FF2B5EF4-FFF2-40B4-BE49-F238E27FC236}">
                <a16:creationId xmlns:a16="http://schemas.microsoft.com/office/drawing/2014/main" id="{BE386699-2881-4395-909A-EE6C694CE725}"/>
              </a:ext>
            </a:extLst>
          </p:cNvPr>
          <p:cNvCxnSpPr>
            <a:cxnSpLocks/>
          </p:cNvCxnSpPr>
          <p:nvPr/>
        </p:nvCxnSpPr>
        <p:spPr>
          <a:xfrm>
            <a:off x="9024731" y="2001078"/>
            <a:ext cx="450574" cy="357809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Đường kết nối Mũi tên Thẳng 26">
            <a:extLst>
              <a:ext uri="{FF2B5EF4-FFF2-40B4-BE49-F238E27FC236}">
                <a16:creationId xmlns:a16="http://schemas.microsoft.com/office/drawing/2014/main" id="{133BDD1E-C8EB-4F08-864A-6FDFBE1872BB}"/>
              </a:ext>
            </a:extLst>
          </p:cNvPr>
          <p:cNvCxnSpPr>
            <a:cxnSpLocks/>
            <a:stCxn id="5" idx="0"/>
          </p:cNvCxnSpPr>
          <p:nvPr/>
        </p:nvCxnSpPr>
        <p:spPr>
          <a:xfrm flipV="1">
            <a:off x="6718852" y="2618340"/>
            <a:ext cx="463826" cy="346834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Đường kết nối Mũi tên Thẳng 29">
            <a:extLst>
              <a:ext uri="{FF2B5EF4-FFF2-40B4-BE49-F238E27FC236}">
                <a16:creationId xmlns:a16="http://schemas.microsoft.com/office/drawing/2014/main" id="{A32AE653-5607-426F-A8D6-CC4CF7E415AF}"/>
              </a:ext>
            </a:extLst>
          </p:cNvPr>
          <p:cNvCxnSpPr>
            <a:cxnSpLocks/>
          </p:cNvCxnSpPr>
          <p:nvPr/>
        </p:nvCxnSpPr>
        <p:spPr>
          <a:xfrm flipV="1">
            <a:off x="9001539" y="4682365"/>
            <a:ext cx="463826" cy="346834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4" name="Đường kết nối Mũi tên Thẳng 33">
            <a:extLst>
              <a:ext uri="{FF2B5EF4-FFF2-40B4-BE49-F238E27FC236}">
                <a16:creationId xmlns:a16="http://schemas.microsoft.com/office/drawing/2014/main" id="{69A9D062-6E43-40F9-B168-D61E8B42BBCF}"/>
              </a:ext>
            </a:extLst>
          </p:cNvPr>
          <p:cNvCxnSpPr>
            <a:cxnSpLocks/>
            <a:stCxn id="7" idx="2"/>
          </p:cNvCxnSpPr>
          <p:nvPr/>
        </p:nvCxnSpPr>
        <p:spPr>
          <a:xfrm flipH="1" flipV="1">
            <a:off x="7539038" y="4565373"/>
            <a:ext cx="518284" cy="463826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8" name="Đường kết nối Mũi tên Thẳng 37">
            <a:extLst>
              <a:ext uri="{FF2B5EF4-FFF2-40B4-BE49-F238E27FC236}">
                <a16:creationId xmlns:a16="http://schemas.microsoft.com/office/drawing/2014/main" id="{593B497D-CECC-40B1-993A-DE8EAC82EB2D}"/>
              </a:ext>
            </a:extLst>
          </p:cNvPr>
          <p:cNvCxnSpPr>
            <a:cxnSpLocks/>
            <a:stCxn id="7" idx="0"/>
          </p:cNvCxnSpPr>
          <p:nvPr/>
        </p:nvCxnSpPr>
        <p:spPr>
          <a:xfrm flipV="1">
            <a:off x="8527774" y="3997187"/>
            <a:ext cx="0" cy="568186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1" name="Đường kết nối Mũi tên Thẳng 40">
            <a:extLst>
              <a:ext uri="{FF2B5EF4-FFF2-40B4-BE49-F238E27FC236}">
                <a16:creationId xmlns:a16="http://schemas.microsoft.com/office/drawing/2014/main" id="{3BEC3D7A-04FE-4E5D-872A-B0AE272FFD96}"/>
              </a:ext>
            </a:extLst>
          </p:cNvPr>
          <p:cNvCxnSpPr>
            <a:cxnSpLocks/>
          </p:cNvCxnSpPr>
          <p:nvPr/>
        </p:nvCxnSpPr>
        <p:spPr>
          <a:xfrm>
            <a:off x="7189304" y="3429000"/>
            <a:ext cx="622852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5" name="Đường kết nối Mũi tên Thẳng 44">
            <a:extLst>
              <a:ext uri="{FF2B5EF4-FFF2-40B4-BE49-F238E27FC236}">
                <a16:creationId xmlns:a16="http://schemas.microsoft.com/office/drawing/2014/main" id="{B3A16CA4-6975-43AE-A8A4-4A4B5DF0E50B}"/>
              </a:ext>
            </a:extLst>
          </p:cNvPr>
          <p:cNvCxnSpPr>
            <a:cxnSpLocks/>
            <a:stCxn id="4" idx="4"/>
          </p:cNvCxnSpPr>
          <p:nvPr/>
        </p:nvCxnSpPr>
        <p:spPr>
          <a:xfrm>
            <a:off x="8527774" y="2464904"/>
            <a:ext cx="1" cy="487018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8" name="Hộp Văn bản 47">
                <a:extLst>
                  <a:ext uri="{FF2B5EF4-FFF2-40B4-BE49-F238E27FC236}">
                    <a16:creationId xmlns:a16="http://schemas.microsoft.com/office/drawing/2014/main" id="{72DD42F4-01E0-479D-8FCF-7D161D2FCE8D}"/>
                  </a:ext>
                </a:extLst>
              </p:cNvPr>
              <p:cNvSpPr txBox="1"/>
              <p:nvPr/>
            </p:nvSpPr>
            <p:spPr>
              <a:xfrm>
                <a:off x="6274903" y="1749360"/>
                <a:ext cx="940904" cy="8552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−1</m:t>
                          </m:r>
                        </m:num>
                        <m:den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6</m:t>
                          </m:r>
                          <m:rad>
                            <m:radPr>
                              <m:degHide m:val="on"/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e>
                          </m:rad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48" name="Hộp Văn bản 47">
                <a:extLst>
                  <a:ext uri="{FF2B5EF4-FFF2-40B4-BE49-F238E27FC236}">
                    <a16:creationId xmlns:a16="http://schemas.microsoft.com/office/drawing/2014/main" id="{72DD42F4-01E0-479D-8FCF-7D161D2FCE8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74903" y="1749360"/>
                <a:ext cx="940904" cy="855299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9" name="Hộp Văn bản 48">
                <a:extLst>
                  <a:ext uri="{FF2B5EF4-FFF2-40B4-BE49-F238E27FC236}">
                    <a16:creationId xmlns:a16="http://schemas.microsoft.com/office/drawing/2014/main" id="{C6D87357-9627-4EAF-82B3-DD2FBA26E689}"/>
                  </a:ext>
                </a:extLst>
              </p:cNvPr>
              <p:cNvSpPr txBox="1"/>
              <p:nvPr/>
            </p:nvSpPr>
            <p:spPr>
              <a:xfrm>
                <a:off x="8836035" y="2495167"/>
                <a:ext cx="940904" cy="8552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2</m:t>
                          </m:r>
                          <m:rad>
                            <m:radPr>
                              <m:degHide m:val="on"/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e>
                          </m:rad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49" name="Hộp Văn bản 48">
                <a:extLst>
                  <a:ext uri="{FF2B5EF4-FFF2-40B4-BE49-F238E27FC236}">
                    <a16:creationId xmlns:a16="http://schemas.microsoft.com/office/drawing/2014/main" id="{C6D87357-9627-4EAF-82B3-DD2FBA26E68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36035" y="2495167"/>
                <a:ext cx="940904" cy="855299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0" name="Hộp Văn bản 49">
                <a:extLst>
                  <a:ext uri="{FF2B5EF4-FFF2-40B4-BE49-F238E27FC236}">
                    <a16:creationId xmlns:a16="http://schemas.microsoft.com/office/drawing/2014/main" id="{3F88ADFD-22C9-498E-A1FB-F38D52D1D3FC}"/>
                  </a:ext>
                </a:extLst>
              </p:cNvPr>
              <p:cNvSpPr txBox="1"/>
              <p:nvPr/>
            </p:nvSpPr>
            <p:spPr>
              <a:xfrm>
                <a:off x="6009861" y="3928710"/>
                <a:ext cx="940904" cy="8552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−1</m:t>
                          </m:r>
                        </m:num>
                        <m:den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6</m:t>
                          </m:r>
                          <m:rad>
                            <m:radPr>
                              <m:degHide m:val="on"/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e>
                          </m:rad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50" name="Hộp Văn bản 49">
                <a:extLst>
                  <a:ext uri="{FF2B5EF4-FFF2-40B4-BE49-F238E27FC236}">
                    <a16:creationId xmlns:a16="http://schemas.microsoft.com/office/drawing/2014/main" id="{3F88ADFD-22C9-498E-A1FB-F38D52D1D3F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09861" y="3928710"/>
                <a:ext cx="940904" cy="855299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1" name="Hộp Văn bản 50">
                <a:extLst>
                  <a:ext uri="{FF2B5EF4-FFF2-40B4-BE49-F238E27FC236}">
                    <a16:creationId xmlns:a16="http://schemas.microsoft.com/office/drawing/2014/main" id="{F2A3FE2C-21C7-4003-9627-D4EE3ED535B0}"/>
                  </a:ext>
                </a:extLst>
              </p:cNvPr>
              <p:cNvSpPr txBox="1"/>
              <p:nvPr/>
            </p:nvSpPr>
            <p:spPr>
              <a:xfrm>
                <a:off x="7126356" y="4869210"/>
                <a:ext cx="940904" cy="8552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−1</m:t>
                          </m:r>
                        </m:num>
                        <m:den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6</m:t>
                          </m:r>
                          <m:rad>
                            <m:radPr>
                              <m:degHide m:val="on"/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e>
                          </m:rad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51" name="Hộp Văn bản 50">
                <a:extLst>
                  <a:ext uri="{FF2B5EF4-FFF2-40B4-BE49-F238E27FC236}">
                    <a16:creationId xmlns:a16="http://schemas.microsoft.com/office/drawing/2014/main" id="{F2A3FE2C-21C7-4003-9627-D4EE3ED535B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26356" y="4869210"/>
                <a:ext cx="940904" cy="855299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2" name="Hộp Văn bản 51">
                <a:extLst>
                  <a:ext uri="{FF2B5EF4-FFF2-40B4-BE49-F238E27FC236}">
                    <a16:creationId xmlns:a16="http://schemas.microsoft.com/office/drawing/2014/main" id="{4E2A9305-7CAB-4199-AF93-D3887C34E64B}"/>
                  </a:ext>
                </a:extLst>
              </p:cNvPr>
              <p:cNvSpPr txBox="1"/>
              <p:nvPr/>
            </p:nvSpPr>
            <p:spPr>
              <a:xfrm>
                <a:off x="8501271" y="3670582"/>
                <a:ext cx="940904" cy="8552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−1</m:t>
                          </m:r>
                        </m:num>
                        <m:den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6</m:t>
                          </m:r>
                          <m:rad>
                            <m:radPr>
                              <m:degHide m:val="on"/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e>
                          </m:rad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52" name="Hộp Văn bản 51">
                <a:extLst>
                  <a:ext uri="{FF2B5EF4-FFF2-40B4-BE49-F238E27FC236}">
                    <a16:creationId xmlns:a16="http://schemas.microsoft.com/office/drawing/2014/main" id="{4E2A9305-7CAB-4199-AF93-D3887C34E64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01271" y="3670582"/>
                <a:ext cx="940904" cy="855299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3" name="Hộp Văn bản 52">
                <a:extLst>
                  <a:ext uri="{FF2B5EF4-FFF2-40B4-BE49-F238E27FC236}">
                    <a16:creationId xmlns:a16="http://schemas.microsoft.com/office/drawing/2014/main" id="{564455F6-1F06-4285-BECC-CD51F36DA52A}"/>
                  </a:ext>
                </a:extLst>
              </p:cNvPr>
              <p:cNvSpPr txBox="1"/>
              <p:nvPr/>
            </p:nvSpPr>
            <p:spPr>
              <a:xfrm>
                <a:off x="9839741" y="4152845"/>
                <a:ext cx="940904" cy="8552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2</m:t>
                          </m:r>
                          <m:rad>
                            <m:radPr>
                              <m:degHide m:val="on"/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e>
                          </m:rad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53" name="Hộp Văn bản 52">
                <a:extLst>
                  <a:ext uri="{FF2B5EF4-FFF2-40B4-BE49-F238E27FC236}">
                    <a16:creationId xmlns:a16="http://schemas.microsoft.com/office/drawing/2014/main" id="{564455F6-1F06-4285-BECC-CD51F36DA52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39741" y="4152845"/>
                <a:ext cx="940904" cy="855299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4" name="Hộp Văn bản 53">
                <a:extLst>
                  <a:ext uri="{FF2B5EF4-FFF2-40B4-BE49-F238E27FC236}">
                    <a16:creationId xmlns:a16="http://schemas.microsoft.com/office/drawing/2014/main" id="{FEBCA68C-8706-49CA-9BA9-0826C37848E0}"/>
                  </a:ext>
                </a:extLst>
              </p:cNvPr>
              <p:cNvSpPr txBox="1"/>
              <p:nvPr/>
            </p:nvSpPr>
            <p:spPr>
              <a:xfrm>
                <a:off x="9044609" y="1057667"/>
                <a:ext cx="940904" cy="8552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num>
                        <m:den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6</m:t>
                          </m:r>
                          <m:rad>
                            <m:radPr>
                              <m:degHide m:val="on"/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e>
                          </m:rad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54" name="Hộp Văn bản 53">
                <a:extLst>
                  <a:ext uri="{FF2B5EF4-FFF2-40B4-BE49-F238E27FC236}">
                    <a16:creationId xmlns:a16="http://schemas.microsoft.com/office/drawing/2014/main" id="{FEBCA68C-8706-49CA-9BA9-0826C37848E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44609" y="1057667"/>
                <a:ext cx="940904" cy="855299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6" name="Hộp Văn bản 55">
                <a:extLst>
                  <a:ext uri="{FF2B5EF4-FFF2-40B4-BE49-F238E27FC236}">
                    <a16:creationId xmlns:a16="http://schemas.microsoft.com/office/drawing/2014/main" id="{9CC99E96-2956-49CF-A1B4-6A4175A4B26A}"/>
                  </a:ext>
                </a:extLst>
              </p:cNvPr>
              <p:cNvSpPr txBox="1"/>
              <p:nvPr/>
            </p:nvSpPr>
            <p:spPr>
              <a:xfrm>
                <a:off x="9865416" y="1807952"/>
                <a:ext cx="940904" cy="84843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ad>
                            <m:radPr>
                              <m:degHide m:val="on"/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e>
                          </m:rad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56" name="Hộp Văn bản 55">
                <a:extLst>
                  <a:ext uri="{FF2B5EF4-FFF2-40B4-BE49-F238E27FC236}">
                    <a16:creationId xmlns:a16="http://schemas.microsoft.com/office/drawing/2014/main" id="{9CC99E96-2956-49CF-A1B4-6A4175A4B26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65416" y="1807952"/>
                <a:ext cx="940904" cy="848437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8" name="Hộp Văn bản 57">
                <a:extLst>
                  <a:ext uri="{FF2B5EF4-FFF2-40B4-BE49-F238E27FC236}">
                    <a16:creationId xmlns:a16="http://schemas.microsoft.com/office/drawing/2014/main" id="{5DE98A5F-F7E7-44CB-98FA-1150EA7A16F6}"/>
                  </a:ext>
                </a:extLst>
              </p:cNvPr>
              <p:cNvSpPr txBox="1"/>
              <p:nvPr/>
            </p:nvSpPr>
            <p:spPr>
              <a:xfrm>
                <a:off x="7622556" y="2488420"/>
                <a:ext cx="940904" cy="8552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6</m:t>
                          </m:r>
                          <m:rad>
                            <m:radPr>
                              <m:degHide m:val="on"/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e>
                          </m:rad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58" name="Hộp Văn bản 57">
                <a:extLst>
                  <a:ext uri="{FF2B5EF4-FFF2-40B4-BE49-F238E27FC236}">
                    <a16:creationId xmlns:a16="http://schemas.microsoft.com/office/drawing/2014/main" id="{5DE98A5F-F7E7-44CB-98FA-1150EA7A16F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22556" y="2488420"/>
                <a:ext cx="940904" cy="855299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5" name="Đường kết nối Mũi tên Thẳng 34">
            <a:extLst>
              <a:ext uri="{FF2B5EF4-FFF2-40B4-BE49-F238E27FC236}">
                <a16:creationId xmlns:a16="http://schemas.microsoft.com/office/drawing/2014/main" id="{D3F484ED-7DC2-4958-93A2-7310CBCCFE49}"/>
              </a:ext>
            </a:extLst>
          </p:cNvPr>
          <p:cNvCxnSpPr>
            <a:cxnSpLocks/>
          </p:cNvCxnSpPr>
          <p:nvPr/>
        </p:nvCxnSpPr>
        <p:spPr>
          <a:xfrm flipH="1" flipV="1">
            <a:off x="9866245" y="2582547"/>
            <a:ext cx="541888" cy="364405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6" name="Đường kết nối Mũi tên Thẳng 35">
            <a:extLst>
              <a:ext uri="{FF2B5EF4-FFF2-40B4-BE49-F238E27FC236}">
                <a16:creationId xmlns:a16="http://schemas.microsoft.com/office/drawing/2014/main" id="{BC3AEDB1-B385-48D5-884A-CE7BF1D87298}"/>
              </a:ext>
            </a:extLst>
          </p:cNvPr>
          <p:cNvCxnSpPr>
            <a:cxnSpLocks/>
          </p:cNvCxnSpPr>
          <p:nvPr/>
        </p:nvCxnSpPr>
        <p:spPr>
          <a:xfrm flipH="1">
            <a:off x="9866245" y="3879574"/>
            <a:ext cx="530086" cy="463826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7" name="Đường kết nối Mũi tên Thẳng 36">
            <a:extLst>
              <a:ext uri="{FF2B5EF4-FFF2-40B4-BE49-F238E27FC236}">
                <a16:creationId xmlns:a16="http://schemas.microsoft.com/office/drawing/2014/main" id="{D7E31F0A-4C86-4EBA-94F6-AE533B5EBB4E}"/>
              </a:ext>
            </a:extLst>
          </p:cNvPr>
          <p:cNvCxnSpPr>
            <a:cxnSpLocks/>
          </p:cNvCxnSpPr>
          <p:nvPr/>
        </p:nvCxnSpPr>
        <p:spPr>
          <a:xfrm flipH="1">
            <a:off x="9233452" y="3415748"/>
            <a:ext cx="692427" cy="13252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9" name="Hộp Văn bản 38">
                <a:extLst>
                  <a:ext uri="{FF2B5EF4-FFF2-40B4-BE49-F238E27FC236}">
                    <a16:creationId xmlns:a16="http://schemas.microsoft.com/office/drawing/2014/main" id="{B7D0E8D1-10A8-4E3E-96CA-39155D0748EA}"/>
                  </a:ext>
                </a:extLst>
              </p:cNvPr>
              <p:cNvSpPr txBox="1"/>
              <p:nvPr/>
            </p:nvSpPr>
            <p:spPr>
              <a:xfrm>
                <a:off x="9149429" y="4976691"/>
                <a:ext cx="940904" cy="8552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5</m:t>
                          </m:r>
                        </m:num>
                        <m:den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6</m:t>
                          </m:r>
                          <m:rad>
                            <m:radPr>
                              <m:degHide m:val="on"/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e>
                          </m:rad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39" name="Hộp Văn bản 38">
                <a:extLst>
                  <a:ext uri="{FF2B5EF4-FFF2-40B4-BE49-F238E27FC236}">
                    <a16:creationId xmlns:a16="http://schemas.microsoft.com/office/drawing/2014/main" id="{B7D0E8D1-10A8-4E3E-96CA-39155D0748E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49429" y="4976691"/>
                <a:ext cx="940904" cy="855299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0" name="Hộp Văn bản 39">
                <a:extLst>
                  <a:ext uri="{FF2B5EF4-FFF2-40B4-BE49-F238E27FC236}">
                    <a16:creationId xmlns:a16="http://schemas.microsoft.com/office/drawing/2014/main" id="{27290793-F020-4373-980F-095B6B4FAD28}"/>
                  </a:ext>
                </a:extLst>
              </p:cNvPr>
              <p:cNvSpPr txBox="1"/>
              <p:nvPr/>
            </p:nvSpPr>
            <p:spPr>
              <a:xfrm>
                <a:off x="7314295" y="3474413"/>
                <a:ext cx="940904" cy="8552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5</m:t>
                          </m:r>
                        </m:num>
                        <m:den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6</m:t>
                          </m:r>
                          <m:rad>
                            <m:radPr>
                              <m:degHide m:val="on"/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e>
                          </m:rad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40" name="Hộp Văn bản 39">
                <a:extLst>
                  <a:ext uri="{FF2B5EF4-FFF2-40B4-BE49-F238E27FC236}">
                    <a16:creationId xmlns:a16="http://schemas.microsoft.com/office/drawing/2014/main" id="{27290793-F020-4373-980F-095B6B4FAD2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14295" y="3474413"/>
                <a:ext cx="940904" cy="855299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Chỗ dành sẵn cho Số hiệu Bản chiếu 10">
            <a:extLst>
              <a:ext uri="{FF2B5EF4-FFF2-40B4-BE49-F238E27FC236}">
                <a16:creationId xmlns:a16="http://schemas.microsoft.com/office/drawing/2014/main" id="{01D678C0-F49A-4349-9154-D6FAD240D9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27BFFA-55D5-419F-87EC-45C1B812D548}" type="slidenum">
              <a:rPr lang="vi-VN" smtClean="0"/>
              <a:t>40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1740614285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êu đề 1">
            <a:extLst>
              <a:ext uri="{FF2B5EF4-FFF2-40B4-BE49-F238E27FC236}">
                <a16:creationId xmlns:a16="http://schemas.microsoft.com/office/drawing/2014/main" id="{59452D0A-F928-4871-8239-07EE6DF3DF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Quantum walk</a:t>
            </a:r>
            <a:endParaRPr lang="vi-V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hỗ dành sẵn cho Nội dung 2">
                <a:extLst>
                  <a:ext uri="{FF2B5EF4-FFF2-40B4-BE49-F238E27FC236}">
                    <a16:creationId xmlns:a16="http://schemas.microsoft.com/office/drawing/2014/main" id="{79730584-F1CB-40F7-BA77-EFE20535508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4575311" cy="4351338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en-US"/>
                  <a:t>2c. Shift operator (walk): swap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𝛼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𝑖𝑗</m:t>
                        </m:r>
                      </m:sub>
                    </m:sSub>
                  </m:oMath>
                </a14:m>
                <a:r>
                  <a:rPr lang="en-US"/>
                  <a:t> with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𝛼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𝑗𝑖</m:t>
                        </m:r>
                      </m:sub>
                    </m:sSub>
                  </m:oMath>
                </a14:m>
                <a:r>
                  <a:rPr lang="en-US"/>
                  <a:t>.</a:t>
                </a:r>
              </a:p>
            </p:txBody>
          </p:sp>
        </mc:Choice>
        <mc:Fallback xmlns="">
          <p:sp>
            <p:nvSpPr>
              <p:cNvPr id="3" name="Chỗ dành sẵn cho Nội dung 2">
                <a:extLst>
                  <a:ext uri="{FF2B5EF4-FFF2-40B4-BE49-F238E27FC236}">
                    <a16:creationId xmlns:a16="http://schemas.microsoft.com/office/drawing/2014/main" id="{79730584-F1CB-40F7-BA77-EFE20535508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4575311" cy="4351338"/>
              </a:xfrm>
              <a:blipFill>
                <a:blip r:embed="rId2"/>
                <a:stretch>
                  <a:fillRect l="-2800" t="-2241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Hình Bầu dục 3">
            <a:extLst>
              <a:ext uri="{FF2B5EF4-FFF2-40B4-BE49-F238E27FC236}">
                <a16:creationId xmlns:a16="http://schemas.microsoft.com/office/drawing/2014/main" id="{A13B7A7D-3BE5-4C71-9A4C-E7D44E389BE8}"/>
              </a:ext>
            </a:extLst>
          </p:cNvPr>
          <p:cNvSpPr/>
          <p:nvPr/>
        </p:nvSpPr>
        <p:spPr>
          <a:xfrm>
            <a:off x="8057322" y="1537252"/>
            <a:ext cx="940904" cy="927652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/>
              <a:t>1</a:t>
            </a:r>
            <a:endParaRPr lang="vi-VN"/>
          </a:p>
        </p:txBody>
      </p:sp>
      <p:sp>
        <p:nvSpPr>
          <p:cNvPr id="5" name="Hình Bầu dục 4">
            <a:extLst>
              <a:ext uri="{FF2B5EF4-FFF2-40B4-BE49-F238E27FC236}">
                <a16:creationId xmlns:a16="http://schemas.microsoft.com/office/drawing/2014/main" id="{55C4BCD2-5D43-44DE-B651-2FA186023B0E}"/>
              </a:ext>
            </a:extLst>
          </p:cNvPr>
          <p:cNvSpPr/>
          <p:nvPr/>
        </p:nvSpPr>
        <p:spPr>
          <a:xfrm>
            <a:off x="6248400" y="2965174"/>
            <a:ext cx="940904" cy="927652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/>
              <a:t>4</a:t>
            </a:r>
            <a:endParaRPr lang="vi-VN"/>
          </a:p>
        </p:txBody>
      </p:sp>
      <p:sp>
        <p:nvSpPr>
          <p:cNvPr id="6" name="Hình Bầu dục 5">
            <a:extLst>
              <a:ext uri="{FF2B5EF4-FFF2-40B4-BE49-F238E27FC236}">
                <a16:creationId xmlns:a16="http://schemas.microsoft.com/office/drawing/2014/main" id="{1D8AA1F4-8476-499B-80E9-382E9A401F62}"/>
              </a:ext>
            </a:extLst>
          </p:cNvPr>
          <p:cNvSpPr/>
          <p:nvPr/>
        </p:nvSpPr>
        <p:spPr>
          <a:xfrm>
            <a:off x="9925879" y="2951922"/>
            <a:ext cx="940904" cy="927652"/>
          </a:xfrm>
          <a:prstGeom prst="ellipse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/>
              <a:t>2</a:t>
            </a:r>
            <a:endParaRPr lang="vi-VN" b="1"/>
          </a:p>
        </p:txBody>
      </p:sp>
      <p:sp>
        <p:nvSpPr>
          <p:cNvPr id="7" name="Hình Bầu dục 6">
            <a:extLst>
              <a:ext uri="{FF2B5EF4-FFF2-40B4-BE49-F238E27FC236}">
                <a16:creationId xmlns:a16="http://schemas.microsoft.com/office/drawing/2014/main" id="{73BDBFA8-F319-4B7A-B9D0-B6973AE814AF}"/>
              </a:ext>
            </a:extLst>
          </p:cNvPr>
          <p:cNvSpPr/>
          <p:nvPr/>
        </p:nvSpPr>
        <p:spPr>
          <a:xfrm>
            <a:off x="8057322" y="4565373"/>
            <a:ext cx="940904" cy="927652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/>
              <a:t>3</a:t>
            </a:r>
            <a:endParaRPr lang="vi-VN"/>
          </a:p>
        </p:txBody>
      </p:sp>
      <p:cxnSp>
        <p:nvCxnSpPr>
          <p:cNvPr id="9" name="Đường nối Thẳng 8">
            <a:extLst>
              <a:ext uri="{FF2B5EF4-FFF2-40B4-BE49-F238E27FC236}">
                <a16:creationId xmlns:a16="http://schemas.microsoft.com/office/drawing/2014/main" id="{541D2452-2D15-48E0-B8D4-22A7C1E78E9A}"/>
              </a:ext>
            </a:extLst>
          </p:cNvPr>
          <p:cNvCxnSpPr>
            <a:stCxn id="4" idx="2"/>
            <a:endCxn id="5" idx="0"/>
          </p:cNvCxnSpPr>
          <p:nvPr/>
        </p:nvCxnSpPr>
        <p:spPr>
          <a:xfrm flipH="1">
            <a:off x="6718852" y="2001078"/>
            <a:ext cx="1338470" cy="964096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Đường nối Thẳng 9">
            <a:extLst>
              <a:ext uri="{FF2B5EF4-FFF2-40B4-BE49-F238E27FC236}">
                <a16:creationId xmlns:a16="http://schemas.microsoft.com/office/drawing/2014/main" id="{D25656FF-351D-40DE-827D-6D32A46359A9}"/>
              </a:ext>
            </a:extLst>
          </p:cNvPr>
          <p:cNvCxnSpPr>
            <a:cxnSpLocks/>
            <a:stCxn id="7" idx="2"/>
            <a:endCxn id="5" idx="4"/>
          </p:cNvCxnSpPr>
          <p:nvPr/>
        </p:nvCxnSpPr>
        <p:spPr>
          <a:xfrm flipH="1" flipV="1">
            <a:off x="6718852" y="3892826"/>
            <a:ext cx="1338470" cy="1136373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Đường nối Thẳng 12">
            <a:extLst>
              <a:ext uri="{FF2B5EF4-FFF2-40B4-BE49-F238E27FC236}">
                <a16:creationId xmlns:a16="http://schemas.microsoft.com/office/drawing/2014/main" id="{0524F036-2377-49C0-9D36-A6626C6AD63E}"/>
              </a:ext>
            </a:extLst>
          </p:cNvPr>
          <p:cNvCxnSpPr>
            <a:cxnSpLocks/>
            <a:stCxn id="7" idx="6"/>
            <a:endCxn id="6" idx="4"/>
          </p:cNvCxnSpPr>
          <p:nvPr/>
        </p:nvCxnSpPr>
        <p:spPr>
          <a:xfrm flipV="1">
            <a:off x="8998226" y="3879574"/>
            <a:ext cx="1398105" cy="1149625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Đường nối Thẳng 15">
            <a:extLst>
              <a:ext uri="{FF2B5EF4-FFF2-40B4-BE49-F238E27FC236}">
                <a16:creationId xmlns:a16="http://schemas.microsoft.com/office/drawing/2014/main" id="{E55AA0F9-57B9-4237-A0B8-061FF34C8488}"/>
              </a:ext>
            </a:extLst>
          </p:cNvPr>
          <p:cNvCxnSpPr>
            <a:cxnSpLocks/>
            <a:stCxn id="4" idx="6"/>
            <a:endCxn id="6" idx="0"/>
          </p:cNvCxnSpPr>
          <p:nvPr/>
        </p:nvCxnSpPr>
        <p:spPr>
          <a:xfrm>
            <a:off x="8998226" y="2001078"/>
            <a:ext cx="1398105" cy="950844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Đường nối Thẳng 18">
            <a:extLst>
              <a:ext uri="{FF2B5EF4-FFF2-40B4-BE49-F238E27FC236}">
                <a16:creationId xmlns:a16="http://schemas.microsoft.com/office/drawing/2014/main" id="{F9ED6804-77D3-4554-90F0-B4F687A2FBCC}"/>
              </a:ext>
            </a:extLst>
          </p:cNvPr>
          <p:cNvCxnSpPr>
            <a:cxnSpLocks/>
            <a:stCxn id="5" idx="6"/>
            <a:endCxn id="6" idx="2"/>
          </p:cNvCxnSpPr>
          <p:nvPr/>
        </p:nvCxnSpPr>
        <p:spPr>
          <a:xfrm flipV="1">
            <a:off x="7189304" y="3415748"/>
            <a:ext cx="2736575" cy="13252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Đường nối Thẳng 21">
            <a:extLst>
              <a:ext uri="{FF2B5EF4-FFF2-40B4-BE49-F238E27FC236}">
                <a16:creationId xmlns:a16="http://schemas.microsoft.com/office/drawing/2014/main" id="{D6110F8D-FC88-4737-825A-62C15729DD47}"/>
              </a:ext>
            </a:extLst>
          </p:cNvPr>
          <p:cNvCxnSpPr>
            <a:cxnSpLocks/>
            <a:stCxn id="4" idx="4"/>
            <a:endCxn id="7" idx="0"/>
          </p:cNvCxnSpPr>
          <p:nvPr/>
        </p:nvCxnSpPr>
        <p:spPr>
          <a:xfrm>
            <a:off x="8527774" y="2464904"/>
            <a:ext cx="0" cy="2100469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Hộp Văn bản 7">
                <a:extLst>
                  <a:ext uri="{FF2B5EF4-FFF2-40B4-BE49-F238E27FC236}">
                    <a16:creationId xmlns:a16="http://schemas.microsoft.com/office/drawing/2014/main" id="{5B0C635C-36CD-4D56-8F9A-A3FB446F7549}"/>
                  </a:ext>
                </a:extLst>
              </p:cNvPr>
              <p:cNvSpPr txBox="1"/>
              <p:nvPr/>
            </p:nvSpPr>
            <p:spPr>
              <a:xfrm>
                <a:off x="7189304" y="1073426"/>
                <a:ext cx="940904" cy="8552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−1</m:t>
                          </m:r>
                        </m:num>
                        <m:den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6</m:t>
                          </m:r>
                          <m:rad>
                            <m:radPr>
                              <m:degHide m:val="on"/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e>
                          </m:rad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8" name="Hộp Văn bản 7">
                <a:extLst>
                  <a:ext uri="{FF2B5EF4-FFF2-40B4-BE49-F238E27FC236}">
                    <a16:creationId xmlns:a16="http://schemas.microsoft.com/office/drawing/2014/main" id="{5B0C635C-36CD-4D56-8F9A-A3FB446F754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89304" y="1073426"/>
                <a:ext cx="940904" cy="855299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4" name="Đường kết nối Mũi tên Thẳng 13">
            <a:extLst>
              <a:ext uri="{FF2B5EF4-FFF2-40B4-BE49-F238E27FC236}">
                <a16:creationId xmlns:a16="http://schemas.microsoft.com/office/drawing/2014/main" id="{5FD38583-98C5-4844-A93B-FE8E074F73EA}"/>
              </a:ext>
            </a:extLst>
          </p:cNvPr>
          <p:cNvCxnSpPr>
            <a:stCxn id="4" idx="2"/>
          </p:cNvCxnSpPr>
          <p:nvPr/>
        </p:nvCxnSpPr>
        <p:spPr>
          <a:xfrm flipH="1">
            <a:off x="7580243" y="2001078"/>
            <a:ext cx="477079" cy="357809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Đường kết nối Mũi tên Thẳng 23">
            <a:extLst>
              <a:ext uri="{FF2B5EF4-FFF2-40B4-BE49-F238E27FC236}">
                <a16:creationId xmlns:a16="http://schemas.microsoft.com/office/drawing/2014/main" id="{2407B759-7518-4C2B-AD26-6FAE424F8699}"/>
              </a:ext>
            </a:extLst>
          </p:cNvPr>
          <p:cNvCxnSpPr>
            <a:cxnSpLocks/>
            <a:stCxn id="5" idx="4"/>
          </p:cNvCxnSpPr>
          <p:nvPr/>
        </p:nvCxnSpPr>
        <p:spPr>
          <a:xfrm>
            <a:off x="6718852" y="3892826"/>
            <a:ext cx="463826" cy="410817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Đường kết nối Mũi tên Thẳng 24">
            <a:extLst>
              <a:ext uri="{FF2B5EF4-FFF2-40B4-BE49-F238E27FC236}">
                <a16:creationId xmlns:a16="http://schemas.microsoft.com/office/drawing/2014/main" id="{BE386699-2881-4395-909A-EE6C694CE725}"/>
              </a:ext>
            </a:extLst>
          </p:cNvPr>
          <p:cNvCxnSpPr>
            <a:cxnSpLocks/>
          </p:cNvCxnSpPr>
          <p:nvPr/>
        </p:nvCxnSpPr>
        <p:spPr>
          <a:xfrm>
            <a:off x="9024731" y="2001078"/>
            <a:ext cx="450574" cy="357809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Đường kết nối Mũi tên Thẳng 26">
            <a:extLst>
              <a:ext uri="{FF2B5EF4-FFF2-40B4-BE49-F238E27FC236}">
                <a16:creationId xmlns:a16="http://schemas.microsoft.com/office/drawing/2014/main" id="{133BDD1E-C8EB-4F08-864A-6FDFBE1872BB}"/>
              </a:ext>
            </a:extLst>
          </p:cNvPr>
          <p:cNvCxnSpPr>
            <a:cxnSpLocks/>
            <a:stCxn id="5" idx="0"/>
          </p:cNvCxnSpPr>
          <p:nvPr/>
        </p:nvCxnSpPr>
        <p:spPr>
          <a:xfrm flipV="1">
            <a:off x="6718852" y="2618340"/>
            <a:ext cx="463826" cy="346834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Đường kết nối Mũi tên Thẳng 29">
            <a:extLst>
              <a:ext uri="{FF2B5EF4-FFF2-40B4-BE49-F238E27FC236}">
                <a16:creationId xmlns:a16="http://schemas.microsoft.com/office/drawing/2014/main" id="{A32AE653-5607-426F-A8D6-CC4CF7E415AF}"/>
              </a:ext>
            </a:extLst>
          </p:cNvPr>
          <p:cNvCxnSpPr>
            <a:cxnSpLocks/>
          </p:cNvCxnSpPr>
          <p:nvPr/>
        </p:nvCxnSpPr>
        <p:spPr>
          <a:xfrm flipV="1">
            <a:off x="9001539" y="4682365"/>
            <a:ext cx="463826" cy="346834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4" name="Đường kết nối Mũi tên Thẳng 33">
            <a:extLst>
              <a:ext uri="{FF2B5EF4-FFF2-40B4-BE49-F238E27FC236}">
                <a16:creationId xmlns:a16="http://schemas.microsoft.com/office/drawing/2014/main" id="{69A9D062-6E43-40F9-B168-D61E8B42BBCF}"/>
              </a:ext>
            </a:extLst>
          </p:cNvPr>
          <p:cNvCxnSpPr>
            <a:cxnSpLocks/>
            <a:stCxn id="7" idx="2"/>
          </p:cNvCxnSpPr>
          <p:nvPr/>
        </p:nvCxnSpPr>
        <p:spPr>
          <a:xfrm flipH="1" flipV="1">
            <a:off x="7539038" y="4565373"/>
            <a:ext cx="518284" cy="463826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8" name="Đường kết nối Mũi tên Thẳng 37">
            <a:extLst>
              <a:ext uri="{FF2B5EF4-FFF2-40B4-BE49-F238E27FC236}">
                <a16:creationId xmlns:a16="http://schemas.microsoft.com/office/drawing/2014/main" id="{593B497D-CECC-40B1-993A-DE8EAC82EB2D}"/>
              </a:ext>
            </a:extLst>
          </p:cNvPr>
          <p:cNvCxnSpPr>
            <a:cxnSpLocks/>
            <a:stCxn id="7" idx="0"/>
          </p:cNvCxnSpPr>
          <p:nvPr/>
        </p:nvCxnSpPr>
        <p:spPr>
          <a:xfrm flipV="1">
            <a:off x="8527774" y="3997187"/>
            <a:ext cx="0" cy="568186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1" name="Đường kết nối Mũi tên Thẳng 40">
            <a:extLst>
              <a:ext uri="{FF2B5EF4-FFF2-40B4-BE49-F238E27FC236}">
                <a16:creationId xmlns:a16="http://schemas.microsoft.com/office/drawing/2014/main" id="{3BEC3D7A-04FE-4E5D-872A-B0AE272FFD96}"/>
              </a:ext>
            </a:extLst>
          </p:cNvPr>
          <p:cNvCxnSpPr>
            <a:cxnSpLocks/>
          </p:cNvCxnSpPr>
          <p:nvPr/>
        </p:nvCxnSpPr>
        <p:spPr>
          <a:xfrm>
            <a:off x="7189304" y="3429000"/>
            <a:ext cx="622852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5" name="Đường kết nối Mũi tên Thẳng 44">
            <a:extLst>
              <a:ext uri="{FF2B5EF4-FFF2-40B4-BE49-F238E27FC236}">
                <a16:creationId xmlns:a16="http://schemas.microsoft.com/office/drawing/2014/main" id="{B3A16CA4-6975-43AE-A8A4-4A4B5DF0E50B}"/>
              </a:ext>
            </a:extLst>
          </p:cNvPr>
          <p:cNvCxnSpPr>
            <a:cxnSpLocks/>
            <a:stCxn id="4" idx="4"/>
          </p:cNvCxnSpPr>
          <p:nvPr/>
        </p:nvCxnSpPr>
        <p:spPr>
          <a:xfrm>
            <a:off x="8527774" y="2464904"/>
            <a:ext cx="1" cy="487018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8" name="Hộp Văn bản 47">
                <a:extLst>
                  <a:ext uri="{FF2B5EF4-FFF2-40B4-BE49-F238E27FC236}">
                    <a16:creationId xmlns:a16="http://schemas.microsoft.com/office/drawing/2014/main" id="{72DD42F4-01E0-479D-8FCF-7D161D2FCE8D}"/>
                  </a:ext>
                </a:extLst>
              </p:cNvPr>
              <p:cNvSpPr txBox="1"/>
              <p:nvPr/>
            </p:nvSpPr>
            <p:spPr>
              <a:xfrm>
                <a:off x="6274903" y="1749360"/>
                <a:ext cx="940904" cy="8552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−1</m:t>
                          </m:r>
                        </m:num>
                        <m:den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6</m:t>
                          </m:r>
                          <m:rad>
                            <m:radPr>
                              <m:degHide m:val="on"/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e>
                          </m:rad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48" name="Hộp Văn bản 47">
                <a:extLst>
                  <a:ext uri="{FF2B5EF4-FFF2-40B4-BE49-F238E27FC236}">
                    <a16:creationId xmlns:a16="http://schemas.microsoft.com/office/drawing/2014/main" id="{72DD42F4-01E0-479D-8FCF-7D161D2FCE8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74903" y="1749360"/>
                <a:ext cx="940904" cy="855299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9" name="Hộp Văn bản 48">
                <a:extLst>
                  <a:ext uri="{FF2B5EF4-FFF2-40B4-BE49-F238E27FC236}">
                    <a16:creationId xmlns:a16="http://schemas.microsoft.com/office/drawing/2014/main" id="{C6D87357-9627-4EAF-82B3-DD2FBA26E689}"/>
                  </a:ext>
                </a:extLst>
              </p:cNvPr>
              <p:cNvSpPr txBox="1"/>
              <p:nvPr/>
            </p:nvSpPr>
            <p:spPr>
              <a:xfrm>
                <a:off x="7083288" y="2537388"/>
                <a:ext cx="940904" cy="8552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2</m:t>
                          </m:r>
                          <m:rad>
                            <m:radPr>
                              <m:degHide m:val="on"/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e>
                          </m:rad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49" name="Hộp Văn bản 48">
                <a:extLst>
                  <a:ext uri="{FF2B5EF4-FFF2-40B4-BE49-F238E27FC236}">
                    <a16:creationId xmlns:a16="http://schemas.microsoft.com/office/drawing/2014/main" id="{C6D87357-9627-4EAF-82B3-DD2FBA26E68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83288" y="2537388"/>
                <a:ext cx="940904" cy="855299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0" name="Hộp Văn bản 49">
                <a:extLst>
                  <a:ext uri="{FF2B5EF4-FFF2-40B4-BE49-F238E27FC236}">
                    <a16:creationId xmlns:a16="http://schemas.microsoft.com/office/drawing/2014/main" id="{3F88ADFD-22C9-498E-A1FB-F38D52D1D3FC}"/>
                  </a:ext>
                </a:extLst>
              </p:cNvPr>
              <p:cNvSpPr txBox="1"/>
              <p:nvPr/>
            </p:nvSpPr>
            <p:spPr>
              <a:xfrm>
                <a:off x="6009861" y="3928710"/>
                <a:ext cx="940904" cy="8552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−1</m:t>
                          </m:r>
                        </m:num>
                        <m:den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6</m:t>
                          </m:r>
                          <m:rad>
                            <m:radPr>
                              <m:degHide m:val="on"/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e>
                          </m:rad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50" name="Hộp Văn bản 49">
                <a:extLst>
                  <a:ext uri="{FF2B5EF4-FFF2-40B4-BE49-F238E27FC236}">
                    <a16:creationId xmlns:a16="http://schemas.microsoft.com/office/drawing/2014/main" id="{3F88ADFD-22C9-498E-A1FB-F38D52D1D3F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09861" y="3928710"/>
                <a:ext cx="940904" cy="855299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1" name="Hộp Văn bản 50">
                <a:extLst>
                  <a:ext uri="{FF2B5EF4-FFF2-40B4-BE49-F238E27FC236}">
                    <a16:creationId xmlns:a16="http://schemas.microsoft.com/office/drawing/2014/main" id="{F2A3FE2C-21C7-4003-9627-D4EE3ED535B0}"/>
                  </a:ext>
                </a:extLst>
              </p:cNvPr>
              <p:cNvSpPr txBox="1"/>
              <p:nvPr/>
            </p:nvSpPr>
            <p:spPr>
              <a:xfrm>
                <a:off x="7126356" y="4869210"/>
                <a:ext cx="940904" cy="8552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−1</m:t>
                          </m:r>
                        </m:num>
                        <m:den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6</m:t>
                          </m:r>
                          <m:rad>
                            <m:radPr>
                              <m:degHide m:val="on"/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e>
                          </m:rad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51" name="Hộp Văn bản 50">
                <a:extLst>
                  <a:ext uri="{FF2B5EF4-FFF2-40B4-BE49-F238E27FC236}">
                    <a16:creationId xmlns:a16="http://schemas.microsoft.com/office/drawing/2014/main" id="{F2A3FE2C-21C7-4003-9627-D4EE3ED535B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26356" y="4869210"/>
                <a:ext cx="940904" cy="855299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2" name="Hộp Văn bản 51">
                <a:extLst>
                  <a:ext uri="{FF2B5EF4-FFF2-40B4-BE49-F238E27FC236}">
                    <a16:creationId xmlns:a16="http://schemas.microsoft.com/office/drawing/2014/main" id="{4E2A9305-7CAB-4199-AF93-D3887C34E64B}"/>
                  </a:ext>
                </a:extLst>
              </p:cNvPr>
              <p:cNvSpPr txBox="1"/>
              <p:nvPr/>
            </p:nvSpPr>
            <p:spPr>
              <a:xfrm>
                <a:off x="8501271" y="3670582"/>
                <a:ext cx="940904" cy="8552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−1</m:t>
                          </m:r>
                        </m:num>
                        <m:den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6</m:t>
                          </m:r>
                          <m:rad>
                            <m:radPr>
                              <m:degHide m:val="on"/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e>
                          </m:rad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52" name="Hộp Văn bản 51">
                <a:extLst>
                  <a:ext uri="{FF2B5EF4-FFF2-40B4-BE49-F238E27FC236}">
                    <a16:creationId xmlns:a16="http://schemas.microsoft.com/office/drawing/2014/main" id="{4E2A9305-7CAB-4199-AF93-D3887C34E64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01271" y="3670582"/>
                <a:ext cx="940904" cy="855299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3" name="Hộp Văn bản 52">
                <a:extLst>
                  <a:ext uri="{FF2B5EF4-FFF2-40B4-BE49-F238E27FC236}">
                    <a16:creationId xmlns:a16="http://schemas.microsoft.com/office/drawing/2014/main" id="{564455F6-1F06-4285-BECC-CD51F36DA52A}"/>
                  </a:ext>
                </a:extLst>
              </p:cNvPr>
              <p:cNvSpPr txBox="1"/>
              <p:nvPr/>
            </p:nvSpPr>
            <p:spPr>
              <a:xfrm>
                <a:off x="8924512" y="4890818"/>
                <a:ext cx="940904" cy="8552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2</m:t>
                          </m:r>
                          <m:rad>
                            <m:radPr>
                              <m:degHide m:val="on"/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e>
                          </m:rad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53" name="Hộp Văn bản 52">
                <a:extLst>
                  <a:ext uri="{FF2B5EF4-FFF2-40B4-BE49-F238E27FC236}">
                    <a16:creationId xmlns:a16="http://schemas.microsoft.com/office/drawing/2014/main" id="{564455F6-1F06-4285-BECC-CD51F36DA52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24512" y="4890818"/>
                <a:ext cx="940904" cy="855299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4" name="Hộp Văn bản 53">
                <a:extLst>
                  <a:ext uri="{FF2B5EF4-FFF2-40B4-BE49-F238E27FC236}">
                    <a16:creationId xmlns:a16="http://schemas.microsoft.com/office/drawing/2014/main" id="{FEBCA68C-8706-49CA-9BA9-0826C37848E0}"/>
                  </a:ext>
                </a:extLst>
              </p:cNvPr>
              <p:cNvSpPr txBox="1"/>
              <p:nvPr/>
            </p:nvSpPr>
            <p:spPr>
              <a:xfrm>
                <a:off x="10070825" y="1802297"/>
                <a:ext cx="940904" cy="8552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num>
                        <m:den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6</m:t>
                          </m:r>
                          <m:rad>
                            <m:radPr>
                              <m:degHide m:val="on"/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e>
                          </m:rad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54" name="Hộp Văn bản 53">
                <a:extLst>
                  <a:ext uri="{FF2B5EF4-FFF2-40B4-BE49-F238E27FC236}">
                    <a16:creationId xmlns:a16="http://schemas.microsoft.com/office/drawing/2014/main" id="{FEBCA68C-8706-49CA-9BA9-0826C37848E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70825" y="1802297"/>
                <a:ext cx="940904" cy="855299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6" name="Hộp Văn bản 55">
                <a:extLst>
                  <a:ext uri="{FF2B5EF4-FFF2-40B4-BE49-F238E27FC236}">
                    <a16:creationId xmlns:a16="http://schemas.microsoft.com/office/drawing/2014/main" id="{9CC99E96-2956-49CF-A1B4-6A4175A4B26A}"/>
                  </a:ext>
                </a:extLst>
              </p:cNvPr>
              <p:cNvSpPr txBox="1"/>
              <p:nvPr/>
            </p:nvSpPr>
            <p:spPr>
              <a:xfrm>
                <a:off x="8849138" y="1072391"/>
                <a:ext cx="940904" cy="84843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ad>
                            <m:radPr>
                              <m:degHide m:val="on"/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e>
                          </m:rad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56" name="Hộp Văn bản 55">
                <a:extLst>
                  <a:ext uri="{FF2B5EF4-FFF2-40B4-BE49-F238E27FC236}">
                    <a16:creationId xmlns:a16="http://schemas.microsoft.com/office/drawing/2014/main" id="{9CC99E96-2956-49CF-A1B4-6A4175A4B26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49138" y="1072391"/>
                <a:ext cx="940904" cy="848437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8" name="Hộp Văn bản 57">
                <a:extLst>
                  <a:ext uri="{FF2B5EF4-FFF2-40B4-BE49-F238E27FC236}">
                    <a16:creationId xmlns:a16="http://schemas.microsoft.com/office/drawing/2014/main" id="{5DE98A5F-F7E7-44CB-98FA-1150EA7A16F6}"/>
                  </a:ext>
                </a:extLst>
              </p:cNvPr>
              <p:cNvSpPr txBox="1"/>
              <p:nvPr/>
            </p:nvSpPr>
            <p:spPr>
              <a:xfrm>
                <a:off x="8329821" y="2446999"/>
                <a:ext cx="940904" cy="8552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6</m:t>
                          </m:r>
                          <m:rad>
                            <m:radPr>
                              <m:degHide m:val="on"/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e>
                          </m:rad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58" name="Hộp Văn bản 57">
                <a:extLst>
                  <a:ext uri="{FF2B5EF4-FFF2-40B4-BE49-F238E27FC236}">
                    <a16:creationId xmlns:a16="http://schemas.microsoft.com/office/drawing/2014/main" id="{5DE98A5F-F7E7-44CB-98FA-1150EA7A16F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29821" y="2446999"/>
                <a:ext cx="940904" cy="855299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5" name="Đường kết nối Mũi tên Thẳng 34">
            <a:extLst>
              <a:ext uri="{FF2B5EF4-FFF2-40B4-BE49-F238E27FC236}">
                <a16:creationId xmlns:a16="http://schemas.microsoft.com/office/drawing/2014/main" id="{D3F484ED-7DC2-4958-93A2-7310CBCCFE49}"/>
              </a:ext>
            </a:extLst>
          </p:cNvPr>
          <p:cNvCxnSpPr>
            <a:cxnSpLocks/>
          </p:cNvCxnSpPr>
          <p:nvPr/>
        </p:nvCxnSpPr>
        <p:spPr>
          <a:xfrm flipH="1" flipV="1">
            <a:off x="9866245" y="2582547"/>
            <a:ext cx="541888" cy="364405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6" name="Đường kết nối Mũi tên Thẳng 35">
            <a:extLst>
              <a:ext uri="{FF2B5EF4-FFF2-40B4-BE49-F238E27FC236}">
                <a16:creationId xmlns:a16="http://schemas.microsoft.com/office/drawing/2014/main" id="{BC3AEDB1-B385-48D5-884A-CE7BF1D87298}"/>
              </a:ext>
            </a:extLst>
          </p:cNvPr>
          <p:cNvCxnSpPr>
            <a:cxnSpLocks/>
          </p:cNvCxnSpPr>
          <p:nvPr/>
        </p:nvCxnSpPr>
        <p:spPr>
          <a:xfrm flipH="1">
            <a:off x="9866245" y="3879574"/>
            <a:ext cx="530086" cy="463826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7" name="Đường kết nối Mũi tên Thẳng 36">
            <a:extLst>
              <a:ext uri="{FF2B5EF4-FFF2-40B4-BE49-F238E27FC236}">
                <a16:creationId xmlns:a16="http://schemas.microsoft.com/office/drawing/2014/main" id="{D7E31F0A-4C86-4EBA-94F6-AE533B5EBB4E}"/>
              </a:ext>
            </a:extLst>
          </p:cNvPr>
          <p:cNvCxnSpPr>
            <a:cxnSpLocks/>
          </p:cNvCxnSpPr>
          <p:nvPr/>
        </p:nvCxnSpPr>
        <p:spPr>
          <a:xfrm flipH="1">
            <a:off x="9233452" y="3415748"/>
            <a:ext cx="692427" cy="13252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9" name="Hộp Văn bản 38">
                <a:extLst>
                  <a:ext uri="{FF2B5EF4-FFF2-40B4-BE49-F238E27FC236}">
                    <a16:creationId xmlns:a16="http://schemas.microsoft.com/office/drawing/2014/main" id="{B7D0E8D1-10A8-4E3E-96CA-39155D0748EA}"/>
                  </a:ext>
                </a:extLst>
              </p:cNvPr>
              <p:cNvSpPr txBox="1"/>
              <p:nvPr/>
            </p:nvSpPr>
            <p:spPr>
              <a:xfrm>
                <a:off x="10070825" y="4124742"/>
                <a:ext cx="940904" cy="8552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5</m:t>
                          </m:r>
                        </m:num>
                        <m:den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6</m:t>
                          </m:r>
                          <m:rad>
                            <m:radPr>
                              <m:degHide m:val="on"/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e>
                          </m:rad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39" name="Hộp Văn bản 38">
                <a:extLst>
                  <a:ext uri="{FF2B5EF4-FFF2-40B4-BE49-F238E27FC236}">
                    <a16:creationId xmlns:a16="http://schemas.microsoft.com/office/drawing/2014/main" id="{B7D0E8D1-10A8-4E3E-96CA-39155D0748E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70825" y="4124742"/>
                <a:ext cx="940904" cy="855299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0" name="Hộp Văn bản 39">
                <a:extLst>
                  <a:ext uri="{FF2B5EF4-FFF2-40B4-BE49-F238E27FC236}">
                    <a16:creationId xmlns:a16="http://schemas.microsoft.com/office/drawing/2014/main" id="{27290793-F020-4373-980F-095B6B4FAD28}"/>
                  </a:ext>
                </a:extLst>
              </p:cNvPr>
              <p:cNvSpPr txBox="1"/>
              <p:nvPr/>
            </p:nvSpPr>
            <p:spPr>
              <a:xfrm>
                <a:off x="9031357" y="2820790"/>
                <a:ext cx="940904" cy="8552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5</m:t>
                          </m:r>
                        </m:num>
                        <m:den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6</m:t>
                          </m:r>
                          <m:rad>
                            <m:radPr>
                              <m:degHide m:val="on"/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e>
                          </m:rad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40" name="Hộp Văn bản 39">
                <a:extLst>
                  <a:ext uri="{FF2B5EF4-FFF2-40B4-BE49-F238E27FC236}">
                    <a16:creationId xmlns:a16="http://schemas.microsoft.com/office/drawing/2014/main" id="{27290793-F020-4373-980F-095B6B4FAD2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31357" y="2820790"/>
                <a:ext cx="940904" cy="855299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2" name="Hộp Văn bản 41">
                <a:extLst>
                  <a:ext uri="{FF2B5EF4-FFF2-40B4-BE49-F238E27FC236}">
                    <a16:creationId xmlns:a16="http://schemas.microsoft.com/office/drawing/2014/main" id="{81939DC2-A15A-492D-99FD-48015EA67E9C}"/>
                  </a:ext>
                </a:extLst>
              </p:cNvPr>
              <p:cNvSpPr txBox="1"/>
              <p:nvPr/>
            </p:nvSpPr>
            <p:spPr>
              <a:xfrm>
                <a:off x="8030819" y="72540"/>
                <a:ext cx="940904" cy="78380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11</m:t>
                          </m:r>
                        </m:num>
                        <m:den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108</m:t>
                          </m:r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42" name="Hộp Văn bản 41">
                <a:extLst>
                  <a:ext uri="{FF2B5EF4-FFF2-40B4-BE49-F238E27FC236}">
                    <a16:creationId xmlns:a16="http://schemas.microsoft.com/office/drawing/2014/main" id="{81939DC2-A15A-492D-99FD-48015EA67E9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30819" y="72540"/>
                <a:ext cx="940904" cy="783804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3" name="Hộp Văn bản 42">
                <a:extLst>
                  <a:ext uri="{FF2B5EF4-FFF2-40B4-BE49-F238E27FC236}">
                    <a16:creationId xmlns:a16="http://schemas.microsoft.com/office/drawing/2014/main" id="{75A44E07-7528-4C5D-BC67-C942341922B2}"/>
                  </a:ext>
                </a:extLst>
              </p:cNvPr>
              <p:cNvSpPr txBox="1"/>
              <p:nvPr/>
            </p:nvSpPr>
            <p:spPr>
              <a:xfrm>
                <a:off x="8140146" y="5901633"/>
                <a:ext cx="940904" cy="78380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11</m:t>
                          </m:r>
                        </m:num>
                        <m:den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108</m:t>
                          </m:r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43" name="Hộp Văn bản 42">
                <a:extLst>
                  <a:ext uri="{FF2B5EF4-FFF2-40B4-BE49-F238E27FC236}">
                    <a16:creationId xmlns:a16="http://schemas.microsoft.com/office/drawing/2014/main" id="{75A44E07-7528-4C5D-BC67-C942341922B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40146" y="5901633"/>
                <a:ext cx="940904" cy="783804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4" name="Hộp Văn bản 43">
                <a:extLst>
                  <a:ext uri="{FF2B5EF4-FFF2-40B4-BE49-F238E27FC236}">
                    <a16:creationId xmlns:a16="http://schemas.microsoft.com/office/drawing/2014/main" id="{E466987B-930C-4E3B-A7C4-25797C8E6023}"/>
                  </a:ext>
                </a:extLst>
              </p:cNvPr>
              <p:cNvSpPr txBox="1"/>
              <p:nvPr/>
            </p:nvSpPr>
            <p:spPr>
              <a:xfrm>
                <a:off x="4924010" y="3037098"/>
                <a:ext cx="940904" cy="78380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11</m:t>
                          </m:r>
                        </m:num>
                        <m:den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108</m:t>
                          </m:r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44" name="Hộp Văn bản 43">
                <a:extLst>
                  <a:ext uri="{FF2B5EF4-FFF2-40B4-BE49-F238E27FC236}">
                    <a16:creationId xmlns:a16="http://schemas.microsoft.com/office/drawing/2014/main" id="{E466987B-930C-4E3B-A7C4-25797C8E602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24010" y="3037098"/>
                <a:ext cx="940904" cy="783804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6" name="Hộp Văn bản 45">
                <a:extLst>
                  <a:ext uri="{FF2B5EF4-FFF2-40B4-BE49-F238E27FC236}">
                    <a16:creationId xmlns:a16="http://schemas.microsoft.com/office/drawing/2014/main" id="{ACB11BB7-F8DF-4F88-9783-DDF524B51AE3}"/>
                  </a:ext>
                </a:extLst>
              </p:cNvPr>
              <p:cNvSpPr txBox="1"/>
              <p:nvPr/>
            </p:nvSpPr>
            <p:spPr>
              <a:xfrm>
                <a:off x="11005930" y="2999267"/>
                <a:ext cx="940904" cy="7861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25</m:t>
                          </m:r>
                        </m:num>
                        <m:den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36</m:t>
                          </m:r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46" name="Hộp Văn bản 45">
                <a:extLst>
                  <a:ext uri="{FF2B5EF4-FFF2-40B4-BE49-F238E27FC236}">
                    <a16:creationId xmlns:a16="http://schemas.microsoft.com/office/drawing/2014/main" id="{ACB11BB7-F8DF-4F88-9783-DDF524B51AE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005930" y="2999267"/>
                <a:ext cx="940904" cy="786177"/>
              </a:xfrm>
              <a:prstGeom prst="rect">
                <a:avLst/>
              </a:prstGeom>
              <a:blipFill>
                <a:blip r:embed="rId1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Chỗ dành sẵn cho Số hiệu Bản chiếu 10">
            <a:extLst>
              <a:ext uri="{FF2B5EF4-FFF2-40B4-BE49-F238E27FC236}">
                <a16:creationId xmlns:a16="http://schemas.microsoft.com/office/drawing/2014/main" id="{01D678C0-F49A-4349-9154-D6FAD240D9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27BFFA-55D5-419F-87EC-45C1B812D548}" type="slidenum">
              <a:rPr lang="vi-VN" smtClean="0"/>
              <a:t>41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3788878675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êu đề 1">
            <a:extLst>
              <a:ext uri="{FF2B5EF4-FFF2-40B4-BE49-F238E27FC236}">
                <a16:creationId xmlns:a16="http://schemas.microsoft.com/office/drawing/2014/main" id="{94F870A8-6CCC-49C9-90B7-A824D6802C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Quantum walk</a:t>
            </a:r>
            <a:endParaRPr lang="vi-V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Hộp Văn bản 5">
                <a:extLst>
                  <a:ext uri="{FF2B5EF4-FFF2-40B4-BE49-F238E27FC236}">
                    <a16:creationId xmlns:a16="http://schemas.microsoft.com/office/drawing/2014/main" id="{76942EA6-97A4-4021-A53E-68616161ADA8}"/>
                  </a:ext>
                </a:extLst>
              </p:cNvPr>
              <p:cNvSpPr txBox="1"/>
              <p:nvPr/>
            </p:nvSpPr>
            <p:spPr>
              <a:xfrm>
                <a:off x="7442199" y="1905000"/>
                <a:ext cx="4569691" cy="314906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800"/>
                  <a:t>Prob(Success) at time t =</a:t>
                </a:r>
              </a:p>
              <a:p>
                <a:endParaRPr lang="en-US" sz="2800"/>
              </a:p>
              <a:p>
                <a:endParaRPr lang="en-US" sz="2800"/>
              </a:p>
              <a:p>
                <a:endParaRPr lang="en-US" sz="2800"/>
              </a:p>
              <a:p>
                <a:endParaRPr lang="en-US" sz="2800"/>
              </a:p>
              <a:p>
                <a:endParaRPr lang="en-US" sz="2800"/>
              </a:p>
              <a:p>
                <a:r>
                  <a:rPr lang="en-US" sz="2800"/>
                  <a:t>Runtime: 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(</m:t>
                    </m:r>
                    <m:rad>
                      <m:radPr>
                        <m:degHide m:val="on"/>
                        <m:ctrlPr>
                          <a:rPr lang="en-US" sz="2800" b="0" i="1" smtClean="0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</m:rad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vi-VN" sz="2800"/>
              </a:p>
            </p:txBody>
          </p:sp>
        </mc:Choice>
        <mc:Fallback xmlns="">
          <p:sp>
            <p:nvSpPr>
              <p:cNvPr id="6" name="Hộp Văn bản 5">
                <a:extLst>
                  <a:ext uri="{FF2B5EF4-FFF2-40B4-BE49-F238E27FC236}">
                    <a16:creationId xmlns:a16="http://schemas.microsoft.com/office/drawing/2014/main" id="{76942EA6-97A4-4021-A53E-68616161ADA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42199" y="1905000"/>
                <a:ext cx="4569691" cy="3149067"/>
              </a:xfrm>
              <a:prstGeom prst="rect">
                <a:avLst/>
              </a:prstGeom>
              <a:blipFill>
                <a:blip r:embed="rId2"/>
                <a:stretch>
                  <a:fillRect l="-2778" t="-2419" b="-4435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8" name="Chỗ dành sẵn cho Nội dung 7">
            <a:extLst>
              <a:ext uri="{FF2B5EF4-FFF2-40B4-BE49-F238E27FC236}">
                <a16:creationId xmlns:a16="http://schemas.microsoft.com/office/drawing/2014/main" id="{5B04DF3B-AF75-42EA-9EE3-E188E75A479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 rotWithShape="1">
          <a:blip r:embed="rId3"/>
          <a:srcRect l="22007" t="46627" r="37646" b="18457"/>
          <a:stretch/>
        </p:blipFill>
        <p:spPr>
          <a:xfrm>
            <a:off x="838200" y="1560145"/>
            <a:ext cx="5031403" cy="2458785"/>
          </a:xfrm>
        </p:spPr>
      </p:pic>
      <p:pic>
        <p:nvPicPr>
          <p:cNvPr id="10" name="Hình ảnh 9">
            <a:extLst>
              <a:ext uri="{FF2B5EF4-FFF2-40B4-BE49-F238E27FC236}">
                <a16:creationId xmlns:a16="http://schemas.microsoft.com/office/drawing/2014/main" id="{95600745-9931-4D78-BFB1-D6B7D848B6A7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27836" t="35077" r="22420" b="33334"/>
          <a:stretch>
            <a:fillRect/>
          </a:stretch>
        </p:blipFill>
        <p:spPr>
          <a:xfrm>
            <a:off x="7446536" y="2616829"/>
            <a:ext cx="4763049" cy="1708109"/>
          </a:xfrm>
          <a:prstGeom prst="rect">
            <a:avLst/>
          </a:prstGeom>
        </p:spPr>
      </p:pic>
      <p:sp>
        <p:nvSpPr>
          <p:cNvPr id="11" name="Chỗ dành sẵn cho Số hiệu Bản chiếu 10">
            <a:extLst>
              <a:ext uri="{FF2B5EF4-FFF2-40B4-BE49-F238E27FC236}">
                <a16:creationId xmlns:a16="http://schemas.microsoft.com/office/drawing/2014/main" id="{6C81663C-D263-4C35-B738-6C980C6846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27BFFA-55D5-419F-87EC-45C1B812D548}" type="slidenum">
              <a:rPr lang="vi-VN" smtClean="0"/>
              <a:t>42</a:t>
            </a:fld>
            <a:endParaRPr lang="vi-VN"/>
          </a:p>
        </p:txBody>
      </p:sp>
      <p:pic>
        <p:nvPicPr>
          <p:cNvPr id="4" name="Hình ảnh 3">
            <a:extLst>
              <a:ext uri="{FF2B5EF4-FFF2-40B4-BE49-F238E27FC236}">
                <a16:creationId xmlns:a16="http://schemas.microsoft.com/office/drawing/2014/main" id="{73EE736B-A309-460F-AF15-651FF27C0E3A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rcRect l="16269" t="33633" r="10347" b="7554"/>
          <a:stretch/>
        </p:blipFill>
        <p:spPr>
          <a:xfrm>
            <a:off x="838200" y="4089271"/>
            <a:ext cx="5031403" cy="2267079"/>
          </a:xfrm>
          <a:prstGeom prst="rect">
            <a:avLst/>
          </a:prstGeom>
        </p:spPr>
      </p:pic>
      <p:sp>
        <p:nvSpPr>
          <p:cNvPr id="5" name="Hộp Văn bản 4">
            <a:extLst>
              <a:ext uri="{FF2B5EF4-FFF2-40B4-BE49-F238E27FC236}">
                <a16:creationId xmlns:a16="http://schemas.microsoft.com/office/drawing/2014/main" id="{3386D36C-16F2-4392-92BF-D37E2DB648D5}"/>
              </a:ext>
            </a:extLst>
          </p:cNvPr>
          <p:cNvSpPr txBox="1"/>
          <p:nvPr/>
        </p:nvSpPr>
        <p:spPr>
          <a:xfrm>
            <a:off x="6096000" y="2770496"/>
            <a:ext cx="59140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/>
              <a:t>N=4</a:t>
            </a:r>
            <a:endParaRPr lang="vi-VN"/>
          </a:p>
        </p:txBody>
      </p:sp>
      <p:sp>
        <p:nvSpPr>
          <p:cNvPr id="12" name="Hộp Văn bản 11">
            <a:extLst>
              <a:ext uri="{FF2B5EF4-FFF2-40B4-BE49-F238E27FC236}">
                <a16:creationId xmlns:a16="http://schemas.microsoft.com/office/drawing/2014/main" id="{432273D6-A8E4-4448-A2BD-186511523269}"/>
              </a:ext>
            </a:extLst>
          </p:cNvPr>
          <p:cNvSpPr txBox="1"/>
          <p:nvPr/>
        </p:nvSpPr>
        <p:spPr>
          <a:xfrm>
            <a:off x="6096000" y="5038144"/>
            <a:ext cx="7961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/>
              <a:t>N=100</a:t>
            </a:r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623461510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307D1E-B5F1-E7DA-2AA0-4CA3A90A33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VN"/>
              <a:t>3. </a:t>
            </a:r>
            <a:r>
              <a:rPr lang="en-US"/>
              <a:t>Sources of quantum advantage</a:t>
            </a:r>
            <a:endParaRPr lang="en-V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04160E-EF89-B4FE-E8AC-357283728BC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VN"/>
              <a:t>Largely it comes from superposition.</a:t>
            </a:r>
          </a:p>
          <a:p>
            <a:pPr marL="0" indent="0">
              <a:buNone/>
            </a:pPr>
            <a:r>
              <a:rPr lang="en-VN"/>
              <a:t>Look Deutsh-Josza algorithm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314ACBC-5E35-68E3-1425-48C882B369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320652-EDBF-5741-A5EB-DBD4F612B0BB}" type="slidenum">
              <a:rPr lang="en-VN"/>
              <a:t>43</a:t>
            </a:fld>
            <a:endParaRPr lang="en-VN"/>
          </a:p>
        </p:txBody>
      </p:sp>
      <p:pic>
        <p:nvPicPr>
          <p:cNvPr id="3074" name="Picture 2" descr="image1">
            <a:extLst>
              <a:ext uri="{FF2B5EF4-FFF2-40B4-BE49-F238E27FC236}">
                <a16:creationId xmlns:a16="http://schemas.microsoft.com/office/drawing/2014/main" id="{573EE60E-DAF6-37BF-78F9-13DF0972A55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2778" y="2856364"/>
            <a:ext cx="10688267" cy="33205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800017447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B3CB5E-A5C8-0B3D-2DB1-E981CC2C25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B9823B-CB71-08E8-8509-5C45E70A08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VN"/>
              <a:t>3. </a:t>
            </a:r>
            <a:r>
              <a:rPr lang="en-US"/>
              <a:t>Sources of quantum advantage</a:t>
            </a:r>
            <a:endParaRPr lang="en-V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6B5F54-E671-8F6A-CCDB-7233AE2215D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VN"/>
              <a:t>Largely it comes from superposition.</a:t>
            </a:r>
          </a:p>
          <a:p>
            <a:pPr marL="0" indent="0">
              <a:buNone/>
            </a:pPr>
            <a:r>
              <a:rPr lang="en-VN"/>
              <a:t>Look Shor’s algorithm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33D1958-CC73-8D3B-BD31-6FBB4DA0DC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320652-EDBF-5741-A5EB-DBD4F612B0BB}" type="slidenum">
              <a:rPr lang="en-VN"/>
              <a:t>44</a:t>
            </a:fld>
            <a:endParaRPr lang="en-VN"/>
          </a:p>
        </p:txBody>
      </p:sp>
      <p:pic>
        <p:nvPicPr>
          <p:cNvPr id="7" name="Picture 6" descr="A diagram of a guitar chord&#10;&#10;AI-generated content may be incorrect.">
            <a:extLst>
              <a:ext uri="{FF2B5EF4-FFF2-40B4-BE49-F238E27FC236}">
                <a16:creationId xmlns:a16="http://schemas.microsoft.com/office/drawing/2014/main" id="{30A5F4C9-500C-4AF8-A7DE-068CE161EE2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3140319"/>
            <a:ext cx="10765090" cy="18888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50499379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lang="en-VN" sz="3200"/>
              <a:t>3. </a:t>
            </a:r>
            <a:r>
              <a:rPr lang="en-US" sz="3200"/>
              <a:t>Sources of quantum advantage</a:t>
            </a:r>
            <a:endParaRPr sz="32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 wrap="square">
                <a:normAutofit/>
              </a:bodyPr>
              <a:lstStyle/>
              <a:p>
                <a:pPr marL="0" indent="0">
                  <a:buNone/>
                </a:pPr>
                <a:r>
                  <a:rPr lang="en-US" sz="2400" b="1"/>
                  <a:t>Total runtime =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sz="2400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sz="2400" b="1" i="1">
                            <a:latin typeface="Cambria Math" panose="02040503050406030204" pitchFamily="18" charset="0"/>
                          </a:rPr>
                          <m:t>𝑻</m:t>
                        </m:r>
                      </m:e>
                      <m:sub>
                        <m:r>
                          <a:rPr lang="ar-AE" sz="2400" b="1" i="1">
                            <a:latin typeface="Cambria Math" panose="02040503050406030204" pitchFamily="18" charset="0"/>
                          </a:rPr>
                          <m:t>𝒑𝒓𝒆𝒑𝒂𝒓𝒆</m:t>
                        </m:r>
                      </m:sub>
                    </m:sSub>
                    <m:r>
                      <a:rPr lang="ar-AE" sz="2400" b="1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ar-AE" sz="2400" b="1"/>
                  <a:t>(</a:t>
                </a:r>
                <a:r>
                  <a:rPr lang="en-US" sz="2400" b="1"/>
                  <a:t>build a useful representation) +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1" i="1">
                            <a:latin typeface="Cambria Math" panose="02040503050406030204" pitchFamily="18" charset="0"/>
                          </a:rPr>
                          <m:t>𝑻</m:t>
                        </m:r>
                      </m:e>
                      <m:sub>
                        <m:r>
                          <a:rPr lang="en-US" sz="2400" b="1" i="1">
                            <a:latin typeface="Cambria Math" panose="02040503050406030204" pitchFamily="18" charset="0"/>
                          </a:rPr>
                          <m:t>𝒔𝒐𝒍𝒗𝒆</m:t>
                        </m:r>
                      </m:sub>
                    </m:sSub>
                    <m:r>
                      <a:rPr lang="en-US" sz="2400" b="1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2400" b="1"/>
                  <a:t>(find the solution).</a:t>
                </a:r>
              </a:p>
              <a:p>
                <a:pPr marL="0" indent="0">
                  <a:buNone/>
                </a:pPr>
                <a:r>
                  <a:rPr lang="en-US" sz="2400"/>
                  <a:t>Recent quantum algorithms: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sz="2400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sz="2400" b="1" i="1">
                            <a:latin typeface="Cambria Math" panose="02040503050406030204" pitchFamily="18" charset="0"/>
                          </a:rPr>
                          <m:t>𝑻</m:t>
                        </m:r>
                      </m:e>
                      <m:sub>
                        <m:r>
                          <a:rPr lang="ar-AE" sz="2400" b="1" i="1">
                            <a:latin typeface="Cambria Math" panose="02040503050406030204" pitchFamily="18" charset="0"/>
                          </a:rPr>
                          <m:t>𝒑𝒓𝒆𝒑𝒂𝒓𝒆</m:t>
                        </m:r>
                      </m:sub>
                    </m:sSub>
                    <m:r>
                      <a:rPr lang="vi-VN" sz="2400" b="1" i="1">
                        <a:latin typeface="Cambria Math" panose="02040503050406030204" pitchFamily="18" charset="0"/>
                      </a:rPr>
                      <m:t>≫</m:t>
                    </m:r>
                    <m:sSub>
                      <m:sSubPr>
                        <m:ctrlPr>
                          <a:rPr lang="ar-AE" sz="2400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sz="2400" b="1" i="1">
                            <a:latin typeface="Cambria Math" panose="02040503050406030204" pitchFamily="18" charset="0"/>
                          </a:rPr>
                          <m:t>𝑻</m:t>
                        </m:r>
                      </m:e>
                      <m:sub>
                        <m:r>
                          <a:rPr lang="ar-AE" sz="2400" b="1" i="1">
                            <a:latin typeface="Cambria Math" panose="02040503050406030204" pitchFamily="18" charset="0"/>
                          </a:rPr>
                          <m:t>𝒔𝒐𝒍𝒗𝒆</m:t>
                        </m:r>
                      </m:sub>
                    </m:sSub>
                  </m:oMath>
                </a14:m>
                <a:endParaRPr lang="en-US" sz="2400"/>
              </a:p>
              <a:p>
                <a:pPr marL="0" indent="0">
                  <a:buNone/>
                </a:pPr>
                <a:r>
                  <a:rPr lang="en-US" sz="2400"/>
                  <a:t>The right benchmark is the strongest available classical workflow, heuristics included - not an idealized worst case.</a:t>
                </a:r>
              </a:p>
              <a:p>
                <a:pPr marL="0" indent="0">
                  <a:buNone/>
                </a:pPr>
                <a:endParaRPr lang="en-US" sz="2400"/>
              </a:p>
              <a:p>
                <a:pPr marL="0" indent="0">
                  <a:buNone/>
                </a:pPr>
                <a:r>
                  <a:rPr lang="en-US" sz="2400"/>
                  <a:t>Q: “Can quantum give speedups under the same heuristic assumptions classical methods use?”</a:t>
                </a:r>
                <a:endParaRPr sz="240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65" t="-1744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BAAB69F-CE22-8E14-2D87-93CDB2BA40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320652-EDBF-5741-A5EB-DBD4F612B0BB}" type="slidenum">
              <a:rPr lang="en-VN"/>
              <a:t>45</a:t>
            </a:fld>
            <a:endParaRPr lang="en-VN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3200"/>
              <a:t>3</a:t>
            </a:r>
            <a:r>
              <a:rPr lang="vi-VN" sz="3200"/>
              <a:t>. </a:t>
            </a:r>
            <a:r>
              <a:rPr sz="3200"/>
              <a:t>Source of Advantage</a:t>
            </a:r>
            <a:r>
              <a:rPr lang="vi-VN" sz="3200"/>
              <a:t>: </a:t>
            </a:r>
            <a:r>
              <a:rPr lang="en-US" sz="3200"/>
              <a:t>e</a:t>
            </a:r>
            <a:r>
              <a:rPr lang="en-VN" sz="3200"/>
              <a:t>xample in quantum s</a:t>
            </a:r>
            <a:r>
              <a:rPr sz="3200"/>
              <a:t>imulation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sz="half" idx="1"/>
              </p:nvPr>
            </p:nvSpPr>
            <p:spPr/>
            <p:txBody>
              <a:bodyPr wrap="square">
                <a:normAutofit/>
              </a:bodyPr>
              <a:lstStyle/>
              <a:p>
                <a:pPr marL="0" indent="0">
                  <a:buNone/>
                </a:pPr>
                <a:r>
                  <a:rPr lang="en-US" sz="3200" b="1"/>
                  <a:t>Classical</a:t>
                </a:r>
              </a:p>
              <a:p>
                <a:pPr lvl="1"/>
                <a:r>
                  <a:rPr lang="en-US" sz="2800"/>
                  <a:t>Must store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ar-AE" sz="28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sz="2800" i="1">
                            <a:latin typeface="Cambria Math" panose="02040503050406030204" pitchFamily="18" charset="0"/>
                          </a:rPr>
                          <m:t>𝑑</m:t>
                        </m:r>
                      </m:e>
                      <m:sup>
                        <m:r>
                          <a:rPr lang="ar-AE" sz="2800" i="1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</m:sSup>
                  </m:oMath>
                </a14:m>
                <a:r>
                  <a:rPr lang="ar-AE" sz="2800"/>
                  <a:t> </a:t>
                </a:r>
                <a:r>
                  <a:rPr lang="en-US" sz="2800"/>
                  <a:t>complex amplitudes explicitly.</a:t>
                </a:r>
              </a:p>
              <a:p>
                <a:pPr lvl="1"/>
                <a:r>
                  <a:rPr lang="en-US" sz="2800"/>
                  <a:t>Matrix–vector multiplication scales as </a:t>
                </a:r>
                <a14:m>
                  <m:oMath xmlns:m="http://schemas.openxmlformats.org/officeDocument/2006/math">
                    <m:r>
                      <a:rPr lang="en-US" sz="2800" i="1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sz="2800" i="1"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𝑑</m:t>
                        </m:r>
                      </m:e>
                      <m:sup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</m:sSup>
                    <m:r>
                      <a:rPr lang="en-US" sz="28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800"/>
                  <a:t>.</a:t>
                </a:r>
                <a:endParaRPr sz="280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blipFill>
                <a:blip r:embed="rId2"/>
                <a:stretch>
                  <a:fillRect l="-3178" t="-2907" r="-2934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3"/>
              <p:cNvSpPr>
                <a:spLocks noGrp="1"/>
              </p:cNvSpPr>
              <p:nvPr>
                <p:ph sz="half" idx="2"/>
              </p:nvPr>
            </p:nvSpPr>
            <p:spPr/>
            <p:txBody>
              <a:bodyPr wrap="square">
                <a:normAutofit/>
              </a:bodyPr>
              <a:lstStyle/>
              <a:p>
                <a:r>
                  <a:rPr sz="3200" b="1"/>
                  <a:t>Quantum</a:t>
                </a:r>
              </a:p>
              <a:p>
                <a:pPr lvl="1"/>
                <a:r>
                  <a:rPr sz="2800"/>
                  <a:t>Represents the same Hilbert space with only </a:t>
                </a:r>
                <a14:m>
                  <m:oMath xmlns:m="http://schemas.openxmlformats.org/officeDocument/2006/math">
                    <m:r>
                      <a:rPr lang="en-VN" sz="2800" i="1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sz="2800"/>
                  <a:t> qubits.</a:t>
                </a:r>
              </a:p>
              <a:p>
                <a:pPr lvl="1"/>
                <a:r>
                  <a:rPr sz="2800"/>
                  <a:t>Under efficient block encodings, cost can scale as </a:t>
                </a:r>
                <a14:m>
                  <m:oMath xmlns:m="http://schemas.openxmlformats.org/officeDocument/2006/math">
                    <m:r>
                      <a:rPr lang="en-VN" sz="2800" i="1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VN" sz="28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VN" sz="2800" i="1">
                        <a:latin typeface="Cambria Math" panose="02040503050406030204" pitchFamily="18" charset="0"/>
                      </a:rPr>
                      <m:t>𝑝𝑜𝑙𝑦</m:t>
                    </m:r>
                    <m:r>
                      <a:rPr lang="en-VN" sz="28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VN" sz="2800" i="1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VN" sz="2800" i="1">
                        <a:latin typeface="Cambria Math" panose="02040503050406030204" pitchFamily="18" charset="0"/>
                      </a:rPr>
                      <m:t>))</m:t>
                    </m:r>
                  </m:oMath>
                </a14:m>
                <a:r>
                  <a:rPr sz="2800"/>
                  <a:t>; storage becomes </a:t>
                </a:r>
                <a14:m>
                  <m:oMath xmlns:m="http://schemas.openxmlformats.org/officeDocument/2006/math">
                    <m:r>
                      <a:rPr lang="en-VN" sz="2800" i="1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VN" sz="28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VN" sz="2800" i="1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VN" sz="28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sz="2800"/>
                  <a:t>.</a:t>
                </a:r>
              </a:p>
            </p:txBody>
          </p:sp>
        </mc:Choice>
        <mc:Fallback xmlns="">
          <p:sp>
            <p:nvSpPr>
              <p:cNvPr id="4" name="Content Placeholder 3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2"/>
              </p:nvPr>
            </p:nvSpPr>
            <p:spPr>
              <a:blipFill>
                <a:blip r:embed="rId3"/>
                <a:stretch>
                  <a:fillRect l="-2689" t="-2907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4DB6291-3ACE-A1D7-F4C3-F1C659CBB7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320652-EDBF-5741-A5EB-DBD4F612B0BB}" type="slidenum">
              <a:rPr lang="en-VN"/>
              <a:t>46</a:t>
            </a:fld>
            <a:endParaRPr lang="en-VN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lang="en-US" sz="3200"/>
              <a:t>3. Source of Advantage: locality and light cone</a:t>
            </a:r>
            <a:endParaRPr sz="32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 wrap="square">
                <a:normAutofit/>
              </a:bodyPr>
              <a:lstStyle/>
              <a:p>
                <a:pPr marL="0" indent="0">
                  <a:buNone/>
                </a:pPr>
                <a:r>
                  <a:rPr lang="en-US"/>
                  <a:t>We usually solving the eigenvalue problem:</a:t>
                </a:r>
              </a:p>
              <a:p>
                <a:pPr marL="914400" lvl="2" indent="0">
                  <a:buNone/>
                </a:pPr>
                <a:r>
                  <a:rPr lang="en-US"/>
                  <a:t>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VN" sz="28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</m:acc>
                    <m:r>
                      <a:rPr lang="en-US" sz="2800" i="1">
                        <a:latin typeface="Cambria Math" panose="02040503050406030204" pitchFamily="18" charset="0"/>
                      </a:rPr>
                      <m:t>𝑐</m:t>
                    </m:r>
                    <m:r>
                      <a:rPr lang="en-US" sz="280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800" i="1">
                        <a:latin typeface="Cambria Math" panose="02040503050406030204" pitchFamily="18" charset="0"/>
                      </a:rPr>
                      <m:t>𝐸𝑐</m:t>
                    </m:r>
                  </m:oMath>
                </a14:m>
                <a:endParaRPr lang="en-US"/>
              </a:p>
              <a:p>
                <a:pPr marL="514350" indent="-514350">
                  <a:buAutoNum type="arabicPeriod"/>
                </a:pP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VN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</m:acc>
                  </m:oMath>
                </a14:m>
                <a:r>
                  <a:rPr lang="en-US"/>
                  <a:t> is sparsity =&gt; ok, solvable on classical computer</a:t>
                </a:r>
              </a:p>
              <a:p>
                <a:pPr marL="514350" indent="-514350">
                  <a:buAutoNum type="arabicPeriod"/>
                </a:pPr>
                <a:r>
                  <a:rPr lang="en-US"/>
                  <a:t>But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vi-VN" b="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acc>
                          <m:accPr>
                            <m:chr m:val="̂"/>
                            <m:ctrlPr>
                              <a:rPr lang="en-VN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𝐻</m:t>
                            </m:r>
                          </m:e>
                        </m:acc>
                      </m:e>
                      <m:sup>
                        <m:r>
                          <a:rPr lang="vi-VN" i="1">
                            <a:latin typeface="Cambria Math" panose="02040503050406030204" pitchFamily="18" charset="0"/>
                          </a:rPr>
                          <m:t>𝑘</m:t>
                        </m:r>
                      </m:sup>
                    </m:sSup>
                  </m:oMath>
                </a14:m>
                <a:r>
                  <a:rPr lang="en-US"/>
                  <a:t> generate a light-cone structure. We must to use resources for saving correlation information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06" t="-2326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3BBDB6A-7F0A-8915-C318-39E89148A1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320652-EDBF-5741-A5EB-DBD4F612B0BB}" type="slidenum">
              <a:rPr lang="en-VN"/>
              <a:t>47</a:t>
            </a:fld>
            <a:endParaRPr lang="en-V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86E2E443-2F31-A824-5966-AB10F2085603}"/>
                  </a:ext>
                </a:extLst>
              </p:cNvPr>
              <p:cNvSpPr txBox="1"/>
              <p:nvPr/>
            </p:nvSpPr>
            <p:spPr>
              <a:xfrm>
                <a:off x="1354014" y="4112280"/>
                <a:ext cx="9548447" cy="216597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indent="0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ar-AE" sz="2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sz="2800" i="1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ar-AE" sz="2800" i="1">
                            <a:latin typeface="Cambria Math" panose="02040503050406030204" pitchFamily="18" charset="0"/>
                          </a:rPr>
                          <m:t>𝑐</m:t>
                        </m:r>
                      </m:sub>
                    </m:sSub>
                    <m:r>
                      <a:rPr lang="ar-AE" sz="2800">
                        <a:latin typeface="Cambria Math" panose="02040503050406030204" pitchFamily="18" charset="0"/>
                      </a:rPr>
                      <m:t>∼</m:t>
                    </m:r>
                    <m:r>
                      <a:rPr lang="ar-AE" sz="2800" i="1">
                        <a:latin typeface="Cambria Math" panose="02040503050406030204" pitchFamily="18" charset="0"/>
                      </a:rPr>
                      <m:t>𝑛</m:t>
                    </m:r>
                    <m:sSub>
                      <m:sSubPr>
                        <m:ctrlPr>
                          <a:rPr lang="ar-AE" sz="2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sz="2800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ar-AE" sz="2800" i="1">
                            <a:latin typeface="Cambria Math" panose="02040503050406030204" pitchFamily="18" charset="0"/>
                          </a:rPr>
                          <m:t>𝑐</m:t>
                        </m:r>
                      </m:sub>
                    </m:sSub>
                  </m:oMath>
                </a14:m>
                <a:r>
                  <a:rPr lang="ar-AE" sz="2800"/>
                  <a:t>, </a:t>
                </a:r>
                <a:r>
                  <a:rPr lang="en-US" sz="2800"/>
                  <a:t>where </a:t>
                </a:r>
                <a14:m>
                  <m:oMath xmlns:m="http://schemas.openxmlformats.org/officeDocument/2006/math">
                    <m:r>
                      <a:rPr lang="en-US" sz="2800" i="1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sz="2800"/>
                  <a:t> is the number of iterations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sz="2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sz="2800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ar-AE" sz="2800" i="1">
                            <a:latin typeface="Cambria Math" panose="02040503050406030204" pitchFamily="18" charset="0"/>
                          </a:rPr>
                          <m:t>𝑐</m:t>
                        </m:r>
                      </m:sub>
                    </m:sSub>
                  </m:oMath>
                </a14:m>
                <a:r>
                  <a:rPr lang="ar-AE" sz="2800"/>
                  <a:t> </a:t>
                </a:r>
                <a:r>
                  <a:rPr lang="en-US" sz="2800"/>
                  <a:t>denotes the interaction range. Consequently,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sz="2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sz="2800" i="1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2800">
                            <a:latin typeface="Cambria Math" panose="02040503050406030204" pitchFamily="18" charset="0"/>
                          </a:rPr>
                          <m:t>corr</m:t>
                        </m:r>
                      </m:sub>
                    </m:sSub>
                    <m:r>
                      <a:rPr lang="ar-AE" sz="2800">
                        <a:latin typeface="Cambria Math" panose="02040503050406030204" pitchFamily="18" charset="0"/>
                      </a:rPr>
                      <m:t>∼(</m:t>
                    </m:r>
                    <m:r>
                      <a:rPr lang="ar-AE" sz="2800" i="1">
                        <a:latin typeface="Cambria Math" panose="02040503050406030204" pitchFamily="18" charset="0"/>
                      </a:rPr>
                      <m:t>𝑛</m:t>
                    </m:r>
                    <m:sSub>
                      <m:sSubPr>
                        <m:ctrlPr>
                          <a:rPr lang="ar-AE" sz="2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sz="2800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ar-AE" sz="2800" i="1">
                            <a:latin typeface="Cambria Math" panose="02040503050406030204" pitchFamily="18" charset="0"/>
                          </a:rPr>
                          <m:t>𝑐</m:t>
                        </m:r>
                      </m:sub>
                    </m:sSub>
                    <m:sSup>
                      <m:sSupPr>
                        <m:ctrlPr>
                          <a:rPr lang="ar-AE" sz="28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sz="2800">
                            <a:latin typeface="Cambria Math" panose="02040503050406030204" pitchFamily="18" charset="0"/>
                          </a:rPr>
                          <m:t>)</m:t>
                        </m:r>
                      </m:e>
                      <m:sup>
                        <m:r>
                          <a:rPr lang="ar-AE" sz="2800" i="1">
                            <a:latin typeface="Cambria Math" panose="02040503050406030204" pitchFamily="18" charset="0"/>
                          </a:rPr>
                          <m:t>𝑚𝐷</m:t>
                        </m:r>
                      </m:sup>
                    </m:sSup>
                    <m:r>
                      <a:rPr lang="ar-AE" sz="2800">
                        <a:latin typeface="Cambria Math" panose="02040503050406030204" pitchFamily="18" charset="0"/>
                      </a:rPr>
                      <m:t>=</m:t>
                    </m:r>
                    <m:sSubSup>
                      <m:sSubSupPr>
                        <m:ctrlPr>
                          <a:rPr lang="ar-AE" sz="2800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sz="2800" i="1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ar-AE" sz="2800" i="1">
                            <a:latin typeface="Cambria Math" panose="02040503050406030204" pitchFamily="18" charset="0"/>
                          </a:rPr>
                          <m:t>𝑐</m:t>
                        </m:r>
                      </m:sub>
                      <m:sup>
                        <m:r>
                          <a:rPr lang="ar-AE" sz="2800" i="1">
                            <a:latin typeface="Cambria Math" panose="02040503050406030204" pitchFamily="18" charset="0"/>
                          </a:rPr>
                          <m:t>𝑚𝐷</m:t>
                        </m:r>
                      </m:sup>
                    </m:sSubSup>
                  </m:oMath>
                </a14:m>
                <a:r>
                  <a:rPr lang="ar-AE" sz="2800"/>
                  <a:t> </a:t>
                </a:r>
                <a:r>
                  <a:rPr lang="en-US" sz="2800"/>
                  <a:t>where </a:t>
                </a:r>
                <a14:m>
                  <m:oMath xmlns:m="http://schemas.openxmlformats.org/officeDocument/2006/math">
                    <m:r>
                      <a:rPr lang="en-US" sz="2800" i="1">
                        <a:latin typeface="Cambria Math" panose="02040503050406030204" pitchFamily="18" charset="0"/>
                      </a:rPr>
                      <m:t>𝐷</m:t>
                    </m:r>
                  </m:oMath>
                </a14:m>
                <a:r>
                  <a:rPr lang="en-US" sz="2800"/>
                  <a:t> is the physical dimension of the system.</a:t>
                </a:r>
                <a:endParaRPr lang="vi-VN" sz="2800"/>
              </a:p>
              <a:p>
                <a:pPr marL="0" indent="0">
                  <a:buNone/>
                </a:pPr>
                <a:r>
                  <a:rPr lang="en-US" sz="2800"/>
                  <a:t>The resulting quantum advantage is approximately </a:t>
                </a:r>
                <a14:m>
                  <m:oMath xmlns:m="http://schemas.openxmlformats.org/officeDocument/2006/math">
                    <m:m>
                      <m:mPr>
                        <m:plcHide m:val="on"/>
                        <m:mcs>
                          <m:mc>
                            <m:mcPr>
                              <m:count m:val="1"/>
                              <m:mcJc m:val="center"/>
                            </m:mcPr>
                          </m:mc>
                        </m:mcs>
                        <m:ctrlPr>
                          <a:rPr lang="ar-AE" sz="2800" i="1">
                            <a:latin typeface="Cambria Math" panose="02040503050406030204" pitchFamily="18" charset="0"/>
                          </a:rPr>
                        </m:ctrlPr>
                      </m:mPr>
                      <m:mr>
                        <m:e>
                          <m:f>
                            <m:fPr>
                              <m:ctrlPr>
                                <a:rPr lang="ar-AE" sz="28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ar-AE" sz="28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ar-AE" sz="2800" i="1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e>
                                <m:sub>
                                  <m:r>
                                    <a:rPr lang="ar-AE" sz="2800" i="1"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sub>
                              </m:sSub>
                            </m:num>
                            <m:den>
                              <m:sSub>
                                <m:sSubPr>
                                  <m:ctrlPr>
                                    <a:rPr lang="ar-AE" sz="28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ar-AE" sz="2800" i="1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e>
                                <m:sub>
                                  <m:r>
                                    <a:rPr lang="ar-AE" sz="2800" i="1">
                                      <a:latin typeface="Cambria Math" panose="02040503050406030204" pitchFamily="18" charset="0"/>
                                    </a:rPr>
                                    <m:t>𝑄</m:t>
                                  </m:r>
                                </m:sub>
                              </m:sSub>
                            </m:den>
                          </m:f>
                          <m:r>
                            <a:rPr lang="ar-AE" sz="2800">
                              <a:latin typeface="Cambria Math" panose="02040503050406030204" pitchFamily="18" charset="0"/>
                            </a:rPr>
                            <m:t>∼</m:t>
                          </m:r>
                          <m:f>
                            <m:fPr>
                              <m:ctrlPr>
                                <a:rPr lang="ar-AE" sz="28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Sup>
                                <m:sSubSupPr>
                                  <m:ctrlPr>
                                    <a:rPr lang="ar-AE" sz="2800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ar-AE" sz="28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e>
                                <m:sub>
                                  <m:r>
                                    <a:rPr lang="ar-AE" sz="2800" i="1">
                                      <a:latin typeface="Cambria Math" panose="02040503050406030204" pitchFamily="18" charset="0"/>
                                    </a:rPr>
                                    <m:t>𝑐</m:t>
                                  </m:r>
                                </m:sub>
                                <m:sup>
                                  <m:r>
                                    <a:rPr lang="ar-AE" sz="2800" i="1">
                                      <a:latin typeface="Cambria Math" panose="02040503050406030204" pitchFamily="18" charset="0"/>
                                    </a:rPr>
                                    <m:t>𝑚𝐷</m:t>
                                  </m:r>
                                </m:sup>
                              </m:sSubSup>
                            </m:num>
                            <m:den>
                              <m:sSub>
                                <m:sSubPr>
                                  <m:ctrlPr>
                                    <a:rPr lang="ar-AE" sz="28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ar-AE" sz="2800" i="1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e>
                                <m:sub>
                                  <m:r>
                                    <a:rPr lang="ar-AE" sz="2800" i="1">
                                      <a:latin typeface="Cambria Math" panose="02040503050406030204" pitchFamily="18" charset="0"/>
                                    </a:rPr>
                                    <m:t>𝐵𝐸</m:t>
                                  </m:r>
                                </m:sub>
                              </m:sSub>
                            </m:den>
                          </m:f>
                          <m:r>
                            <a:rPr lang="ar-AE" sz="2800">
                              <a:latin typeface="Cambria Math" panose="02040503050406030204" pitchFamily="18" charset="0"/>
                            </a:rPr>
                            <m:t>,</m:t>
                          </m:r>
                        </m:e>
                      </m:mr>
                    </m:m>
                  </m:oMath>
                </a14:m>
                <a:endParaRPr lang="ar-AE" sz="1600" b="1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86E2E443-2F31-A824-5966-AB10F208560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54014" y="4112280"/>
                <a:ext cx="9548447" cy="2165978"/>
              </a:xfrm>
              <a:prstGeom prst="rect">
                <a:avLst/>
              </a:prstGeom>
              <a:blipFill>
                <a:blip r:embed="rId3"/>
                <a:stretch>
                  <a:fillRect l="-1328" t="-4094" r="-1726" b="-1170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lang="en-US" sz="3200"/>
              <a:t>Bottleneck: Data Preparation</a:t>
            </a:r>
            <a:endParaRPr sz="32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 wrap="square">
                <a:normAutofit/>
              </a:bodyPr>
              <a:lstStyle/>
              <a:p>
                <a:pPr marL="457200" indent="-457200">
                  <a:buFont typeface="+mj-lt"/>
                  <a:buAutoNum type="arabicPeriod"/>
                </a:pPr>
                <a:r>
                  <a:rPr lang="en-US" sz="2400"/>
                  <a:t>Classical data must first be converted into quantum state</a:t>
                </a:r>
              </a:p>
              <a:p>
                <a:pPr marL="457200" indent="-457200">
                  <a:buFont typeface="+mj-lt"/>
                  <a:buAutoNum type="arabicPeriod"/>
                </a:pPr>
                <a:r>
                  <a:rPr lang="en-US" sz="2400"/>
                  <a:t>A N – dim classical vector may need only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(</m:t>
                    </m:r>
                    <m:r>
                      <m:rPr>
                        <m:sty m:val="p"/>
                      </m:rPr>
                      <a:rPr lang="en-US" sz="2400" i="1">
                        <a:latin typeface="Cambria Math" panose="02040503050406030204" pitchFamily="18" charset="0"/>
                      </a:rPr>
                      <m:t>log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⁡</m:t>
                    </m:r>
                    <m:r>
                      <a:rPr lang="en-US" sz="2400" b="0" i="1"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400"/>
                  <a:t> qubits.</a:t>
                </a:r>
              </a:p>
              <a:p>
                <a:pPr marL="457200" indent="-457200">
                  <a:buFont typeface="+mj-lt"/>
                  <a:buAutoNum type="arabicPeriod"/>
                </a:pPr>
                <a:r>
                  <a:rPr lang="en-US" sz="2400"/>
                  <a:t>Without QRAM, state-preparation cost can scale badly enough to eliminate any theoretical speedup entirely.</a:t>
                </a:r>
              </a:p>
              <a:p>
                <a:pPr marL="457200" indent="-457200">
                  <a:buFont typeface="+mj-lt"/>
                  <a:buAutoNum type="arabicPeriod"/>
                </a:pPr>
                <a:r>
                  <a:rPr lang="en-US" sz="2400"/>
                  <a:t>Block encoding: QSVT and Hamiltonian simulation assume a unitary that embeds a matrix — constructing it is often non-trivial and costly for dense matrices.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65" t="-2326" r="-483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38A7D9D-F7A6-4C4B-CBE7-9644D86D22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320652-EDBF-5741-A5EB-DBD4F612B0BB}" type="slidenum">
              <a:rPr lang="en-VN"/>
              <a:t>48</a:t>
            </a:fld>
            <a:endParaRPr lang="en-VN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F97E18-F7DA-F566-A434-3C81F225E7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V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6114789-DA16-1623-CA6C-D559FC0DF67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V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10C500E-B919-1D40-0895-23CE5E0CB9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320652-EDBF-5741-A5EB-DBD4F612B0BB}" type="slidenum">
              <a:rPr lang="en-VN"/>
              <a:t>49</a:t>
            </a:fld>
            <a:endParaRPr lang="en-VN"/>
          </a:p>
        </p:txBody>
      </p:sp>
      <p:pic>
        <p:nvPicPr>
          <p:cNvPr id="5122" name="Picture 2" descr="No description available.">
            <a:extLst>
              <a:ext uri="{FF2B5EF4-FFF2-40B4-BE49-F238E27FC236}">
                <a16:creationId xmlns:a16="http://schemas.microsoft.com/office/drawing/2014/main" id="{DFBCDD36-AE99-0D3A-1CAB-F511D34C015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1963154"/>
            <a:ext cx="5543712" cy="31183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4" name="Picture 4" descr="No description available.">
            <a:extLst>
              <a:ext uri="{FF2B5EF4-FFF2-40B4-BE49-F238E27FC236}">
                <a16:creationId xmlns:a16="http://schemas.microsoft.com/office/drawing/2014/main" id="{A5D40653-2BC7-358E-5E31-7298040F500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94544" y="-13346"/>
            <a:ext cx="6697455" cy="3468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6" name="Picture 6" descr="Open photo">
            <a:extLst>
              <a:ext uri="{FF2B5EF4-FFF2-40B4-BE49-F238E27FC236}">
                <a16:creationId xmlns:a16="http://schemas.microsoft.com/office/drawing/2014/main" id="{B8958F47-B690-5195-72E9-32A2CC2F14F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43711" y="3428999"/>
            <a:ext cx="6648287" cy="34444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830193480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3200"/>
              <a:t>4. Limitations of Quantum Machine Learning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>
            <a:pPr marL="342900" indent="-342900">
              <a:buFont typeface="+mj-lt"/>
              <a:buAutoNum type="arabicPeriod"/>
            </a:pPr>
            <a:r>
              <a:t>QML is one of the most </a:t>
            </a:r>
            <a:r>
              <a:rPr u="sng"/>
              <a:t>actively studied topics</a:t>
            </a:r>
            <a:r>
              <a:t>, with many claimed advantages over classical ML.</a:t>
            </a:r>
          </a:p>
          <a:p>
            <a:pPr marL="342900" indent="-342900">
              <a:buFont typeface="+mj-lt"/>
              <a:buAutoNum type="arabicPeriod"/>
            </a:pPr>
            <a:r>
              <a:t>Small-scale evidence: reported gains often come from small experiments or idealized simulations, not current noisy hardware.</a:t>
            </a:r>
          </a:p>
          <a:p>
            <a:pPr marL="342900" indent="-342900">
              <a:buFont typeface="+mj-lt"/>
              <a:buAutoNum type="arabicPeriod"/>
            </a:pPr>
            <a:r>
              <a:t>Hidden data cost: many claimed speedups neglect the cost of data preparation</a:t>
            </a:r>
            <a:r>
              <a:rPr lang="vi-VN"/>
              <a:t>,</a:t>
            </a:r>
            <a:r>
              <a:t> building the block encoding can cost more than solving the problem classically.</a:t>
            </a:r>
          </a:p>
          <a:p>
            <a:pPr marL="342900" indent="-342900">
              <a:buFont typeface="+mj-lt"/>
              <a:buAutoNum type="arabicPeriod"/>
            </a:pPr>
            <a:r>
              <a:t>Idealized access: complexities like O(poly log n) frequently assume access models that hide real data-acquisition and encoding costs.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E09D401-93D7-64A1-A6FA-61249B7A1C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320652-EDBF-5741-A5EB-DBD4F612B0BB}" type="slidenum">
              <a:rPr lang="en-VN"/>
              <a:t>50</a:t>
            </a:fld>
            <a:endParaRPr lang="en-VN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3200"/>
              <a:t>Which </a:t>
            </a:r>
            <a:r>
              <a:rPr lang="en-VN" sz="3200"/>
              <a:t>p</a:t>
            </a:r>
            <a:r>
              <a:rPr sz="3200"/>
              <a:t>roblems </a:t>
            </a:r>
            <a:r>
              <a:rPr lang="en-VN" sz="3200"/>
              <a:t>d</a:t>
            </a:r>
            <a:r>
              <a:rPr sz="3200"/>
              <a:t>o </a:t>
            </a:r>
            <a:r>
              <a:rPr lang="en-VN" sz="3200"/>
              <a:t>q</a:t>
            </a:r>
            <a:r>
              <a:rPr sz="3200"/>
              <a:t>uantum </a:t>
            </a:r>
            <a:r>
              <a:rPr lang="en-VN" sz="3200"/>
              <a:t>c</a:t>
            </a:r>
            <a:r>
              <a:rPr sz="3200"/>
              <a:t>omputers </a:t>
            </a:r>
            <a:r>
              <a:rPr lang="en-VN" sz="3200"/>
              <a:t>s</a:t>
            </a:r>
            <a:r>
              <a:rPr sz="3200"/>
              <a:t>olve </a:t>
            </a:r>
            <a:r>
              <a:rPr lang="en-VN" sz="3200"/>
              <a:t>e</a:t>
            </a:r>
            <a:r>
              <a:rPr sz="3200"/>
              <a:t>fficiently?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>
            <a:pPr marL="342900" indent="-342900">
              <a:buFont typeface="+mj-lt"/>
              <a:buAutoNum type="arabicPeriod"/>
            </a:pPr>
            <a:r>
              <a:rPr b="1"/>
              <a:t>A quantum speedup must be judged end-to-end — not by the quantum portion alone.</a:t>
            </a:r>
          </a:p>
          <a:p>
            <a:pPr marL="342900" indent="-342900">
              <a:buFont typeface="+mj-lt"/>
              <a:buAutoNum type="arabicPeriod"/>
            </a:pPr>
            <a:r>
              <a:rPr u="sng"/>
              <a:t>Quantum simulation, condensed matter physics, and quantum chemistry</a:t>
            </a:r>
            <a:r>
              <a:t> offer the most near-term opportunities.</a:t>
            </a:r>
          </a:p>
          <a:p>
            <a:pPr marL="342900" indent="-342900">
              <a:buFont typeface="+mj-lt"/>
              <a:buAutoNum type="arabicPeriod"/>
            </a:pPr>
            <a:r>
              <a:t>For QML, the bottleneck is typically converting classical data into quantum-ready form, not the circuit itself.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8662E63-F715-E970-68EA-4D28842722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320652-EDBF-5741-A5EB-DBD4F612B0BB}" type="slidenum">
              <a:rPr lang="en-VN"/>
              <a:t>51</a:t>
            </a:fld>
            <a:endParaRPr lang="en-VN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C245C5-1277-FFA6-7913-616882B378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VN"/>
          </a:p>
        </p:txBody>
      </p:sp>
      <p:pic>
        <p:nvPicPr>
          <p:cNvPr id="6" name="Content Placeholder 5" descr="A person standing at a podium&#10;&#10;AI-generated content may be incorrect.">
            <a:extLst>
              <a:ext uri="{FF2B5EF4-FFF2-40B4-BE49-F238E27FC236}">
                <a16:creationId xmlns:a16="http://schemas.microsoft.com/office/drawing/2014/main" id="{78DDDF7A-2364-825B-A921-EE4CA2A572E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t="8360" b="7190"/>
          <a:stretch>
            <a:fillRect/>
          </a:stretch>
        </p:blipFill>
        <p:spPr>
          <a:xfrm>
            <a:off x="6096000" y="140274"/>
            <a:ext cx="6096001" cy="3217525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0D02A13-80B2-9390-4FDB-E83DB0300E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320652-EDBF-5741-A5EB-DBD4F612B0BB}" type="slidenum">
              <a:rPr lang="en-VN"/>
              <a:t>52</a:t>
            </a:fld>
            <a:endParaRPr lang="en-VN"/>
          </a:p>
        </p:txBody>
      </p:sp>
      <p:pic>
        <p:nvPicPr>
          <p:cNvPr id="6146" name="Picture 2" descr="No description available.">
            <a:extLst>
              <a:ext uri="{FF2B5EF4-FFF2-40B4-BE49-F238E27FC236}">
                <a16:creationId xmlns:a16="http://schemas.microsoft.com/office/drawing/2014/main" id="{EEFAA8CC-8507-9ABA-B2AF-1228DD5DE90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96000" y="3428324"/>
            <a:ext cx="6096000" cy="33591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148" name="Picture 4" descr="No description available.">
            <a:extLst>
              <a:ext uri="{FF2B5EF4-FFF2-40B4-BE49-F238E27FC236}">
                <a16:creationId xmlns:a16="http://schemas.microsoft.com/office/drawing/2014/main" id="{1D3B3836-5A62-C712-99E5-C986C4F5094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6177" y="-70526"/>
            <a:ext cx="514350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46088930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207</TotalTime>
  <Words>2107</Words>
  <Application>Microsoft Macintosh PowerPoint</Application>
  <PresentationFormat>Widescreen</PresentationFormat>
  <Paragraphs>524</Paragraphs>
  <Slides>52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52</vt:i4>
      </vt:variant>
    </vt:vector>
  </HeadingPairs>
  <TitlesOfParts>
    <vt:vector size="60" baseType="lpstr">
      <vt:lpstr>Aptos</vt:lpstr>
      <vt:lpstr>Aptos Display</vt:lpstr>
      <vt:lpstr>Arial</vt:lpstr>
      <vt:lpstr>Calibri</vt:lpstr>
      <vt:lpstr>Calibri (Thân)</vt:lpstr>
      <vt:lpstr>Cambria</vt:lpstr>
      <vt:lpstr>Cambria Math</vt:lpstr>
      <vt:lpstr>Office Theme</vt:lpstr>
      <vt:lpstr>On Problems Quantum Computers Can Solve Efficiently</vt:lpstr>
      <vt:lpstr>PowerPoint Presentation</vt:lpstr>
      <vt:lpstr>PowerPoint Presentation</vt:lpstr>
      <vt:lpstr>PowerPoint Presentation</vt:lpstr>
      <vt:lpstr>Why Quantum?</vt:lpstr>
      <vt:lpstr>In Vietnam</vt:lpstr>
      <vt:lpstr>VNUHCM</vt:lpstr>
      <vt:lpstr>Outline</vt:lpstr>
      <vt:lpstr>1. Quantum complexity theory</vt:lpstr>
      <vt:lpstr>Deterministic</vt:lpstr>
      <vt:lpstr>Nondeterministic</vt:lpstr>
      <vt:lpstr>Nondeterministic</vt:lpstr>
      <vt:lpstr>PowerPoint Presentation</vt:lpstr>
      <vt:lpstr>Example: Sub-set sum probel</vt:lpstr>
      <vt:lpstr>PowerPoint Presentation</vt:lpstr>
      <vt:lpstr>PowerPoint Presentation</vt:lpstr>
      <vt:lpstr>Probability</vt:lpstr>
      <vt:lpstr>Probability</vt:lpstr>
      <vt:lpstr>Probability</vt:lpstr>
      <vt:lpstr>PowerPoint Presentation</vt:lpstr>
      <vt:lpstr>Quantum</vt:lpstr>
      <vt:lpstr>Quantum</vt:lpstr>
      <vt:lpstr>Quantum</vt:lpstr>
      <vt:lpstr>Quantum</vt:lpstr>
      <vt:lpstr>2. Grover search</vt:lpstr>
      <vt:lpstr>Spatial search (discrete time)</vt:lpstr>
      <vt:lpstr>Random walk</vt:lpstr>
      <vt:lpstr>Random walk</vt:lpstr>
      <vt:lpstr>Random walk</vt:lpstr>
      <vt:lpstr>Random walk</vt:lpstr>
      <vt:lpstr>Random walk</vt:lpstr>
      <vt:lpstr>Random walk</vt:lpstr>
      <vt:lpstr>Random walk</vt:lpstr>
      <vt:lpstr>Random walk</vt:lpstr>
      <vt:lpstr>Quantum walk</vt:lpstr>
      <vt:lpstr>Quantum walk</vt:lpstr>
      <vt:lpstr>Quantum walk</vt:lpstr>
      <vt:lpstr>Quantum walk</vt:lpstr>
      <vt:lpstr>Quantum walk</vt:lpstr>
      <vt:lpstr>Quantum walk</vt:lpstr>
      <vt:lpstr>Quantum walk</vt:lpstr>
      <vt:lpstr>Quantum walk</vt:lpstr>
      <vt:lpstr>3. Sources of quantum advantage</vt:lpstr>
      <vt:lpstr>3. Sources of quantum advantage</vt:lpstr>
      <vt:lpstr>3. Sources of quantum advantage</vt:lpstr>
      <vt:lpstr>3. Source of Advantage: example in quantum simulation</vt:lpstr>
      <vt:lpstr>3. Source of Advantage: locality and light cone</vt:lpstr>
      <vt:lpstr>Bottleneck: Data Preparation</vt:lpstr>
      <vt:lpstr>PowerPoint Presentation</vt:lpstr>
      <vt:lpstr>4. Limitations of Quantum Machine Learning</vt:lpstr>
      <vt:lpstr>Which problems do quantum computers solve efficiently?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Tuan Hai Vu</dc:creator>
  <cp:lastModifiedBy>Tuan Hai Vu</cp:lastModifiedBy>
  <cp:revision>4</cp:revision>
  <dcterms:created xsi:type="dcterms:W3CDTF">2026-07-24T02:29:22Z</dcterms:created>
  <dcterms:modified xsi:type="dcterms:W3CDTF">2026-07-29T01:29:38Z</dcterms:modified>
</cp:coreProperties>
</file>