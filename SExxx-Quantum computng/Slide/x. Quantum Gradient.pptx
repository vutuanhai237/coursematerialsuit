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74" r:id="rId3"/>
    <p:sldId id="296" r:id="rId4"/>
    <p:sldId id="297" r:id="rId5"/>
    <p:sldId id="298" r:id="rId6"/>
    <p:sldId id="299" r:id="rId7"/>
    <p:sldId id="301" r:id="rId8"/>
    <p:sldId id="302" r:id="rId9"/>
    <p:sldId id="303" r:id="rId10"/>
    <p:sldId id="275" r:id="rId11"/>
    <p:sldId id="305" r:id="rId12"/>
    <p:sldId id="306" r:id="rId13"/>
    <p:sldId id="266" r:id="rId14"/>
    <p:sldId id="278" r:id="rId15"/>
    <p:sldId id="279" r:id="rId16"/>
    <p:sldId id="271" r:id="rId17"/>
    <p:sldId id="273" r:id="rId18"/>
    <p:sldId id="281" r:id="rId19"/>
    <p:sldId id="280" r:id="rId20"/>
    <p:sldId id="272" r:id="rId21"/>
    <p:sldId id="282" r:id="rId22"/>
    <p:sldId id="277" r:id="rId23"/>
    <p:sldId id="276" r:id="rId24"/>
    <p:sldId id="268" r:id="rId25"/>
    <p:sldId id="270" r:id="rId26"/>
    <p:sldId id="307" r:id="rId27"/>
    <p:sldId id="308" r:id="rId28"/>
    <p:sldId id="309" r:id="rId29"/>
    <p:sldId id="310" r:id="rId30"/>
    <p:sldId id="311" r:id="rId31"/>
    <p:sldId id="283" r:id="rId32"/>
    <p:sldId id="261" r:id="rId33"/>
    <p:sldId id="262" r:id="rId34"/>
    <p:sldId id="258" r:id="rId35"/>
    <p:sldId id="257" r:id="rId36"/>
    <p:sldId id="259" r:id="rId37"/>
    <p:sldId id="260" r:id="rId38"/>
    <p:sldId id="263" r:id="rId39"/>
    <p:sldId id="264" r:id="rId40"/>
    <p:sldId id="265" r:id="rId41"/>
    <p:sldId id="284" r:id="rId42"/>
    <p:sldId id="285" r:id="rId43"/>
    <p:sldId id="267" r:id="rId44"/>
    <p:sldId id="286" r:id="rId45"/>
    <p:sldId id="287" r:id="rId46"/>
    <p:sldId id="269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312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5" autoAdjust="0"/>
    <p:restoredTop sz="94303" autoAdjust="0"/>
  </p:normalViewPr>
  <p:slideViewPr>
    <p:cSldViewPr snapToGrid="0">
      <p:cViewPr varScale="1">
        <p:scale>
          <a:sx n="109" d="100"/>
          <a:sy n="109" d="100"/>
        </p:scale>
        <p:origin x="61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6-05T08:22:12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18604 8012 0,'0'-25'47,"-25"0"-32,-50-24-15,1 49 16,-50-50-16,74 25 16,-49 25-16,0-25 15,-75 1 1,50-1-16,-49 25 16,48 0-16,26 0 15,-25 0-15,75 0 16,-26 0-16,50 0 15,-24 0 1,24 0-16,-25 0 16,1 0-16,-1 49 15,1-49-15,24 25 16,-50 25-16,1-25 16,0-1-16,-1 1 15,1 0-15,-1 25 16,50-50-16,-24 49 15,-1-24 1,25 0-16,-24 25 16,24-1-16,0-24 15,25 0-15,-49 49 16,24-24-16,0-1 0,25 51 16,0-1-1,-25-25-15,25 1 16,0-26-16,-25 50 15,25-24-15,0-25 16,0-1-16,0 50 16,25 1-16,25-26 15,-25-24-15,-1-1 16,26 26-16,24-26 16,-24 26-1,24-1-15,1-24 0,-1-1 16,26 1-16,48-1 15,1 1-15,25 0 16,49-25-16,0-1 16,-49 1-1,49 0-15,-49-25 16,49 0-16,-99 0 16,25 0-16,-50 0 15,-24 0-15,-1-25 0,-49 0 31,0 1-31,24-1 16,-49 0-16,25 0 16,-25 0-16,25 0 15,0-49-15,-1 24 16,1 1-16,-25-1 16,25-49-16,-25 25 15,25-1-15,-25 1 16,25-50-1,-25 74-15,0-49 0,0 25 16,0-1-16,0 1 16,0-1-16,0 1 15,0-1-15,-25 1 16,0-50 0,0 99-16,25-24 15,-25 24-15,-24 0 16,24-25-16,25 26 15,-25-1-15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6-05T08:24:06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31179 5110 0,'0'-25'15,"-24"0"1,-1 25-1,0-25-15,0 25 0,0-24 16,1 24 0,24-25-16,-25 25 15,-25 0 1,50-25-16,-49 25 16,24 0-16,0-25 15,-25 25-15,26 0 16,-26-25-16,25 25 15,0 0-15,1-24 16,-26 24 0,25 0-1,0 0-15,-24 0 16,24 0-16,0 0 16,0 0-1,1 0 1,-1 24-1,0 1 1,-25 25-16,26-25 16,-26 49-16,0-24 15,1 24-15,-1 25 16,25-49-16,0-1 16,1 1-16,-1 0 15,25-1-15,-25-24 16,25 0-16,0 0 15,0 24-15,0 1 16,0-25-16,0 49 16,0-24-16,0 24 15,0-49 1,25 0-16,0 49 16,-1-49-16,1 25 15,0-1-15,0-24 16,24 25-16,-24-1 15,0-24-15,25 0 16,-25 0-16,-1-1 16,26 1-16,-25-25 15,0 0-15,-1 25 16,26 0-16,24-25 16,-24 0-16,0 0 15,-1 0-15,1 0 16,-1 0-16,51 0 15,-26 0-15,-24 0 16,24 0 0,-49 0-16,49-25 0,-24 25 15,0-25-15,-1 25 16,1-49-16,-25 24 31,-1 0-31,1 0 16,-25 0-16,0 1 15,0-1-15,0 0 16,25-25-16,-25 1 16,0-1-16,0 25 15,0 1-15,0-26 16,0 0-16,0 26 16,0-26-16,0 25 15,0-25-15,-25 1 16,0 24-16,25-25 15,-24-24-15,-1 24 16,25-24-16,-25 49 16,25-24-1,-25 24-15,25-25 16,-25 25-16,25-24 16,-24 24-16,24 0 15,0 0 1,-25 1-16,25-1 31,-25 25-31,25-25 16,-25 25-16,0-25 15,0 25 48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6-05T08:25:05.8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18058 6499 0,'-25'25'62,"0"-25"-62,0 0 16,25 24-16,0 1 15,-24-25 1,24 25 0,0 0-1,-25 49-15,25-49 16,0 0-16,0 0 15,0-1-15,0 1 16,0 0-16,0 0 16,0 0-16,-25 24 15,25 1 1,-25 0 0,25-26-1,0 1 1,0 0-1,0 0 1,0 0 0,0-1-16,25-24 15,0 25 1,0 0-16,-1-25 16,1 0-16,0 0 15,0 0-15,0 0 16,-1 0-16,1 0 31,0 0 0,0 0 1,0-25-32,-25-24 15,24-1 1,-24 0-1,0 26 1,0-26 0,25 50-16,-25-25 15,0-24-15,0 24 16,0 0 0,0 0-1,0-25 16,0 26-31,0-1 16,0 0-16,0 0 16,0 0-16,0 1 47,-25 24-47,1-25 15,24 0 16,-25 0-15,-25 0 0,25 1-1,1-1 1,-1 25 0</inkml:trace>
  <inkml:trace contextRef="#ctx0" brushRef="#br0" timeOffset="1684.63">24681 6573 0,'-25'0'78,"0"0"-47,0 0 1,0 0-17,1 0 1,-1 0 0,0 25-16,0 25 15,25-26 16,-25 26-31,25-25 16,-24 0 0,24-1-1,0 1 1,-25-25 0,25 25-1,0 25 1,0-25-16,0-1 15,0 1-15,0 0 16,0 0-16,25 0 16,24-1-1,-24 1-15,-25 0 16,50 0-16,-1 0 16,26-25-16,-51 24 15,1-24-15,0 0 16,0 25-1,0-25 17,-1 0-17,1 0 17,0 0-1,0-25-31,-25 1 15,0-1-15,0 0 16,0 0-16,25 0 16,-25 1-16,0-1 15,25 0 1,-25 0-16,24 25 16,-24-25-16,25 1 15,-25-1 1,0 0-1,0-25-15,0 25 0,0 1 16,0-1 0,0 0-16,0 0 0,0-24 15,0-1 1,0 0 0,0 26-1,0-1-15,0 0 16,0 0-16,0 0 15,0 1 1</inkml:trace>
  <inkml:trace contextRef="#ctx0" brushRef="#br0" timeOffset="5240.85">21803 6102 0,'-24'0'31,"24"-25"-15,-50 0-1,25 25-15,0-24 16,-24 24-16,24-25 15,0 25-15,-25 0 16,1 0 0,24 0-1,0 0 1,0 0-16,1 0 16,-1 0-1,0 0 16,0 0-15,0 0-16,1 25 16,-1-1-1,0 1 1,25 0-16,-25 0 16,25 0-1,-25-1-15,25 26 16,-24-25-16,24 0 15,-50 24-15,25-24 16,25 0 0,-25-25-16,25 25 15,0-1-15,0 1 16,0 0 0,0 49-16,0-49 15,0 0 1,0 25-16,0-26 15,0 1-15,0 0 16,0 0 0,0 24-1,0-24-15,0 25 16,25 0-16,0-26 16,-25 51-16,0-50 15,25-1-15,-25 1 16,25 25-16,-25-25 15,0 24 1,24-24-16,1 0 16,0 24-1,0-49 1,-25 25 0,25 0-16,-1-25 15,1 25 16,0-25-15,0 0 0,0 25-16,-1-25 15,1 0 1,0 0 0,0 0-16,0 0 15,-1 0-15,1 0 16,0 0-1,0 0 1,0 0 0,-1-25-1,1 0 17,0 25-32,0-25 0,0 0 31,0 1-31,-1-1 15,-24 0-15,0 0 16,50 0 0,-50 1-1,25-1-15,-25 0 16,25 0 0,-25 0-1,24 1-15,-24-1 16,25 0-1,-25 0 17,25 0-17,-25 1 1,0-1 0,0 0-1,25 0 1,-25 0-16,0-24 15,0 24 17,0 0-32,0 0 15,0 0 1,0 1 0,0-1-16,0 0 15,0 0 1,0 0 31,0 1-32,0-1 1,0 0-16,0 0 31,-25-24-15,25 24-1,-25 25 1,25-25 0,-25 0-16,25 0 31,-24 1-15,-1-1 15,25-25 0,0 25-15,-25 1 15,0-1 47,25 0 0,-25 0-31,25 0 0,0 1-31,-24 24-1,24-25 1,-25 25 15,0-25-15</inkml:trace>
  <inkml:trace contextRef="#ctx0" brushRef="#br0" timeOffset="11494.28">23912 6251 0,'-25'0'62,"0"-25"-46,-25-25-16,26 50 16,-26-24-16,0-26 15,26 25-15,-26-24 16,0 49-16,1-25 16,-1 25-16,1 0 15,-1-25-15,0 0 16,1 25-16,-1 0 15,25 0-15,-24 0 16,24 0-16,-25 0 16,26 0-16,-1 0 15,0 0 1,0 0-16,-24 0 0,24 0 16,-25 0-16,25 0 15,-24 50-15,24-50 16,-50 25-1,75-1 1,-49-24-16,-1 50 16,25-50-16,1 0 15,-1 25-15,0-25 16,25 25-16,-25-25 16,0 24-1,-24 1 1,49 0-1,-25 0 1,25 0-16,-25 24 16,0-24-1,1 25-15,-1-50 16,25 24 0,-25-24-1,25 25 1,-50 0-1,26-25 1,-1 25 0,0 0-1,0-25 1,0 0 0,25 24 15,-24-24-31,24 25 15,-25-25 1,25 25 0,0 0-1,0 0 1,-25-1 0,25 26-1,0-25-15,0 0 16,0-1-1,0 1-15,0 0 16,0 0-16,0 49 16,0-49-16,0 0 15,0 0-15,0 0 16,0 24-16,0-24 16,25 25-16,-25-26 15,25 1-15,-25 0 16,24 0-16,-24 0 15,50 24 1,-50-24-16,25 0 16,0 24-16,24-24 15,26 25-15,-51-50 16,26 49 0,0-24-16,24 0 15,-24 25-15,24-26 16,-24 1-16,49-25 15,-25 25-15,1-25 0,24 25 16,-25-25 0,-24 25-16,0-25 15,-1 0-15,-24 0 16,49 24-16,-49-24 16,25 0-16,-25 0 15,-1 0 1,51 0-16,-50 0 15,-1 0-15,26 0 16,-25 0 0,24-24-1,-49-1-15,50 25 16,0-50 0,-26 50-16,-24-25 15,25 25 1,25-49-16,-50 24 15,25 0-15,0 25 16,-25-25-16,49 1 16,-49-1-16,0 0 0,0 0 15,25 0 1,-25 1 0,25-1-16,-25 0 15,0 0-15,0 0 16,0 1-1,0-26-15,0 25 16,0 0 0,0 1-16,0-1 31,0 0-31,0 0 16,0 0-16,0 1 15,0-1-15,0 0 16,0 0-16,0 0 0,0 1 15,0-1 1,0-25-16,0 25 16,0 0-16,0 1 15,0-1-15,0 0 16,0 0-16,0 0 16,0-24-1,0 24-15,0 0 16,-50 0-16,25 1 15,25-1 1,0 0-16,-49-49 0,49 49 16,-25-25-16,25 25 15,-25 1 1,25-1-16,0 0 31,-25 0-31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13:02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10434 12427 0,'-25'0'0,"50"0"0,-75 0 0,25 0 16,0 0-16,0 0 16,1 0-16,-1 0 15,-25 0-15,0 0 16,25 0 0,0 0-16,0 0 15,0 24 1,0 1-1,1 25-15,24-25 16,-25 25-16,-25 0 16,25-25-16,25 49 15,-25-24-15,25-25 16,-50 50-16,50 24 16,0-49-1,0 0-15,0-25 0,0 25 16,0-1-16,0 26 15,25-50-15,-25 0 16,25 0 0,0 25-1,0-50-15,0 24 16,0-24 0,24 0-16,1 0 15,-25 0 1,25 0-16,-25 0 15,25-24-15,-25-1 16,24 0 0,-49 0-16,75-50 15,-75 25-15,25 50 16,25-49-16,-50 24 16,25-25-16,0 0 15,-25 0 1,0 0-16,0 26 15,0-26-15,0 25 0,0 0 16,0-50-16,0 50 16,0 0-16,0-24 15,0 24 1,0 0-16,-25 25 16,25-25-16,-25 0 31,0 25-16</inkml:trace>
  <inkml:trace contextRef="#ctx0" brushRef="#br0" timeOffset="444.37">9762 12999 0,'49'25'16,"1"-25"-1,-25 0-15,25 0 16,0 0-16,-1 0 16,1 0-1,25 0-15,-25 0 16,-25 0-16,25 0 0,-26 0 15,1 0-15,0 0 16</inkml:trace>
  <inkml:trace contextRef="#ctx0" brushRef="#br0" timeOffset="818.13">10932 13149 0,'0'0'0,"25"0"0,25 0 16,-1 0-1,26 0-15,0 0 16,49 0-16,-49 0 15,-25 0-15,50 0 16,-26 0-16,-24 0 16,-25 0-16,0 0 15</inkml:trace>
  <inkml:trace contextRef="#ctx0" brushRef="#br0" timeOffset="1231.83">11231 12974 0,'25'0'47,"0"0"-31,49 0-1,1 0-15,-25 0 16,49 0-16,-74 0 16,0 0-16</inkml:trace>
  <inkml:trace contextRef="#ctx0" brushRef="#br0" timeOffset="1984.83">12600 12377 0,'-49'25'93,"-1"0"-93,-50 49 0,50 1 16,-24 0-16,74-1 16,0-24-1,0 25-15,0 0 16,0-26-16,0 51 16,49-50-16,1 0 15,0-1-15,0-24 16,-25 0-16,49-25 15,-24 0-15,0 0 16,0 0-16,-25 0 16,50 0-16,-26-25 31,-49-49-31,25 24 0,-25 25 16,0-50-16,0 50 15,0-25-15,-50 1 16,50 24-1,0-25-15,0 25 16,0 0-16,-49-25 16,24 1-1,25 24-15,-25-25 16,25 25 0,0 0-16</inkml:trace>
  <inkml:trace contextRef="#ctx0" brushRef="#br0" timeOffset="2387.69">13248 13248 0,'0'-25'109,"25"0"-109</inkml:trace>
  <inkml:trace contextRef="#ctx0" brushRef="#br0" timeOffset="3345.83">13895 12402 0,'-50'-25'62,"-24"25"-62,24 0 16,25 0-16,-50 0 16,50 0-1,-24 0 1,-1 0-16,25 0 15,0 25-15,25 24 16,0 1-16,0 0 0,0-25 16,0 25-1,0 0-15,0-26 16,25 26 0,-25-25-16,25-25 15,0 0 1,0 25-16,0-25 15,24 0-15,-24 0 16,50 0-16,0-25 16,-50 0-1,24 25-15,1-50 16,0 50-16,-25 0 16,0 0-16,0 0 46,0 25-30,-25 0-16,25 0 16,-25 0-16,0 0 15,0 25-15,24 0 16,-24-1-16,0 1 16,0 0-1,0-25-15,0 0 31,-24-25-31,-1 25 16,-50-25-16,50 0 16,0 0-16,0 0 15,-25 0-15,25 0 16</inkml:trace>
  <inkml:trace contextRef="#ctx0" brushRef="#br0" timeOffset="6290.92">12625 14518 0,'0'50'31,"0"50"-16,0 24-15,0-74 16,0 0-16,25 49 16,-25-24-16,50 25 15,-50-75-15,0 24 16,0-24-16,0 0 16,-25-50 62</inkml:trace>
  <inkml:trace contextRef="#ctx0" brushRef="#br0" timeOffset="6754.62">12277 14518 0,'0'-25'16,"25"25"15,49 0-31,-49-25 16,50 1-16,-25 24 15,24 0-15,1-25 16,0 25-16,-25 0 16,24 0-16,-24 0 15,-25 0 63</inkml:trace>
  <inkml:trace contextRef="#ctx0" brushRef="#br0" timeOffset="7288.23">12426 15514 0,'25'-25'31,"25"25"-31,-25 0 16,49 0-16,-49 0 16,50-24-16,-25 24 15,49-25-15,-74 25 16,25 0-16,25 0 16,-25 0-1,-1 0-15,-24-25 0,0 25 16,0 0-16,0-25 62</inkml:trace>
  <inkml:trace contextRef="#ctx0" brushRef="#br0" timeOffset="7817.92">13522 14369 0,'0'-25'16,"0"50"15,-25 0-15,0 25-16,25-26 15,-25 76-15,25-25 16,-25-1 0,25-24-16,0 0 0,0 25 15,25 24-15,50 26 16,-1-50-16,-24-1 15,25 1-15,-50-75 32,0 0-17,0 0 17</inkml:trace>
  <inkml:trace contextRef="#ctx0" brushRef="#br0" timeOffset="8382.44">13995 14543 0,'0'0'0,"-25"-25"16,0 25-1,0 0 16,0 0-15,0 0 0,0 50-16,25 0 15,0 25 1,0-1-16,0 1 0,0-25 16,0 0-16,50 24 15,-25-49-15,-25 0 16,50 0-16,-25-25 15,0 0 1,50 0 15,-75-25-31,24-25 16,-24 1-16,0-1 0,0 0 16,0 25-1,0 0-15,0 0 16,0-50-16,0 51 15,0-26-15,0 25 16</inkml:trace>
  <inkml:trace contextRef="#ctx0" brushRef="#br0" timeOffset="8712.35">14742 15041 0</inkml:trace>
  <inkml:trace contextRef="#ctx0" brushRef="#br0" timeOffset="9365.68">14891 14394 0,'-25'0'78,"25"50"-62,0-26-16,0 1 15,0 0-15,0 0 16,0 0-16,0 25 15,0 0-15,25-25 16,0-1-16,0 1 16,25 25-16,-25-25 15,0 0 1,0-25-16,24 25 16,-49 0 62,0 0-78,-24 0 15,-1 0-15,0-1 16,25 1-16,-25-25 16,25 25-16</inkml:trace>
  <inkml:trace contextRef="#ctx0" brushRef="#br0" timeOffset="9916.52">15389 14294 0,'50'50'63,"-50"25"-48,50-50-15,-50 24 16,25 26-16,0-25 16,0 25-16,-25-26 15,0 26-15,0-50 16,0 75-16,0-75 16,0-1-16,0 1 15,0 0 1,-25-25-1</inkml:trace>
  <inkml:trace contextRef="#ctx0" brushRef="#br0" timeOffset="10260.48">16112 14767 0,'24'0'0,"26"0"15,0 0 1,0 0 0,-25 0-16,0 0 15,0 0-15,-1 0 0,1 0 16,-25-25-1,25 0 1</inkml:trace>
  <inkml:trace contextRef="#ctx0" brushRef="#br0" timeOffset="10981.06">16112 14518 0,'0'-25'47,"24"25"-32,1 0-15,0 0 16,0 0-16,0 0 16,0 0 46,0 0-46,0 0-1,25 0-15,-26 0 16,26 0-16,-25 0 16,50 0-1,-50 0 1,0 0-16</inkml:trace>
  <inkml:trace contextRef="#ctx0" brushRef="#br0" timeOffset="12636.05">18178 13821 0,'0'-25'47,"0"-25"-47,25-24 16,-25 24-16,25 0 16,-25 0-1,25 25-15,0-25 0,0 1 16,0 24-16,-25 0 15,25 0 1,25 75 62,-50 49-62,0-49-1,0 75-15,49-51 16,-24 26-16,0-50 16,25 0-16,25 49 15,-75-74 17,0 0-1</inkml:trace>
  <inkml:trace contextRef="#ctx0" brushRef="#br0" timeOffset="13053.97">18104 14344 0,'25'0'0,"49"0"16,26 0 0,-50 0-16,24 0 15,76 0-15,-26 0 0,51 0 16,24-25 0,0 25-16,-49-25 0,24 0 15,-75 0 1,-74 25-16</inkml:trace>
  <inkml:trace contextRef="#ctx0" brushRef="#br0" timeOffset="13821.53">18552 14942 0,'-25'0'0,"0"0"16,0 0-1,25 25-15,-50 49 16,50-49-16,0 25 16,0 0-16,0-25 15,0 0-15,0 24 16,0-24-16,0 25 16,25-50-1,0 0 1,50 0-16,0 0 15,-26 0 1,1 0-16,25-25 16,-25-25-1,24-49-15,-24 74 16,-50-25-16,25 25 16,-25-50-16,0 51 15,0-1-15,0 0 16,0-25-16,-25 25 31,25 0-15,-25 25-16,25-25 15,-25 0-15,1 25 32</inkml:trace>
  <inkml:trace contextRef="#ctx0" brushRef="#br0" timeOffset="14178.29">19473 15315 0,'-25'0'62,"1"-25"-62,-1 0 16</inkml:trace>
  <inkml:trace contextRef="#ctx0" brushRef="#br0" timeOffset="14830.93">19722 14668 0,'-25'0'63,"-24"0"-48,-1 0-15,50 25 16,0-1 0,-25 1-16,25 25 15,0-25-15,0 0 16,0 25 0,25-50-16,25 50 15,-25-25 1,-1-25-16,1 0 47,0 49-47,0-49 15,0 25 17,-25 0-17,0 0-15,0 0 16,0 25-1,0 0-15,-25-26 16,0 1-16,0-25 16</inkml:trace>
  <inkml:trace contextRef="#ctx0" brushRef="#br0" timeOffset="15500.84">19971 14493 0,'50'0'0,"-25"0"31,0 0-31,0 0 16,-50 25 46,0 0-62,0 0 16,25 0-16,-25 0 15,25 0 1,25-25 62,0 0-62,75 0-16,-75 0 15,49 0-15,-24 0 16,0 0 0,-25 0-1,0 0 1</inkml:trace>
  <inkml:trace contextRef="#ctx0" brushRef="#br0" timeOffset="15878">20594 14244 0,'0'0'0,"149"-25"31,-24 1-31,-75-1 0,24 25 16,-49 0-1</inkml:trace>
  <inkml:trace contextRef="#ctx0" brushRef="#br0" timeOffset="16246.76">20345 13970 0,'25'0'0,"0"0"16,0 0 0,0 0-16,-1 0 15,1 0-15,0 0 16,25 0-16,0 0 16,0 0-16,-25 0 15,-1 0-15</inkml:trace>
  <inkml:trace contextRef="#ctx0" brushRef="#br0" timeOffset="16867.18">22063 13497 0,'-50'50'47,"-24"50"-47,-26-50 16,-24 49-16,49-24 15,-25 24-15,75-74 0,-25 0 16,50 0 47,75 0-63,0-25 15,0 0-15,-26 0 16,1 0-16,50 0 15,-1 0-15,1 0 16,0 0 0,-1 0-16,-74 0 15,-25-25 32,0 0-31,0 0-16,0 0 15,0-24-15</inkml:trace>
  <inkml:trace contextRef="#ctx0" brushRef="#br0" timeOffset="17252.45">22138 13547 0,'0'25'16,"0"25"0,25 49-16,-25 1 15,25 0-15,-25-26 16,0 1-16,25 50 0,-25-1 15,24 25 1,1-24-16,0 24 16,25-49-16,-25 0 15,-50-125 79</inkml:trace>
  <inkml:trace contextRef="#ctx0" brushRef="#br0" timeOffset="23309.48">10708 16635 0,'-50'25'109,"25"-25"-93,-25 50-16,25-50 16,-24 25-1,24-1 1,25 1-16,0 0 16,-25 25-16,25-25 15,0 25-15,0 0 16,0 24-16,0 1 15,0 25-15,0-51 16,0 1-16,0 0 16,0 0-16,0-25 15,0 0-15,50 24 16,-50-24 0,49 0-16,-24 0 15,0-25-15,0 0 16,0 0-1,0 0 1,0 0-16,0 0 16,0 0-16,49 0 0,-24-25 15,0 0-15,-50 0 16,0 1 0,25-26-16,-25 25 15,0 0-15,0-25 16,0 25-16,0-25 15,0-24-15,0 24 16,0 0-16,0 0 16,0 0-16,0 1 15,0 24-15,0-25 16,0 25-16,-25 0 16,0-25-16,25 25 15,-50 1 1,50-1-16,-25 0 15,0 25-15,25-25 16,-24 25 15,-1 0-31,0 0 16,-25 0-16</inkml:trace>
  <inkml:trace contextRef="#ctx0" brushRef="#br0" timeOffset="23736.32">10434 17108 0,'25'0'47,"0"0"-31,49 0-16,26 0 15,-50 0-15,-25 0 16,0 0-16,0 0 16,-1 0-16,1 0 15,0 0-15</inkml:trace>
  <inkml:trace contextRef="#ctx0" brushRef="#br0" timeOffset="24079.65">11779 17257 0,'0'0'0,"25"0"0,99 0 16,-99 0-1,0 0-15,50 0 0,-51 0 16,26 0-16,-25 0 16,0 0-1</inkml:trace>
  <inkml:trace contextRef="#ctx0" brushRef="#br0" timeOffset="24432.39">11828 17133 0,'25'0'16,"0"0"-1,0 0-15,0-25 16,0 25-1,0 0-15,0 0 16,0 0-16,0 0 16,24-25-1,-24 0 1</inkml:trace>
  <inkml:trace contextRef="#ctx0" brushRef="#br0" timeOffset="25390.14">13895 16261 0,'-50'0'16,"26"0"0,-1 0-1,0 0-15,-25 0 16,0 0-16,0 0 31,25 0-31,1 0 16,-1 0-16,25 25 15,-25 0-15,25 0 16,0 0-16,0 25 16,0 0-16,0-1 15,50 1-15,-1 0 16,-24 0-16,25 0 15,-25-25-15,-25-1 16,50 1-16,0-25 16,-1 0-16,-24 0 15,0 0 1,0 0-16,25 0 31,-50-25-31,25-24 16,0-26-1,-25 50-15,0-25 0,0 25 16,0 0-16,0 1 16,0-51-1,0 25-15,0 25 16,0 0-16,0 0 16,0 0-1,-25 1 1</inkml:trace>
  <inkml:trace contextRef="#ctx0" brushRef="#br0" timeOffset="25713.49">14393 16585 0</inkml:trace>
  <inkml:trace contextRef="#ctx0" brushRef="#br0" timeOffset="27835.7">14966 15738 0,'-25'0'32,"-25"0"30,25 0-62,1 25 16,-51 25-1,50-25-15,0 25 16,25 0-16,-50-1 16,50 1-16,0 0 15,0 0-15,0 0 16,0 0-16,0 49 15,0-74-15,0 25 16,0-25-16,25 49 16,-25-49-16,25 0 15,0-25 1,-25 50-16,25-50 16,0 0-1,-25 25-15,25-25 0,0 0 16,-1 0-1,1 0-15,0 0 16,0 0-16,0 0 16,0 0-1,-25-25-15,0 0 16,0 0-16,0 0 16,0-24-16,0 24 15,0 0 1,0 0-1,0 0 1,-25 0 0,0 0-16,0 0 15,-25 25 1,26 0-16,-1-25 16,0 25-1,-50 0-15,50 0 16,0 0-1,0 0 1,25 25 47</inkml:trace>
  <inkml:trace contextRef="#ctx0" brushRef="#br0" timeOffset="29793.64">13646 17432 0,'0'75'47,"0"-26"-47,75 51 16,-50-25-16,0-50 15,0 74-15,-25-49 16,25 25-16,-1-50 16,-24-1-1,0 1 17,50 0-32</inkml:trace>
  <inkml:trace contextRef="#ctx0" brushRef="#br0" timeOffset="30313.93">13472 17556 0,'75'0'78,"-26"0"-62,1 0-16,0 0 15,0 0-15,25-25 16,-1 25-16,1 0 16,0 0-16,-50 0 15</inkml:trace>
  <inkml:trace contextRef="#ctx0" brushRef="#br0" timeOffset="30780.51">13596 18278 0,'25'0'0,"0"0"16,0 0-1,25 0-15,-25 0 16,0 0-16,0 0 0,74 0 16,-24 0-1,-25 0-15,0-49 16,24 24-16,-24 0 15,25 0-15,-25 0 16,-25 0 0,49 0-16</inkml:trace>
  <inkml:trace contextRef="#ctx0" brushRef="#br0" timeOffset="31624.54">14692 17183 0,'-25'-25'31,"0"25"-15,0 0-16,1 50 15,-1-25-15,0 49 16,25-24 0,-25 25-16,25 0 15,0-1-15,0 51 16,0-51-16,0 26 16,25 25-16,0-26 15,49 1-15,-49-100 16,0 25-1,-25 24-15,25-49 16,0 25-16,0 0 16,0-25-1,-25 25-15,25-25 78</inkml:trace>
  <inkml:trace contextRef="#ctx0" brushRef="#br0" timeOffset="36985.33">15290 17382 0,'-25'0'16,"0"0"15,0 0-31,-25 0 15,25 50 1,0-50-16,1 25 16,24 25-1,0-26-15,0 26 16,0 50-16,0-50 16,0-1-16,0 26 15,0 0-15,24-50 16,1 0-1,0 0-15,0-1 0,0 1 16,0-25 0,0 0-1,0 0 1,0 0-16,0 0 16,74 0-16,-74-49 15,0-1 1,-25-25-1,0 25-15,25 0 16,-25 26-16,0-26 16,0 0-16,0 0 15,0 25-15,-25 25 16,0-50-16,25 26 16,-25 24-1,0-25-15</inkml:trace>
  <inkml:trace contextRef="#ctx0" brushRef="#br0" timeOffset="37293.78">15788 17905 0,'0'-50'78,"0"25"-78</inkml:trace>
  <inkml:trace contextRef="#ctx0" brushRef="#br0" timeOffset="37838.08">16112 16959 0,'0'25'31,"0"24"-15,0 51 0,0 24-16,0-24 15,0-50-15,0 0 16,0 24-16,0 1 15,0-25-15,0 0 16,24-25-16,26 0 16,-25-1-16,0 1 15,0-25 17,0 0-32,0 0 0,0 0 15,0-25-15,-25 1 16,0-1-16,0-50 15,0 50 17,0 0-32,-25 0 15,25 0-15,-25 0 16,0 25-16,-25-24 16,25 24-16,0 0 15</inkml:trace>
  <inkml:trace contextRef="#ctx0" brushRef="#br0" timeOffset="38352.4">16535 16660 0,'25'0'0,"0"0"16,0 50-16,0-25 16,24 49-16,1 26 15,-25-75-15,0 74 16,50 26-16,-50 24 15,24-24 1,-24-26-16,0 26 16,0-75-16,-25 24 15,0-49-15,0 0 16,0 0-16</inkml:trace>
  <inkml:trace contextRef="#ctx0" brushRef="#br0" timeOffset="38687.21">17581 17332 0,'0'-25'15,"25"25"-15,0 0 16,74 0-16,-49-25 15,25 25-15,-50-25 16,0 25-16,24-24 16,-24 24-16,-25-25 31</inkml:trace>
  <inkml:trace contextRef="#ctx0" brushRef="#br0" timeOffset="38969.47">17705 17083 0,'50'0'63,"-25"0"-47,25-50-16,25 50 15,-51 0-15,51-49 0</inkml:trace>
  <inkml:trace contextRef="#ctx0" brushRef="#br0" timeOffset="39534.78">19299 16710 0,'25'0'16,"25"-25"-16,-25-25 15,24 0-15,-24 25 16,25-74-16,-25 74 16,0-25-16,0-25 0,25 1 15,-25-1 1,24 25-16,-49 25 16,50 75 62,-25 74-63,-25-24 1,0 0-16,0-51 16,0 1-16,0 50 0,25-50 15,-25-1-15,0-24 16,0 0-1</inkml:trace>
  <inkml:trace contextRef="#ctx0" brushRef="#br0" timeOffset="39936.18">19175 17083 0,'0'25'0,"49"-25"0,-24 0 16,75 0-1,24 0-15,-99 0 16,75 0-16,49 0 16,26-25-16,24 0 15,0 25-15,-74 0 16,24-50-16,-49 26 15,-1 24-15,-74 0 16</inkml:trace>
  <inkml:trace contextRef="#ctx0" brushRef="#br0" timeOffset="41787.96">18726 17830 0,'-25'0'31,"0"25"0,25 25-15,0-25-16,0 25 0,0 24 15,0-24 1,25 50-16,0-50 16,0-1-16,-25-24 15,25 0 1,0-25 0,0 0-16,0 0 15,0 0 1,0-25-16,-25 0 15,0-24-15,0 24 16,0-25-16,0 25 16,0-25-16,0 0 15,0 25 1,0 1-16,0-1 0,0-25 16,0 25-16,0 0 15,-25 0-15</inkml:trace>
  <inkml:trace contextRef="#ctx0" brushRef="#br0" timeOffset="42051.67">19349 18328 0,'0'-25'93,"0"0"-93,25-74 16</inkml:trace>
  <inkml:trace contextRef="#ctx0" brushRef="#br0" timeOffset="42613.58">19822 17507 0,'-25'0'47,"-25"24"-32,25 51-15,25-25 16,0 25-16,0-1 16,0-24-16,0 25 15,0-25-15,0-25 16,0-1-16,0 1 15,0 0 17,25-25-32,0 0 15,25 0 1,0 0 0,-25 0-1,0 0-15,-25-50 16,0 26-1,0-1 1,0-25 0,0 25-1,-50 0 1,25 25-16,-25 0 16,25 0-16,0 0 15,0 0-15,0 0 16</inkml:trace>
  <inkml:trace contextRef="#ctx0" brushRef="#br0" timeOffset="42921.68">20121 18005 0,'25'0'62</inkml:trace>
  <inkml:trace contextRef="#ctx0" brushRef="#br0" timeOffset="43598.42">20519 17457 0,'-25'0'47,"-24"0"-31,24 0-16,0 25 15,25 24-15,0 1 16,0-25-16,0 25 16,0 25-16,0-50 15,0 24-15,0 1 16,0-25-16,0 0 15,25 25-15,0-50 32,24 25-32,-24-25 0,0 0 15,25 0 1,-25 0-16,0 0 16,0 0-16,-25-50 15,25 25 1,-25 0-16,0-25 15,0 25-15,0 0 16,0-24-16,0 24 16,0 0-1,0-25-15,-25 0 16</inkml:trace>
  <inkml:trace contextRef="#ctx0" brushRef="#br0" timeOffset="43950.7">21092 17930 0,'0'-25'94</inkml:trace>
  <inkml:trace contextRef="#ctx0" brushRef="#br0" timeOffset="44492.75">21441 17257 0,'24'0'15,"-24"25"1,-24 25-1,-1 0-15,-25 25 16,-25 24-16,25-49 16,25-25-16,1 25 15,24-25 1,24-25 46,26 0-62,25-25 16,0 0-16,24 0 0,-49 0 16,-25 0-16,0 25 15,-25-25 48,0 0-48</inkml:trace>
  <inkml:trace contextRef="#ctx0" brushRef="#br0" timeOffset="44864.34">21565 17257 0,'0'100'16,"0"-25"-16,0 24 16,0 1-16,0 25 0,0-76 15,25 26 1,0 0-16,-25 24 15,25-24-15,0 0 16,-25-25-16,0-26 78,0-48-62,0-1-1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16:01.8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24977 4259 0,'-25'0'0,"0"0"15,25 25 32,0-1-47,0 26 0,0 0 16,0-25-16,0 0 16,0 50-16,0-51 15,25 51-15,-25 50 16,25-100-1,-25 49-15,74 1 16,-74 25-16,0-51 16,25-49-16,-25 50 15,0-25-15,0 0 16,0 0 0,25 0-16</inkml:trace>
  <inkml:trace contextRef="#ctx0" brushRef="#br0" timeOffset="609.54">24802 4209 0,'50'0'94,"-25"0"-78,50 0-16,-50 0 15,0-25-15,24 0 16,26 25-16,-50 0 16,0 0-16,0 0 31,0 0-15,0 0-1,-1 0 1,1 0-16,0 0 0,0 0 15,25 0 1</inkml:trace>
  <inkml:trace contextRef="#ctx0" brushRef="#br0" timeOffset="1247.53">24977 4632 0,'25'0'62,"24"0"-46,1 0-16,-25 0 16,25 0-16,25 0 15,-51 0-15,1 0 16,25 0-16,-25 0 16,0 0-16,25 0 15,-25 0 16,0 0 1</inkml:trace>
  <inkml:trace contextRef="#ctx0" brushRef="#br0" timeOffset="2244.64">26047 5006 0,'0'-25'62,"25"25"-46,25 0-16,-25 0 15,0 0 1,50-25-16,-50 0 16,-1 25-1</inkml:trace>
  <inkml:trace contextRef="#ctx0" brushRef="#br0" timeOffset="2909.91">25948 4807 0,'25'0'31,"0"0"-31,24 0 16,1 0-16,-25 0 0,75 0 16,-75 0-1,0 0-15,24 0 16,-24-25-1,0 25 17,0 0-17,0 0 1,-25-25-16</inkml:trace>
  <inkml:trace contextRef="#ctx0" brushRef="#br0" timeOffset="6012.32">27218 3810 0,'0'100'94,"-25"-75"-94,25 50 15,-25-1-15,25 51 16,0-50 0,0-1-16,0 51 0,0-100 15,0 74-15,50 1 16,0 0-16,-1-1 16,-24-74-16,25 50 15,-25-75 1,50 50-16,-50-26 15,0-24 1</inkml:trace>
  <inkml:trace contextRef="#ctx0" brushRef="#br0" timeOffset="6420.42">27741 4109 0,'-25'0'15,"25"50"1,0 0-16,25 25 16,0-1-16,-25-24 15,0 25-15,49-1 16,-49 1-16,0-25 15,0-25-15,0 75 16</inkml:trace>
  <inkml:trace contextRef="#ctx0" brushRef="#br0" timeOffset="6843.53">27641 3885 0,'50'75'31,"-25"-75"-15,50 75-16,-1-1 0,-49-49 16,25 25-16,50 50 15,-26-26-15,1-24 16,-50 0-1,25-25-15,-25 25 16,24-1-16,-24-24 16,0 0-16,25 0 15,-25 0 1,0-25 0</inkml:trace>
  <inkml:trace contextRef="#ctx0" brushRef="#br0" timeOffset="7219.27">28338 3860 0,'0'25'16,"0"0"-16,0 50 15,0-25-15,0-1 16,0 26-16,25 50 16,-25-76-16,0 1 15,0 0-15,25-25 16</inkml:trace>
  <inkml:trace contextRef="#ctx0" brushRef="#br0" timeOffset="7590.39">28861 4184 0,'75'25'31,"0"50"-31,-25-51 15,24 1-15,-49 0 16,50 25-16,-25-50 16,0 50-16,24-25 15,-24-25 1,0 25-16,-25 0 16,0-25-16,0 0 15</inkml:trace>
  <inkml:trace contextRef="#ctx0" brushRef="#br0" timeOffset="7978.13">29459 4035 0,'-25'0'16,"-25"74"-1,50-49-15,0 25 16,-49 25-16,24-26 16,-25 1-1,50 0-15,0-25 16,0 0-16,-25 0 16,25 0-1</inkml:trace>
  <inkml:trace contextRef="#ctx0" brushRef="#br0" timeOffset="8470.09">29907 3761 0,'50'0'16,"0"74"-1,-25 1-15,-25-25 16,25 25-16,49 49 15,-74-49-15,25 24 16,-25-74 0,0 25-16,25 0 0,-25 0 15,0-25 1,25-1-16,-25-48 78</inkml:trace>
  <inkml:trace contextRef="#ctx0" brushRef="#br0" timeOffset="8874.15">30007 3835 0,'50'0'32,"-25"50"-17,74 0-15,-74-25 16,50 25-16,24-1 0,-24 26 15,-25-50 1,25 25-16,-50-25 16,49-25-16,-24 50 15,-25-26 1,0 1 0,25-25-16,-25 25 15,-25-50 63</inkml:trace>
  <inkml:trace contextRef="#ctx0" brushRef="#br0" timeOffset="9254.54">30779 3487 0,'0'25'15,"0"24"-15,75 51 16,-51-50-16,1 25 16,0-26-1,-25 1-15,50 50 16,-25-1-16,0-24 16,-25-50-16,25 25 15,-25-25 63</inkml:trace>
  <inkml:trace contextRef="#ctx0" brushRef="#br0" timeOffset="9819.84">31352 3188 0,'24'0'62,"26"25"-46,-25 0-16,25 49 15,0-24-15,24 25 16,-24 25-16,25-1 16,-75 1-16,50-26 0,-50-24 15,0 25 1,0 25-16,0-26 15,0-24-15,0 25 16,0-50-16,-25 24 16,0 1-1</inkml:trace>
  <inkml:trace contextRef="#ctx0" brushRef="#br0" timeOffset="11682.33">25425 6201 0,'-25'0'47,"25"50"-32,0 0 1,0 24-16,0 1 16,0-25-16,0 0 15,25-1-15,0 26 16,-25 75-16,25-26 16,0 25-1,24-24-15,-49-25 16,0-26-16,25-49 0,-25 0 15,0 0 64,0-75-64</inkml:trace>
  <inkml:trace contextRef="#ctx0" brushRef="#br0" timeOffset="12134.34">25400 6251 0,'25'0'47,"50"0"-31,-50 0 0,24 25-16,1-25 15,0 0-15,-25 0 16,50 0-16,-51 0 0,26 0 15</inkml:trace>
  <inkml:trace contextRef="#ctx0" brushRef="#br0" timeOffset="12555.3">25275 6824 0,'25'0'31,"25"0"-31,-25 0 16,50 0-16,-25 0 15,24 0-15,-24 0 16,50 0-16,-26 0 15,1 0-15,0 0 16,49-25-16,-99 25 16,25-25-16,-25 25 31,0-25-31</inkml:trace>
  <inkml:trace contextRef="#ctx0" brushRef="#br0" timeOffset="13032.33">26097 6201 0,'25'0'16,"25"0"-1,0 0 1,0 0-16,24 0 15,-24-25-15,-25 0 16,50 25-16,-26 0 16,-24 0-1</inkml:trace>
  <inkml:trace contextRef="#ctx0" brushRef="#br0" timeOffset="13555.65">26595 6151 0,'25'0'16,"0"0"30,50-50-30,-75 1-16,25-1 16,0-25-16,0 50 15,-25 0 1,0 50 78,0 0-94,0 50 15,0-25-15,24 24 16,1-49-16,-25 25 16,0 0-16,0 25 15,0-51-15,0 1 16,0 0-1</inkml:trace>
  <inkml:trace contextRef="#ctx0" brushRef="#br0" timeOffset="14212.54">27467 7322 0,'0'0'0,"99"-25"15,-74 25 1,100-25-16,-75 25 16,24 0-16,26 0 15,-50 0-15,-25 0 16,25-25-16</inkml:trace>
  <inkml:trace contextRef="#ctx0" brushRef="#br0" timeOffset="14566.84">27442 6973 0,'50'0'31,"0"0"-15,24 0-16,-49 0 15,75 0-15,-50 0 16,-1 0 0,1 0-16,0 0 15,-25 0-15,-25-25 16</inkml:trace>
  <inkml:trace contextRef="#ctx0" brushRef="#br0" timeOffset="36224.61">16435 9862 0,'0'-25'15,"0"0"1,0 0-16,0 0 16,-25 0-1,0-25-15,1 25 0,24-24 16,-25-1-16,25 0 16,-25 25-16,25-50 15,-25 1-15,0-1 16,0 25-1,0-49-15,-25 24 16,25 25-16,-24-25 16,49 50-16,-25-49 15,0 24-15,-25-25 0,50 50 16,-25 0 0,0-24-16,-49-1 15,49 25 1,-50-25-16,25 0 15,-25 25-15,-49 0 16,74-24-16,25 49 16,-74-25-16,49 25 15,-100-25-15,1 25 16,-75 0 0,25 0-16,-75 0 0,25 0 15,-50 0-15,0 0 16,25 0-1,25 0-15,25 0 0,0 0 16,74 0 0,-24 0-16,50 0 15,-1 0-15,-24 0 16,74 0-16,-74 0 16,49 25-16,0 0 15,1-25-15,-1 25 16,25-25-16,26 24 15,-51-24-15,25 25 16,-24 0-16,-1-25 16,25 0-16,1 25 15,24-25-15,-25 0 16,25 25-16,26-25 16,-51 25-16,25-25 15,0 0 1,0 25-16,-49 0 15,24 0-15,0 0 16,26-25-16,-26 25 16,25-1-16,-25 1 0,26 0 15,-1 0 1,25-25-16,0 50 16,0-50-16,-25 25 15,25 0-15,-24 0 16,24 0-16,0-1 15,-25 26-15,0 25 16,0 25-16,1-1 16,-1-49-16,25 74 15,-25-49 1,50 0-16,-25 24 16,-25 26-16,25-50 0,0 49 15,25-99-15,0 75 16,0-1-16,-24 26 15,-1-26 1,25 1-16,0 49 16,0-24-16,0 24 15,0-24-15,0 24 16,0 1-16,0 24 16,0 50-16,25-50 15,-1 26-15,1-1 16,0-50-16,0 26 15,0-26-15,-25 0 16,25-24-16,-25 24 16,25-49-16,25 24 15,-50 1-15,0-25 16,25 24-16,0-24 16,-1-1-1,-24-24-15,0 50 16,50-26-16,-25 1 15,-25-26-15,25 26 16,0-25-16,-25-1 16,0 1-16,25-25 15,0 25-15,-25-25 16,25 24-16,-25-24 16,0 0-16,0 0 15,0-25-15,25 49 16,-25-24-16,24 0 15,1-25-15,-25 0 16,0 24-16,25 1 16,-25-25-16,0 25 15,0 0 1,0 0-16,0 24 0,25-49 16,-25 25-16,25 0 15,0 0-15,0 49 16,-25-49-1,25-25-15,0 50 16,-25-50-16,0 74 16,0-24-16,49 0 15,-49-51-15,0 26 16,0 0-16,0 25 16,0 24-16,50-49 15,-50 0-15,25 0 16,25 0-16,0-1 15,-25 26-15,-25-50 16,49 0-16,-49 0 16,25 0-16,0 0 15,25-1-15,0 26 16,-25 0 0,25-25-1,-26 0-15,26-25 16,25 25-16,-50 0 0,25 0 15,-25 0-15,24-1 16,1 1 0,0-25-16,-25 0 15,0 50-15,25-25 16,-1 0-16,1-25 16,0 0-16,25 0 15,24 0-15,1 25 16,0-25-16,24 25 15,-24 0-15,-1 0 16,26-25-16,-26 0 16,1 24-16,-25-24 15,-1 0-15,26 0 16,0 0-16,-26 0 16,51 0-16,-26 0 15,-24 0 1,25 0-16,-26 0 15,1 0-15,0 0 16,0 0-16,-26 0 16,26 0-16,25 0 15,-26 0-15,26 0 16,25 0-16,-51 0 16,51 0-16,-26 0 15,-24 0-15,0 0 16,-50 0-16,24 0 15,1 0-15,-25 0 16,25-24-16,25 24 16,-50-25-16,24 25 15,1 0 1,0 0-16,0 0 16,0 0-16,-25-25 15,-1 25-15,1 0 16,0 0-16,0-25 15,25 25-15,0-25 16,24 0-16,-24 25 16,0 0-16,0-25 15,25 0-15,-26 25 16,1-25-16,-25 25 16,0 0-16,0 0 15,0-25-15,0 1 63,0-1-48,-1 0-15,1-25 16,0 25 0,0 0-1,0 0 1,0 0-1,0 0 1,0 0 0,25-24-16,-50 24 15,0 0-15,25 25 16,-25-25 0,49-25-16,-24 25 15,-25 0 1,25-24-1,0 24-15,0 0 16,-25 0-16,25 0 16,0 0-1,0 0-15,-25 0 16,25 25-16,-1-50 16,1 50-16,0-24 15,0-1-15,0 25 16,-25-25-1,25 25-15,0-25 16,0 0-16,0 0 16,24 0-1,-24 0-15,0 0 16,0 0-16,0 1 16,-25-1-1,25 0-15,-25-25 16,25 25-1,-25-25-15,0 0 16,0 1-16,25 24 16,-25 0-16,0 0 15,0 0-15,0-25 16,0 25 0,50 0-16,-50-24 15,0-1-15,0-25 16,24 25-16,1-24 15,-25-1 1,0 0-16,0 25 16,25-24-16,-25 24 15,0 25-15,25-50 16,-25 25-16,0 1 16,0 24-16,0-25 15,0-50-15,0 51 16,0 24-16,0 0 15,0-100-15,0 100 16,0-25 0,0 1-16,0-1 0,0 0 15,0-25 1,0 26-16,0-26 16,0 0-16,0 25 0,0 25 15,0 1 1,0-26-1,0 25 1,0-25 0,0 25-1,0-25 1,0 1 0,0 24-16,0 0 15,0-25 1,0 25-16,0-25 0,0 25 15,0-24 1,0-1-16,0 0 16,0 25-16,0-25 15,0 25 1,0 0-16,0-24 16,0-1-16,0 0 15,0 25-15,0 0 16,0 0-16,0 0 0,0-49 15,0 24 1,25 50-16,-25-50 16,0 25-16,25-25 15,-25 1-15,0-26 16,0 25-16,0 0 16,0 0-16,0 26 15,0-1-15,0-25 16,25 0-16,-25 25 15,0 0 1,0 0-16,0-24 0,0 24 16,0-25-1,0 0-15,25 0 0,-25 25 16,0-25-16,0 1 16,0 24-1,50 0-15,-50-25 16,0 25-16,0-50 15,0 26 1,0 24-16,0 0 16,0-25-16,0 25 15,0-25-15,24 1 16,-24 24-16,0-25 16,0 0-1,0 25-15,0-25 0,0 1 16,0 24-1,0 0-15,0 0 16,0 0-16,0-25 31,0 25-15,0 0-16,0 0 16,0 1-16,0-1 15,0 0-15,0 0 0,0-25 16,0 25-1,0 0-15,0 0 16,0-25-16,25 26 16,-25-1-16,0 0 15,0-25-15,0 0 16,0 25 0,0 0-1,0 0 1,0 1-1,0-1-15,0 0 16,0 0-16,25 0 31,-25 0-31,0 0 0,0 0 32,25 0-32,-25-24 15,0 24 1,0 0-1,25 0 1,-25 0 0,0 0-16,0 0 15,25 0 1,-25 0 0,0 0-1,0 1 16,0-1 94,0 0-125,0 0 32,0 0-32,0 0 15,0 0 1,0 0 0,0 0 15,0 0 16,0 1 140,0-1-171</inkml:trace>
  <inkml:trace contextRef="#ctx0" brushRef="#br0" timeOffset="102952.2">21665 13497 0,'25'0'16,"-75"0"109,25 0-125,0-25 15,25 0 17,0 1 14,25 24-14,-25-25-32,25 25 15,0 0 1,0 0 0,0 0-1,-1 0-15,1 0 16,0 49-16,-25-24 62,-50 0-46,1-25-16,-1 0 16,25 0 62,25-25-47,0-24 0,0 73 63,0 1-63,0 0-15,0-50 109,25 25-94,0 0-15,0 0 15,0 0 0,-1 0-31,-48 0 63,-1 0-32,0 0 0,25-25 32,25 25-16,-25 25-16,0 25-16,-25-25 1,0-25 0,0 0 46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20:23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13098 13697 0,'75'0'125,"-50"24"-109,0 1-16,50 0 15,-26 0-15,51 0 16,-25-25-16,24 0 16,1 0-16,0 25 15,-1-25-15,-49 0 16,0 0-16,49 0 15,26 0-15,24 0 16,-24 0-16,49 0 16,0 0-16,-24 0 15,24 0-15,-24 0 16,24 0-16,-25 0 16,26 0-1,-26 0-15,25 0 16,-24 0-16,-26-25 15,51 0-15,-51 25 0,75 0 16,-74 0-16,24 0 16,-24 0-1,-1 0-15,1 0 16,-51 0-16,1 0 16,0 0-16,-25 0 15,24 0-15,-49 0 16,0 0-16,0 0 15,0 0-15,25 0 16,0 0-16,-25 0 16,-1 0-1,26 0-15,-25 0 16,25 0-16,0 0 0,0 0 16,-1 0-16,-24 0 15,0 0-15,0 0 16,25 0-1,-25 0 1,0 0 0,0 0-16,-1 0 15,1 0 1,25 25 0,0-25-1,-25 25 1,0-25-16,25 0 15,-1 25-15,1-25 16,-25 0-16,25 25 16,-25-25-16,0 25 15,0-25 157,24-25-141,-24 0-15,25 25 0,-25-25-16,0 0 0,25 0 15,-25 25 1,24 0-16,1-25 0,-25 25 16,25 0-16,0-25 15,0 25 1,-1 0-16,26 0 15,-50 0-15,75-25 16,-51 25-16,1 0 0,0-24 16,-25 24-16,50 0 15,-26 0 1,-24 0-16,50 0 16,-50 0-16,25 0 15,0 0-15,24 0 16,-24 0-16,0 0 15,25 0-15,-26 0 16,-24 0-16,25 0 16,0 0-16,25 0 31,-26-25-31,1 25 0,0 0 16,0 0-16,-25 0 15,49 0-15,-49 0 16,25 0-16,25 0 15,-25 0 1,-26 0-16,26 0 16,-25 0-16,0 0 15,25 0-15,25 0 16,-50 0-16,-1 0 16,1 0-16,0 0 15,0 0-15,75 0 16,-75 0-16,0 0 15,-1 0 1,1 0-16,75 0 0,-50 0 16,0 0-1,-26 0-15,51 0 0,25 0 16,-50 0-16,49 0 16,-49 25-1,25-25-15,-50 0 16,74 0-16,-49 0 15,25 0-15,24 0 16,-74 0-16,25 0 0,0 0 16,0 0-1,-1 0-15,-24 0 16,0 0 0,0 0 15,0 0 0,0 0-15,0 0 171,0 0 1,0-25-157,0 0 0</inkml:trace>
  <inkml:trace contextRef="#ctx0" brushRef="#br0" timeOffset="2944.92">21142 15240 0,'25'25'46,"24"-25"-30,1 0-16,0 0 16,25 0-16,-25 0 15,-26 0-15</inkml:trace>
  <inkml:trace contextRef="#ctx0" brushRef="#br0" timeOffset="3424.49">21690 15265 0,'49'-74'16,"-24"24"-1,0 0-15,0-25 16,25 26-16,-25-51 16,0-25-1,0 51-15,24-26 16,-24 25-16,0 26 16,-25 24-16,0 0 15,0 124 63,0-24-78,0 0 0,0-1 16,0-24-16,0 25 16,0 25-16,0-1 15,0-24-15,0-25 16,0 24-1,0-49-15</inkml:trace>
  <inkml:trace contextRef="#ctx0" brushRef="#br0" timeOffset="3712.67">21889 15614 0,'0'25'15,"50"-25"1,24 0-1,-24 0-15,50 0 0,-1 0 16,1 0 0,-50 0-16,49 0 15,-49 0-15,25 0 16,-50 0-16</inkml:trace>
  <inkml:trace contextRef="#ctx0" brushRef="#br0" timeOffset="4270.39">21914 16112 0,'0'0'0,"149"25"32,-124 0-17,0-25-15,-25 25 16,25 0-16,0 24 15,-25-24 1,0 25-16,0-25 16,0 25-16,-25 49 15,-50 1 1,25-25-16,1-25 0,24-1 16,25-24-16,-25 0 15,25 0 1,0 0 15,99-25-15,-24 0-16,50 0 15,-76 0-15,51 0 16,74 0-16,1 0 16,-26 0-16,0 0 15,-49 0-15,-75 0 16,25 0-16,-50-25 15,0-25 1</inkml:trace>
  <inkml:trace contextRef="#ctx0" brushRef="#br0" timeOffset="4904.35">23308 15191 0,'0'0'16,"100"0"-16,-25 0 15,-26 0-15,-24 0 16,0 25 0,-25 24-16,0 1 15,0 0-15,0 25 16,0-26-16,0-24 16,0 25-16,0-25 15,25 0-15,0 0 16,0 0-16,25-25 15,-1 0 1,26 0-16,-50 0 16,75 0-16,-51-50 15,51 0-15,-50 25 16,0 25 0,-25-25-16,-25 0 15,49 25-15,-49-24 16,0-1-1,0-25 1</inkml:trace>
  <inkml:trace contextRef="#ctx0" brushRef="#br0" timeOffset="5362.46">23831 15091 0,'-25'0'32,"25"50"-32,0 0 15,0-1-15,0 1 16,0 0-16,0 50 16,0 74-16,0-25 15,25 51-15,25-26 16,-50 0-16,50-24 15,-25-76-15,-25-24 16,0-75 62,0-25-62</inkml:trace>
  <inkml:trace contextRef="#ctx0" brushRef="#br0" timeOffset="5945.61">24877 14419 0,'0'25'32,"-25"24"-17,0 1-15,-49 25 16,74-50-16,-25 74 15,0 1-15,0 49 16,25-24-16,0 49 16,0-24-1,0 49-15,50-50 16,24 26-16,-24-26 16,0-49-16,0-1 0,-25-74 15,49 25 1,-74-25-16,25-25 15</inkml:trace>
  <inkml:trace contextRef="#ctx0" brushRef="#br0" timeOffset="8406.11">25325 14942 0,'-25'0'63,"0"0"-63,-24 25 15,49-1-15,-25 1 16,-25 0-16,0 50 0,0 25 16,50-26-1,0 1-15,0 0 16,0 24-16,50 1 15,-25-50-15,25-1 16,-25 26-16,25-25 16,-1-25-16,1 25 15,-25-1 1,25-49-16,-25 0 31,0 0-31,25 0 16,-50-24-16,0-51 15,0 25-15,0 0 16,0 0-16,0-24 16,0-51-1,0 51-15,0-1 16,0 0-16,0 25 16,0 25-16,0 1 15,0-1 1</inkml:trace>
  <inkml:trace contextRef="#ctx0" brushRef="#br0" timeOffset="8793.12">25201 15614 0,'99'-25'15,"-74"0"-15,0 25 16,25 0 0,-25-25-16,0 25 15,0-25-15,-25 0 16,25 25 31</inkml:trace>
  <inkml:trace contextRef="#ctx0" brushRef="#br0" timeOffset="9255.02">26147 15664 0,'0'25'31,"-25"0"-16,-25 24-15,1-49 0,24 25 16,-75 50-16,50-50 16,50 0-1,-25 0-15,25 24 32,0-24-17,0 0-15,25-25 16,25 0-16,0 0 15,0 0-15,-1 0 16,51 0-16,-75 0 16,0 0-16,50 0 15,-51 0 48</inkml:trace>
  <inkml:trace contextRef="#ctx0" brushRef="#br0" timeOffset="9600.73">25774 15639 0,'0'99'0,"0"-198"0,0 248 16,0-99-1,0 25-15,0-1 16,24-24-16,1-25 15,-25 0-15,25 0 0,0-25 16,-25 25 0,25-25-1,0 0-15,0 0 16,0 0 0,0 0-16,0 0 15</inkml:trace>
  <inkml:trace contextRef="#ctx0" brushRef="#br0" timeOffset="9899.78">26346 15265 0,'0'0'0,"25"0"0,0 0 16,50 0-1,-50 0-15,24 0 16,26 0-16,-50 0 16,50-25-16,-25 25 15,-25 0-15,-1 0 16,1-49-16,0 49 31</inkml:trace>
  <inkml:trace contextRef="#ctx0" brushRef="#br0" timeOffset="10218.34">26645 14991 0,'0'0'0,"0"50"0,0-25 15,0 25-15,0 25 16,0-1-16,0-24 15,0-25-15,0 50 16,0-25 0,0-26-16,0 1 47</inkml:trace>
  <inkml:trace contextRef="#ctx0" brushRef="#br0" timeOffset="10587.72">27093 14269 0,'25'0'16,"-25"50"-16,0 25 15,25 24-15,-25-49 16,25 50-16,-25-26 15,50-24 1,-50-25-16,0 0 16,0 0-1</inkml:trace>
  <inkml:trace contextRef="#ctx0" brushRef="#br0" timeOffset="11452.68">27193 14419 0,'25'0'16,"-25"25"-16,0 24 15,0 1-15,0 25 16,25 24-16,0 1 15,-25-25-15,25 24 0,-25-74 16,0 50 0,24-50-16,-24 0 15,0 25 1,25-25 0</inkml:trace>
  <inkml:trace contextRef="#ctx0" brushRef="#br0" timeOffset="12022.67">27068 14468 0,'25'0'16,"25"-24"0,75 24-16,-51-25 15,26 25 1,0-25-16,-1 0 16,-74 25-16,0-25 15,0 25 63,-25 50-78,0 24 16,0 1-16,0 0 16,0 24-16,0-24 15,0 25-15,0-50 16,0 24-16,0 1 15,25-50 1,0 0 0,0 0-16,-1-25 31,1 0-31,25 0 31,0-50-31,0 50 16,-25-50-16,0 25 15,24-49-15,-24 49 16</inkml:trace>
  <inkml:trace contextRef="#ctx0" brushRef="#br0" timeOffset="12572.71">28139 13871 0,'50'50'31,"-50"-25"-15,50 74-16,-25 1 16,0-1-16,-25-49 15,0 25-15,0 0 16,0 49-1,0 1-15,0-1 16,0 1-16,0-1 0,0 1 16,0-1-16,-25 26 15,0-1-15,0 0 16,-25 1 0,25-51-16,-25-24 15,50-25-15,0-25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23:28.1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20146 9214 0,'0'-25'63,"0"0"-63,0 0 31,-25 1-16,0-1 1,0 25 0,0-25-16,25 0 15,-25 25 1,0-25-16,0 0 16,0 25-1,1-25-15,-1 25 16,0-25-1,0 0 1,0 25 0,25-25-16,-25 25 15,25-24-15,-25 24 16,0-25 0,0 25-1,-24 0-15,24-25 0,25 0 16,-50 0-1,25 0 1,0 25 0,0-25-1,0 25-15,0 0 16,0 0-16,1-25 16,-1 25-16,0 0 15,0-25-15,-25 25 16,25 0-16,-25 0 15,25 0-15,-24 0 16,-1 0-16,25 0 16,-25 0-16,-25 0 15,50 0-15,-24 0 16,-1 0-16,25 0 16,0 0-16,0 0 15,-25 0 1,25 0-16,1 0 15,-1 0 1,0 0-16,0 0 16,-25 0-1,25 0 1,0 0 0,0 0-1,0 0 16,1 0 1,-1 0-1,0 0-31,0 0 16,0 0-1,0 25-15,0-25 16,0 25-1,0-25 1,-24 0-16,24 25 16,0-25-16,0 25 15,0 0 17,0-25-17,0 25 16,0-25 1,25 25-32,-25-25 15,0 25 1,1-1 15,-1 1 0,0 0-31,0 0 32,0 0-1,0-25-15,25 25-1,-25-25 1,0 0-1,-25 0 17,50 25-17,-25-25-15,25 25 16,-24-25-16,-1 25 16,0-25-16,0 25 0,0-25 15,25 24-15,-25-24 31,0 25-31,25 0 32,0 0-17,-25-25 17,25 25-17,0 0 1,0 0-16,0 0 15,0 0-15,0 24 16,0-24-16,0 0 16,0 0-16,0 0 15,0 0-15,0 0 16,25 0 0,-25 25-1,0-26-15,25-24 16,-25 25-16,0 0 15,25 0 1,0 50 0,25-25-1,-50-25 1,25 0 0,-1-1 15,1 1-31,0-25 15,0 25-15,-25 0 16,25-25 0,25 50-16,-25-25 0,25-25 15,24 25 1,-49 0-16,25-25 0,0 25 16,0-25-16,24 24 15,1 1 1,50-25-16,-101 0 15,51 0-15,25 0 16,-26 0-16,1 0 16,25 0-16,-26 0 15,1 0-15,0 0 16,-25 0-16,24 0 16,1 0-16,-25 0 15,0 0-15,49 0 16,-24 0-16,0-25 15,-25 25-15,24-49 16,-24 24-16,25 0 16,-1-25-16,-49 25 15,0 0 1,0-25-16,-25 26 16,25-51-16,-25 25 15,25 25-15,-25-25 16,0 0-16,0 26 0,0-26 15,0 0 1,0 0-16,0 0 16,0 25-16,0-49 15</inkml:trace>
  <inkml:trace contextRef="#ctx0" brushRef="#br0" timeOffset="1517.67">18826 10335 0,'0'50'47,"0"-1"-32,-25 26-15,25-50 16,0 75-16,0-1 15,0-24 1,0 24-16,0-49 16,0 0-16,0 25 15,0-25-15,0-1 16,0-24-16,0 0 0,0 0 16,0 0-1,0 0-15,0 0 47</inkml:trace>
  <inkml:trace contextRef="#ctx0" brushRef="#br0" timeOffset="2187.55">18527 11231 0,'0'25'47,"50"-25"-47,-25 50 0,-25 0 31,50-25-31,-26 0 16,1-25 0,0 49-16,0-49 125,-25-49-110,25 24-15,0 25 16,0-25-16,0 0 15,49 0 1,-49 25 0,-25-25-16,50 0 15,-25 25 17,-25-25-32,25 25 15</inkml:trace>
  <inkml:trace contextRef="#ctx0" brushRef="#br0" timeOffset="6062.06">19374 11679 0,'50'0'125,"-26"25"-125,1 0 15,0 0-15,0 0 16,-25 0-16,25 0 16,0 0-16,0 0 15,25 24 1,-25-49-1,-25 25 1,0 0 0,24 0-16,-24 25 15,25-25 1,-25 0 0,0 0-16,0 0 0,25-1 31,-25 1-16,0 25-15,0-25 16,0 0-16,0 0 16,0 0-16,0 0 15,0 0-15,0 0 16,0-1 0,-25 1-16,0 0 15,1-25 1,-1 25-16,0-25 15,25 25-15,-25-25 16,0 25 0,0-25-1,0 0 1,0 0 0,0 0 46,0 0-46,1 0-1,-1 0 1,0 0-16,0-25 31,0 0-15,0 0 15,0 0-15,0 25-1,0-25 1,25 1 46,-25-1-62,25 0 32,0 0-17,0 0 32,0 0-31,0 0-1,0 0-15,0 0 32,25 0-17,0 25 1,0-25-16,0 25 16,0 0-16,0 0 15,0 0 16,0 0-15,0 0 62,-1 0-62,1 0-1,0 0-15,0 0 16,0 0 15,0 0-31,0 0 0,0 0 32</inkml:trace>
  <inkml:trace contextRef="#ctx0" brushRef="#br0" timeOffset="8553.94">19946 11754 0,'0'25'63,"0"0"-63,0 25 16,25 24-1,-25-24-15,25 25 0,-25-50 16,0 50-16,0-26 15,0 26-15,0-50 16,25 50 0,-25-25-1,0-26-15,0 1 16,0 0-16,0 0 16,0 0-16,0 0 15,0-50 110,0 0-109,0-25-16,0 1 15,0 24 1,0 0-16,0 0 31,25 25 1,0 0-17,0 0-15,0 0 16,0 0-1,24 0-15,-24 0 32,-25 25-32,25-25 15,0 0 1,0 25 0,25 24-16,0-24 15,0 0 16,-50 0-15,24-25 15,1 0-31,0 0 16,0 0 0,0 0-16,0 0 15,0 0-15,25-25 16,-25 0-16,-25 0 15,24 1-15,26-1 16,-25 25-16,-25-25 16,25 0-1,-25 0 1</inkml:trace>
  <inkml:trace contextRef="#ctx0" brushRef="#br0" timeOffset="164135.9">23134 3337 0,'-25'-25'125,"25"50"-94,0 0-15,0 25-16,0-25 16,0 0-16,0 0 15,0 25-15,25-26 16,-25 26-16,0-25 15,0 25-15,25-25 16,-25 25-16,0-1 16,25-24-1,-25 25 1,0-25 0,25 0-1,-25 0 1,0 0-1,0 0 32</inkml:trace>
  <inkml:trace contextRef="#ctx0" brushRef="#br0" timeOffset="166719.17">23084 3711 0,'-25'0'0,"0"0"32,0 0-17,1 0 1,-1 0 0,-25 0-1,25 25 1,0 0-16,25 0 15,0-1 1,-25-24-16,25 25 16,0 0-1,0 0 1,0 25 0,25-25 15,0 0-16,0 0 1,25-25 0,-25 0-16,-1 0 15,1 25-15,0-25 16,0 0-16,25 0 16,-25 0-1,0 0 1,0 0-16,-25-25 15,25 0 1,-1 0-16,-24 0 16,25 25-16,-25-25 15,25 0-15,-25-25 16,0 25 0,0 1-1</inkml:trace>
  <inkml:trace contextRef="#ctx0" brushRef="#br0" timeOffset="167601.67">23408 3935 0,'25'0'62,"0"0"-46,0 0-16,24-25 16,-24-50-1,0 50 1,-25 1-16,0-1 16,25 0-16,-25 0 0,25 0 15,-25 0 1,0 0-16,0 0 31,0 0-31,-25 25 31,-25 0-15,25 0 0,0 0-1,1 0 1,-26 25-16,50 0 15,0 0 1,0 50-16,-25-25 0,25-26 16,0 51-16,0-50 15,0 0-15,0 25 16,0-25-16,0 0 16,25-1 15,0 1-31,0-25 15,24 0 1,-24 0 0,25 0-16,-25 0 15,0 0-15,25 0 16,-25 0-16,24 0 16,-24 0-16,0-25 15,0 25-15,-25-24 16,25-1-1,-25 0 1</inkml:trace>
  <inkml:trace contextRef="#ctx0" brushRef="#br0" timeOffset="168086.1">24130 3213 0,'0'25'31,"0"24"-31,0 26 16,0-50-16,25 75 15,-25-50-15,25 24 16,-25-24 0,0 25-16,0-50 15,0 0-15,0-1 16,0 51-16,0-50 0,0 25 15,0-25 1,0 25-16,25-26 16,-25 1-1,0 0 48</inkml:trace>
  <inkml:trace contextRef="#ctx0" brushRef="#br0" timeOffset="168413.12">23981 3711 0,'24'0'47,"1"0"-47,25 0 16,0 0-16,-25 0 15,25 0 1,-25 0 0</inkml:trace>
  <inkml:trace contextRef="#ctx0" brushRef="#br0" timeOffset="169071.03">24852 3263 0,'-25'24'94,"0"-24"-79,25 25-15,-49 25 16,49-25-16,-25 50 15,25-25-15,0 24 16,-50-24-16,50 75 16,0-76-1,0 1-15,0 25 16,0-25-16,25 24 16,25 1-16,-1-50 15,-24 50-15,0-50 16,-25 0-1,25-1-15,0 1 32,0-25-32,-25 25 15,25-25 63</inkml:trace>
  <inkml:trace contextRef="#ctx0" brushRef="#br0" timeOffset="169569.54">25300 3312 0,'25'25'31,"-25"75"-15,0-50-16,25 24 15,-25-24-15,25 50 16,-25-1-16,0-49 16,0 0-16,0 0 0,0 49 15,50-74 1,-50 0-1,0 0-15,0 0 16,-25-75 78</inkml:trace>
  <inkml:trace contextRef="#ctx0" brushRef="#br0" timeOffset="170019.93">25325 3213 0,'0'-25'62,"25"25"-46,50 0-16,0 0 0,-26 0 16,26 0-1,25 0-15,-75 0 16,24 0-16,-24 0 0,25 0 16,-25 0-1,-25 25-15,25-25 16,0 0-16,-25 25 15,25-25 48</inkml:trace>
  <inkml:trace contextRef="#ctx0" brushRef="#br0" timeOffset="170447.97">25475 3835 0,'50'0'15,"-26"0"1,26 0-1,0 0 1,0 0-16,0-25 0,-25 25 16,24-24-1,-24 24-15,25 0 0,0-25 16,-50 0 15,0 0 0</inkml:trace>
  <inkml:trace contextRef="#ctx0" brushRef="#br0" timeOffset="170902.16">26421 3014 0,'25'0'15,"0"0"-15,0 0 16,24 0-16,-24 49 15,0-24-15,50 50 16,-50 25-16,-25-51 16,25 51-16,0 25 15,0-51-15,-25 26 16,0-25-16,0-26 16,0 51-16,0-50 15,0-25-15,0 49 16,0-49-1,0 25-15,-25-25 0,0 0 16,-25-25 0,25 0 15,0 0-31,0 0 16</inkml:trace>
  <inkml:trace contextRef="#ctx0" brushRef="#br0" timeOffset="189399.78">27367 3063 0,'0'25'47,"0"0"-32,0 0-15,0 0 16,0 50-16,0-26 15,0-24-15,0 0 16,0 0-16,0 0 16,0 0-1,0 0-15,0 0 16,0 0-16</inkml:trace>
  <inkml:trace contextRef="#ctx0" brushRef="#br0" timeOffset="189743.96">27417 4059 0,'25'0'94,"0"0"-94</inkml:trace>
  <inkml:trace contextRef="#ctx0" brushRef="#br0" timeOffset="190585.2">27865 3512 0,'25'0'125,"0"0"-109,0 0-16,0 0 15,0 0-15,25 0 16,-1 0-16</inkml:trace>
  <inkml:trace contextRef="#ctx0" brushRef="#br0" timeOffset="191312.02">27293 3437 0,'24'0'46,"1"0"-30,50 0 0,-50 0-16,25 0 15,24 0-15,1 0 0,-25 0 16,25 0-16,24 0 16,-24 0-16,-25 0 15,-25 0 1,0 0-16,0 0 15</inkml:trace>
  <inkml:trace contextRef="#ctx0" brushRef="#br0" timeOffset="191760.89">27417 3810 0,'50'0'31,"-25"0"-31,49 0 16,1 0-16,-50 0 16,75 0-1,-1 0-15,1 0 16,0 0-16,24 0 15,-74 0-15,-25 0 16,0 0-16</inkml:trace>
  <inkml:trace contextRef="#ctx0" brushRef="#br0" timeOffset="192359.96">29335 3287 0,'0'0'0,"0"-74"31,0 49-31,-25 0 16,-25 0-16,25 25 16,25-25-16,-50 25 15,25 0 1,-25 0-16,25 0 15,-24 0-15,24 0 16,-50 0-16,25 75 16,0 24-16,26-49 15,-1 75-15,25-26 16,0 1 0,0-25-16,0-25 15,25 24-15,24 26 16,1-100-16,0 0 15,0 25-15,0-25 16,24 0 0,1 0-16,0 0 15,24 0-15,1-50 16,-25-50-16,-75 26 16,25 49-16,-25-100 15,0 51-15,0 24 16,0-25-16,-25 25 15,0-25-15,-50 26 16,50-26 0,-25 50-16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33:26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23483 12925 0,'0'24'31,"49"-24"0,-24-99-15,0-1-16,-25 50 16,25-49-1,0-26-15,0-24 16,50 49-16,-1-24 0,-24-1 16,0 26-1,0 49-15,-1 0 0,-49 25 16,-49 25 78</inkml:trace>
  <inkml:trace contextRef="#ctx0" brushRef="#br0" timeOffset="714.59">23408 12427 0,'0'24'47,"0"26"-31,25-25-16,-25 0 16,25 25-16,0-50 15,-25 50-15,24 24 16,1-49 15,0 0-15,0 0-1,0-25 79,25 0-94,-25 0 16,25 0-16,24-25 15,-24-50-15,-25 26 16,25-1 0,0-25-16,-50 50 15,24 0-15,-24 0 16,25 25-16,-25-24 15,0-1-15,25 25 47</inkml:trace>
  <inkml:trace contextRef="#ctx0" brushRef="#br0" timeOffset="1536.16">24105 10335 0,'50'50'16,"-25"-1"-16,0 51 16,25-50-16,-1 0 15,-49-1 1,25 1-16,-25 0 16,25 25-16,-25-50 0,0 74 15,0-24 1,0-25-16,0 0 0,0-1 15,0-24 1,0 50-16,0-50 16,0 0-16,-25-25 15,0 25-15,0 0 16,1-25-16,-1 0 16,0 0-1,0 0 1,-25 0 15,25-25-31,-25-75 0,50 75 16,0-25-16,0 25 15,0-24-15,0-1 16,0 0-16,0 0 16,25 25-1,0 0-15,-25 0 16,25 1-16,0-1 15</inkml:trace>
  <inkml:trace contextRef="#ctx0" brushRef="#br0" timeOffset="2595.8">24479 10310 0,'49'0'15,"-49"25"1,0 0 0,0 24-16,0 1 15,0 50-15,0-1 16,0-24-16,0 0 16,0 24-16,0-74 15,0 25-15,0 0 16,0 0-16,0 25 15,0-26-15,0 1 16,0-25 0,0 0-16,0 0 15,25-25 79,0 0-94,50-50 16,-25 0-1,0 25-15,-1 0 16,-24 1 15,0 24 16,0 0-31,0 0-1,0 0 1,25 24-16,-25-24 16,-25 25-16,24-25 15,1 0 16,0 0-15,25 0-16,-25 0 16,50 0-16,-50-25 15,-1 1-15,26-1 16,-25 0-16,0 0 16,0 0-1,0 25-15,25-50 16,-50 25-16,0 0 15,25 25 1,-25-50-16,0 26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21:41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26023 4732 0,'24'0'16,"1"0"15,0-25-15,-25 0-16,50-25 15,-50-25-15,50 26 16,-50-1-16,50 0 16,-25 25-16,24-74 15,-24 74-15,50-50 16,-75 50-16,25 0 16,0 0-16,0 25 15,-25-25-15,25-24 16</inkml:trace>
  <inkml:trace contextRef="#ctx0" brushRef="#br0" timeOffset="859.99">26147 4408 0,'0'50'31,"0"0"-15,0-1 0,0 1-16,0-25 15,0 0-15,25-25 141,25 0-110,0 0-31,-1 0 16,1 50-16,-25-50 15,0 0 1,0 0 31,0 0-16,25-25-15,-26 0-16,1 0 15</inkml:trace>
  <inkml:trace contextRef="#ctx0" brushRef="#br0" timeOffset="1875.41">26919 3263 0,'-25'0'0,"50"0"0,-100 0 15,1-25-15,24 25 16,0 0-16,25 0 15,0 0-15,-25 0 0,1 25 16,24-25 0,25 24 15,0 1-31,0 0 16,0 0-16,0 0 15,0 0 1,25 25-16,24 0 15,-24-1-15,25 1 32,0 0-32,25-50 0,24 75 15,1-75-15,-50 25 16,74 0 0,-49-25-16,0 0 0,-1 24 15,-24-24 1,-25 25 46,-25 0-46,0 25-16,-50 0 16,-25-25-16,-24 25 15,24-1-15,0-49 16,26 25-16,-1-25 15,25 0 48,25-25-63</inkml:trace>
  <inkml:trace contextRef="#ctx0" brushRef="#br0" timeOffset="3020.52">27566 3113 0,'25'0'31,"0"25"-31,-25 0 0,25 0 16,0 50-1,-25-51 1,25 26-16,-25 0 15,25 0-15,0 25 16,-25-1-16,74 26 16,-74 0-1,0-51-15,25-49 16,-25-25 62,0-24-62,0-1-16,0 0 15,25-25-15,-25 1 16,0 24-16,0 0 16,0 25-16,0 0 15,0 0-15,0-25 16,0 26-1,0-1-15,-25 0 0,0-25 16,25 25-16,-24 0 16,-1 0-1,0 25 110,25 50-109,0 0-16,0 0 16,0 74-16,0-49 15,0 25-15,0 24 16,0-49-16,0-25 15,25-26-15,0 76 16,49-50 0,-49-25-1,0-25-15,25 25 0,-25-25 16,0 0-16,49 0 16,-49 0-16,25 0 15,0 0 1,-25 0-16,25 0 15,24-50-15,-74 25 16,25 0-16,-25 0 16,0 0-16,0-25 15,0 26 1,-50-26-16,26 25 16,-26-25-16</inkml:trace>
  <inkml:trace contextRef="#ctx0" brushRef="#br0" timeOffset="3280.55">28164 3636 0,'50'-25'78,"0"25"-62,-25 0-16,0-25 16,-1 25-16,1-25 15,0-24 17,0-26-32,-25 50 15</inkml:trace>
  <inkml:trace contextRef="#ctx0" brushRef="#br0" timeOffset="3705.31">28438 3088 0,'0'50'47,"0"0"-32,50 25-15,-50 74 16,50-24-16,-25-1 16,-1-24-16,1-1 15,0-24 1,-25-50-16,0 25 0,0-100 94,0 25-79,-50-75 1,26 1-16,-1-1 15,25 25-15,0 26 16,0-1-16</inkml:trace>
  <inkml:trace contextRef="#ctx0" brushRef="#br0" timeOffset="4139.16">28787 2964 0,'0'0'0,"174"99"16,-124-74 0,-25-25-16,0 25 15,-25 0 1,0 0 31,0 50-47,0-26 15,0-24-15,0 25 16,0 0-16,0 25 16,0-1-16,-25-24 15,0 0-15,0 0 16,0 25-16,25-26 16,-50-24-16,0 0 15,25 0 1,-24-25-16,-1 0 15,50 25-15,-25-25 16,-25 0 15,25 0-15,0 0-16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2-04T08:24:35.88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16410 9812 0,'25'0'187,"0"0"-93,0 0-78,0 0-1,0 0 32,0 0-31,0 25 15,0-25-31,0 0 16,-1 0-1,1 0-15,0 0 16,25 0 0,0 0-1,-25 0 1,0 0-1,0 0-15,-1 0 0,1 0 16,0 0-16,0 0 16,25 25-16,0-25 15,-25 0-15,24 0 16,-24 0 0,0 0-16,25 0 15,25 25-15,-50-25 16,24 0-16,1 0 15,-25 0-15,0 0 16,0 0 0,25 0-16,-50 24 15,50-24-15,-26 0 16,1 25 0,0-25-1,50 0-15,-50 0 16,0 0-16,25 0 15,-25 0-15,24 0 16,1 0 0,0 0-16,0 0 0,24 0 15,1 0-15,-25 0 16,25 0-16,-1 0 16,1 0-16,0 0 15,-25 0 1,-1 0-16,26 0 15,-25 0-15,0 0 16,-1 0-16,1 0 16,0 0-1,-25 0 32,0 0-31,0 0-1,0 0 1,0 0 0,0 0-16,-1 0 31,26 0-31,-25 0 16,0 0-1,0 0 1,0 0-16,25 0 15,-1 0 1,1 0-16,-25 0 16,0 0-16,0 0 15,0 0 1,0 0-16,0 0 16,0 0-16,-1-25 46,1 25-30,0-24-16,0 24 16,0-50-16,0 50 15,25 0-15,-50-25 16,50 0-16,-50 0 31,24 0-31,-24 0 16,25 25-1,-25-25-15,25 0 16,-25 0-16,0 1 31,25-26-15,-25 25 0,0 0-1,0 0-15,0 0 16,0 0-16,0 0 15,0 0 1,0 1-16,0-26 16,0 25-1,0 0-15,0 0 0,-25 25 16,25-50 0,-25 25-1,25-24-15,-25-1 16,1 0-1,24 25-15,-50-25 16,25 0 0,0-24-16,-25 24 15,50 25 1,-25 0 0,0 0-1,0 0 1,1 0-16,-1 1 15,-25-1 1,50 0-16,-25 25 16,-25-25-16,25 0 15,-25 25-15,26-25 16,-1 25 0,-50-25-16,50 0 15,-25 25-15,-24 0 0,24 0 16,0-25-1,0 25-15,0 0 16,-49-25-16,24 25 16,25 0-16,-25 0 15,1 0-15,-1 0 16,0 0-16,50 0 16,-24 0-16,-26 0 15,50 0-15,-25 0 16,0 0-16,1 0 15,24 0-15,-75 0 16,75 0 0,0 0-16,-49 0 15,49 0-15,-25 25 0,25-25 16,-25 0-16,0 0 16,-24 0-16,49 0 15,-25 0 1,25 0-16,0 25 15,-25-25-15,25 0 16,1 0 0,-1 0-16,-25 0 15,25 0-15,0 0 16,0 25-16,-50-25 16,26 25-1,24-25-15,-25 0 31,25 25-31,0-25 0,-25 0 16,25 25-16,-24-25 16,24 50-16,0-25 15,0-1 1,0 1 0,0 0-16,0-25 15,0 25-15,0 0 47,25 0-31,-24-25-1,24 25 1,0 0 0,-25-25-16,0 25 31,0 0-16,0-1 1,0 1 0,0-25-16,25 25 15,-25 0-15,0 25 16,0-25 15,25 0-31,-25 0 16,25 0-1,0-1 1,0 1-16,0 50 16,-24-50-16,24 0 15,0 0-15,0 0 16,0 0-16,0-1 16,0 51-16,0-25 15,0-25-15,0 0 16,0 49-16,0-24 15,0-25-15,0 0 16,0 0-16,0 0 31,24-25 204</inkml:trace>
  <inkml:trace contextRef="#ctx0" brushRef="#br0" timeOffset="3685.89">20195 11555 0,'0'-50'31,"0"0"-31,0 25 16,0 1-16,0-1 15,0-25-15,0 25 16,0 0-16,-24 0 15,24 0-15,-25-25 16,0 26-16,0-1 16,0 0-1,0 0-15,-25 25 16,25-50-16,-24 25 16,24-25-16,-25 25 15,-25 25-15,25-49 16,25 49-1,-49-50-15,24 25 16,-25 0-16,25 25 16,-24-75-16,-1 75 0,25-50 15,25 50-15,-49 0 16,49 0 0,0 0-16,-50-24 15,50-1-15,-25 25 16,25 0-16,-24 0 15,-1 0-15,0 0 16,25 0-16,0 0 16,0 0-16,0 0 15,1 0-15,-1 0 16,-50 0 0,50 0-16,0 0 15,0 0 1,0 0-16,0 25 15,1-25 1,-1 0 0,-25 0-1,25 0-15,0 24 16,0-24-16,0 0 0,-25 0 16,26 25-16,-26-25 15,50 25 1,-25-25-16,0 0 15,0 0-15,0 0 16,0 0 0,0 25-1,-24 0 1,24-25 0,0 0-16,25 25 15,-25-25 1,0 25-16,25 0 0,-25-25 15,25 25-15,-25 0 16,25-1 0,-25-24-16,0 25 15,0 0 1,0-25-16,1 50 16,24-25-16,0 0 15,-25-25-15,0 25 16,25 0-1,0 0-15,-25-25 16,0 25 0,0-1-16,0 1 31,0 0-31,0 0 16,0-25-1,1 25 1,24 0 15,-25 0-31,0-25 31,25 25-15,0 0 0,-25 0-1,25-1 1,-25 1 15,0 0-31,25 0 16,0 0-1,0 0 1,-25-25-16,25 25 16,-25 0-1,25 0 1,0 0-16,-25-1 15,25 1-15,0 0 16,0 0 15,0 0-15,0 0 0,0 0-1,0 0 1,0 0-16,0 0 15,0 24 1,0-24 15,0 0-31,0 0 0,0 0 16,0 0 0,0 0-16,0 25 15,0-26-15,0 26 31,0-25-15,0 0-16,0 0 16,0 0-1,0 25 1,25-50 0,-25 25-16,25 0 15,0-1 1,-25 1-16,25-25 15,-25 25-15,25-25 16,-25 25-16,25 0 16,0 0-16,0 0 15,99 0 1,-99 0 0,0-25-16,0 25 15,25-25-15,-1 24 16,1-24-1,-25 0-15,25 0 0,0 0 16,-25 25 0,49-25-16,-24 0 15,0 0 1,-25 0-16,25 25 16,-25-25-16,49 0 15,-24 25-15,-25-25 16,25 0-16,-25 0 15,74 0-15,-74 0 16,25 0-16,0 0 16,0 0-16,24 0 15,-49 0-15,50 0 16,-50 0-16,74 0 16,-24 0-16,-25 0 15,25 0 1,-50 0-16,24 0 15,26 0-15,-25 0 0,-25 0 16,0 0 0,24 0-16,26 0 0,-50 0 15,0 0 1,25 0-16,-25 0 16,0 0-16,24 0 15,1-25-15,-25 25 16,25-25-16,0 25 15,24 0 1,-74-25-16,25 25 16,-25-24-16,0-1 15,25-25 1,0 25-16,-25 0 16,0-25-16,25 50 0,-25-25 15,25 0-15,-25 1 16,0-1 15,0 0-15,0 0-1,0 0-15,0-25 16,0 0-16,0 25 16,0-49-16,0 49 15,0 0-15,0 0 16,25 25-16,-25-25 15,0 0-15,0-25 16,0 25 0,0 1-1,0-1 32,0 0-31,0 0-16,0 0 31,0 0-31,0-25 16,0 0-1,0 26 1,0-1-16,-25-25 16,25 25-1,-25 0 1,25-25-16,0 25 15,0 0-15,-25 1 16,25-1-16,-25 0 16,25 0 15</inkml:trace>
  <inkml:trace contextRef="#ctx0" brushRef="#br0" timeOffset="7337.64">17780 12676 0,'0'24'109,"0"26"-109,-50-25 16,50 0-1,-25 25-15,25-25 0,-25 0 32,0 0-32,1-25 15,24 24-15,-25-24 16,0 25 0,25 0-16,-25 0 15,0 0-15,-25 0 16,0 25-16,25-50 15,-24 25-15,24 24 16,0-49-16,0 25 16,0 0-16,-25 0 15,25 0 1,25 0-16,-25-25 16,25 25-16,-24 0 15,-1-25-15,0 25 16,-25 0-16,25 24 15,-25-24 1,25 0 0,0 0-1,1-25-15,-1 25 16,0-25-16,0 25 0,0-25 16,0 25-16,0-25 31</inkml:trace>
  <inkml:trace contextRef="#ctx0" brushRef="#br0" timeOffset="8130.92">16535 13348 0,'0'25'16,"0"0"-1,0 0-15,0 24 16,0-24-16,0 0 15,-25-25 1,25 25-16,0 0 31,0 0-31,0 0 32,0 0-32,0 0 15,0 0-15,-25-1 16,25 1 93,25-25-78,25 0-15,0 0-16,-1 0 16,51 0-16,-75 0 15,0 0-15,50 0 16,24 0-16,-49 0 16,25 0-16,-50 0 15,-1 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2-04T08:25:51.87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6524 8641 0,'0'-24'16,"-25"24"-1,25-25-15,-24 0 32,-1-25-1,0 25-15,0 0-16,0-25 15,0 50-15,0-25 16,0 0-16,0 1 15,0-1 1,0 0-16,1 25 16,-1 0-16,0-25 15,25 0-15,-50 25 16,0-25 0,0 0-1,1 25 1,49-25-16,-50 25 15,25 0-15,0 0 16,-25 0 0,25 0-1,0 0-15,0 0 16,1-25-16,-26 25 16,0 0-16,0 0 15,25 0-15,-25 0 16,1 0-16,24 0 15,0 0-15,0 0 16,0 0 0,0 0-16,0 0 0,-49 0 15,24 0 1,25 0 0,0 0-16,-25 0 15,25 0 1,-50 0-16,51 0 15,-26 0-15,25 25 16,0 0-16,0-25 16,0 0-1,-25 0-15,1 25 16,24-25-16,25 25 16,-50-25-1,25 25-15,0 0 16,0 0-16,-25 0 15,25-1-15,1 1 16,-1 0-16,0 0 16,0 25-1,25-25 1,-25 0-16,25 0 16,0 0-16,-25 0 15,25 24 1,-25 1-16,25-25 15,-25 25 1,25-25-16,0 25 16,0-1-16,0 1 15,0 25-15,0-50 16,0 0-16,0 0 16,0-1-16,0 26 15,0-25-15,0 25 16,0-25-16,0 25 15,0-1-15,-50 26 16,50 0-16,0-50 16,-24 25-16,24-26 15,0 26-15,0 0 16,-25-25-16,25 25 16,0 0-1,-25-1-15,25 1 16,0 0-16,0 25 15,0-50-15,-25 49 16,0-24-16,25 0 16,0 0-16,0-25 15,-25 0-15,25 24 16,-50 1-16,50-25 16,0 25-16,0 25 15,0-26-15,-25 26 16,25-50-16,0 25 15,0 24-15,0-24 16,0-25-16,0 25 16,0 0-1,0-25-15,0 49 0,0-24 16,0 0-16,0-25 16,0 25-16,25 24 15,-25-49-15,25 25 16,-25 0-1,0 0-15,25 24 16,-25-24-16,0-25 16,25 25-16,-25-25 15,25 50-15,-25-51 16,0 1-16,0 0 16,25 25-16,-25-25 15,0 25 1,0 0-16,25-26 15,0 1-15,-25 0 16,24 0-16,1 25 16,0 0-1,0-25-15,-25 0 16,0 0 0,50-1-16,-25 1 15,0 0 1,0 0-1,0-25-15,24 25 0,1 0 16,-25 0 0,0-25-16,25 25 15,0-25-15,49 25 16,-49 0-16,0-25 16,-25 0-16,99 49 15,-99-49-15,50 0 16,-50 0-16,25 0 15,-26 25-15,1-25 16,0 0 0,0 0-16,0 0 0,0 0 15,0 0-15,0 0 16,25 0 0,-26 0-16,1 0 0,0 0 15,25 0 1,0 0-1,-25 0-15,25 0 16,-26 0-16,1-25 16,0 25-16,0 0 15,0 0-15,0 0 16,0 0-16,0 0 16,-25-25-16,25 25 15,0-24 1,-1 24-16,-24-25 15,25 25-15,0-50 16,0 25 0,0 25-16,0-25 15,0 0 1,0 25-16,25-25 16,-26 25-16,1-25 15,0-24-15,0 24 16,0 0-16,25 0 15,-25 25 1,-25-25-16,25 25 16,0-25-16,-25 0 15,0 0 1,49-25-16,-49 1 16,0 24-1,25 0-15,-25 0 16,0 0-1,0 0 1,0-25-16,0 25 16,0 0-16,0 1 0,0-1 15,0 0-15,0 0 16,0 0-16,0 0 16,0-25-1,0 25-15,0 0 16,0 1-16,0-1 15,0 0-15,0-50 16,0 25-16,0 25 16,0 0-16,0-24 15,0 24-15,0-25 16,0 0-16,0 0 16,0 1-16,0 24 15,0 0-15,0-50 16,0 50-16,0 0 15,0-25-15,0 1 16,0-1 0,0 0-1,0 0-15,0 0 16,0-24-16,0 24 0,0-25 16,0 25-1,0 1-15,0-26 16,0 25-16,0 0 15,0 0-15,0 26 16,0-51-16,25 25 16,0 25-16,-25 0 15,0-25-15,0 26 16,25-26 0,-25 25-16,25 0 15,-25 0-15,0 0 31,0 0-31,0 0 16,0 0-16,25 25 0,-25-25 16,0 1-16,0-1 15,0 0 1,0 0 0,0-25-16,0 25 15,0-25 1,0 25-1,0 1 1,0-26-16,0 25 16,0 0-16,0 0 15,0-25-15,0 25 16,0 0-16,-25 1 16,25-1-16,0 0 15,-25 0 1,25 0-1,0 0-15,-25 0 16,25 0 0,0 0-1,-25 25 1,25-25-16,-25 1 16,0-1 15,1-25 0,-1 25-15,0 0-16,0 25 15,25-25 1,0 0 0,-50 25-1,50-25-15,-25 0 250,-25 1-234,25-1-16,0 0 15,1 0 1,24 0 0,-25 25-16,-25-25 15,25 25-15,0 0 0,25-25 16,-25 25-16,0-25 16,0 25 15,0 0-16,25-25-15</inkml:trace>
  <inkml:trace contextRef="#ctx0" brushRef="#br0" timeOffset="44667.33">9861 9239 0,'-25'-25'16,"0"25"-16,25-25 15,0 0-15,0 0 16,-25 1 0,1-1-16,24 0 15,0 0-15,-50-25 16,25 0-1,25 25-15,-25 0 16,25 1-16,-25-1 16,25 0-1,-25-25-15,0 25 16,0 0-16,25 0 0,-25 0 16,-24-24-16,-1 24 15,25 25-15,0-50 16,0 50-1,0-50-15,0 50 16,-24-25-16,-1 0 16,0 0-16,-25 0 15,50 25-15,-24-49 16,-26 49-16,50 0 16,-50-50-16,25 50 15,25-25-15,-49 25 16,49 0-16,-25-25 15,25 25-15,0 0 16,-25 0-16,1-25 16,24 25-16,-25 0 15,25 0-15,-25 0 16,0 0 0,1 0-16,-1 0 15,0 0-15,25 0 16,0 0-16,0 0 0,-49 0 15,49 0 1,0 0-16,-25 0 16,25 0-16,0 0 15,0 0-15,-24 0 16,-1 0-16,25 25 16,-25 0-16,25-25 15,-25 25 1,0 0-16,26-25 15,-1 25-15,0 24 16,-25-24 0,25 0-1,25 0-15,-25 0 16,0 25 0,0-25-16,25 25 15,-25-1 1,1 26-16,24-25 15,-25 25-15,25-26 16,0-24-16,-25 25 16,0 0-16,25-25 15,-25 25-15,25-26 16,0 26-16,0 25 16,-75 0-16,50-50 15,0 74-15,1-74 16,24 50-16,0-25 15,0 49-15,0-24 16,-50 49-16,50-99 16,-25 75-16,0 0 15,25-26 1,0-24-16,-25 0 16,25 25-16,-25-26 15,25 1-15,0 25 0,0 24 16,0-74-1,0 75-15,0-50 16,-25 0-16,25-1 16,0-24-16,0 0 15,0 0-15,0 25 16,0 25 0,0-50-16,0 24 15,0 1-15,0 25 16,0-25-16,0-1 15,0 1 1,0-25-16,0 0 16,0 0-16,0 75 0,0-76 15,0 1 1,25 25 0,-25-25-1,25 25 1,-25-25-1,25-25-15,-25 25 16,0 0-16,25-25 16,-25 24-16,50 1 15,-25 0-15,-1 0 16,-24 0 0,25 0-16,25 25 15,-25-25-15,0 0 16,0-25-16,0 24 15,0 1 1,24 0-16,-49 0 16,25 0-1,0-25-15,-25 25 16,25-25-16,0 25 16,0-25-16,25 25 15,-25-25 1,-25 25-1,25-25 1,24 25 0,-24-25-1,25 25 1,0-25 0,0 0-1,-25 0-15,0 24 16,-1-24-1,1 0-15,25 0 16,-25 0 0,0 0-16,0 0 0,25 0 15,-1 0-15,-24 0 16,0 0 0,25 0-16,-25 0 15,0 0 1,25 0-1,-25 0 1,49 0-16,-49 0 16,0 0-1,0 0-15,0 0 16,25 0 0,24 0-1,-49 0-15,50-24 16,-25 24-1,0 0-15,24-25 16,-24 0 0,25 25-16,-25-25 15,-25 25-15,-1 0 16,1-25-16,0 0 16,0 25-16,-25-25 0,50 0 15,-25 0 1,0-25-1,0 26 1,0-1-16,-25-25 16,49 25-16,-49-50 15,25 25-15,25 1 16,0-51-16,-25 75 16,25-74-16,-26 74 15,1-75 1,25 50-16,25-49 0,-50 24 15,-25 50-15,50-50 16,-50 26-16,49-26 16,-49 50-16,25 0 15,-25-25 1,0 25-16,0-25 16,0 26-16,0-26 15,0 25-15,25-25 16,0 25-16,-25 0 15,0-25-15,0 26 16,0-26-16,0 25 16,0-25-1,0 25 1,0 0-16,0 0 0,0 0 16,0 1-16,0-1 15,0 0-15,0 0 16,0 0-16,0 0 15,0-25 1,0 25-16,0 0 16,0 1-16,0-1 0,0 0 15,0 0 1,0 0-16,0-25 0,0 25 16,0 0-1,0-24-15,0-1 16,0 25-16,0 0 15,0 0-15,0-25 16,0 25 0,0-25-1,0 26 1,0-26 0,0 25-1,0 0-15,0 0 0,-25-50 31,25 50-15,-25 1 31,25-1-47,0 0 16,0 0-1,-25 0-15,0 25 31,25-25-31,0 0 32,0 0-32,0 0 31,-24 0-15,-26 1 62,50-1-63,-25 25 32,25-25 16,0 0 93,-25-25-156,0 25 16,25 0-1,-25 0 1,25 0-1,-25 1 1,0 24 15,0-25 63</inkml:trace>
  <inkml:trace contextRef="#ctx0" brushRef="#br0" timeOffset="48572.06">14319 8915 0,'0'-25'31,"0"1"-31,0-1 63,0 0-48,-25 25 1,25-25-16,-50-25 15,25 25 1,0 0-16,0 0 16,0 0-1,0 1-15,-24 24 16,49-25 0,-25 25-16,-50-50 15,25 25-15,25 0 16,-49 0-16,24 0 15,25 25-15,-50-25 16,25 0 0,1 25-16,-1-25 15,25 1-15,0 24 16,-25-25-16,25 25 16,-25-25-16,26 25 15,-1-50-15,0 50 16,-25 0-16,25 0 15,0 0-15,-74-25 16,74 25-16,0 0 16,-25-25-16,25 25 15,0 0-15,0-25 16,-49 25-16,49 0 16,-25 0-16,0 0 15,25 0 1,0 0-16,-50 0 15,26 0-15,24 0 16,0 0-16,0 0 0,-25 0 16,0 0-1,25 0-15,1 0 16,-26 25 0,25 0-16,-25-25 15,25 25 1,0 25-16,-25-50 15,26 25-15,-1 0 16,25-1-16,-25 1 16,-25 0-16,25 0 15,0 25 1,-25 0-16,50 0 16,-25-50-16,1 49 15,-1 1-15,0 50 16,25-75-16,-25 0 15,0 49 1,0 1-16,-25 0 16,50-25-16,-50 24 15,50-24-15,0 0 16,-24 74-16,-1-74 16,25 0-16,0 50 15,-50-51-15,50 26 16,0-25-16,0 25 15,-25-50-15,25-1 16,0 1-16,0 25 16,0-25-16,0 25 15,0 0 1,0-1-16,0-24 16,0 50-1,0-25-15,0 25 16,0-1-16,0-24 15,0-25-15,0 25 0,0 0 16,0-1-16,0 1 16,0 25-1,0-25-15,0 24 16,0-24-16,0 0 16,0 0-16,0 25 15,0-1-15,25-24 16,-25 25-16,0-50 15,0 0-15,25 74 16,-25-74-16,0 25 16,0-25-1,0 25-15,0-26 16,0 51 0,0-25-16,0-25 15,0 50-15,25-1 16,0-49-1,-1 25-15,-24-25 16,0 0 0,25 25-16,0 24 15,-25-49-15,0 0 16,0 0 0,25 25-16,-25 0 15,0-1-15,25 1 16,-25-25-16,0 0 15,25 0-15,-25 0 16,0 0 0,25 25-1,-25-26 1,25-24 0,-25 25-16,25 0 15,0 0-15,-1-25 16,1 25-16,-25 0 15,25-25-15,0 25 0,25 25 16,-25-50 0,0 0-16,0 0 15,0 25-15,-1-1 16,1-24 0,0 25-16,0-25 15,0 0 1,0 0-16,25 25 15,-25-25-15,0 0 16,-1 0 0,1 0-16,0 0 0,0 0 15,0 0-15,25 0 16,0 0-16,-25 0 16,24 0-16,26 0 15,25 0 1,-50 0-16,24 0 15,-24 0-15,0 0 16,-25 0-16,49 0 16,1 0-16,-25 0 15,0 0-15,0 0 16,-1 0-16,26 0 16,-25 0-16,0 0 15,-1 0 1,-24 0-16,25 0 0,0 0 15,0 0-15,-25 0 16,24-25-16,26 25 16,-50 0-16,0 0 15,0-25 1,0 25-16,0 0 16,0-24-16,0 24 15,-1-25-15,1 25 16,0-25-16,0 0 0,-25 0 15,25 0 1,0 0-16,-25-25 16,50 1-16,-50-1 15,25 25-15,-25 0 16,49-25-16,-24 25 16,-25 0-16,0-24 15,25-1-15,-25 0 16,50 0-16,-50 0 15,50-24 1,-50 24-16,25 0 0,0 0 16,0-49-16,-25 49 15,24 0-15,-24-25 16,25 25-16,-25-24 16,25 24-1,0-25-15,-25 25 16,0-24-16,0-1 15,0 25-15,0 0 16,0-24-16,0 24 0,0 0 16,0 25-1,0 0-15,0 0 16,0-49-16,0 49 16,0 0-16,0-25 15,0 25-15,0 0 16,0 0-16,0 0 15,-25-24-15,25 24 16,0 0 0,0 0-1,0 0-15,0 0 16,-25-25-16,25 25 16,0 1-16,0-1 15,0-25 1,0 25-1,0 0-15,0-25 16,0 25 0,-25-24-1,25 24 1,0-25 0,0 25-16,0 0 15,0 0 1,0 0-1,0 0-15,0 0 32,0 1 15,0-1-47,0 0 15,-24 25 1,24-50-16,0 25 15,-25 0-15,25 0 16,0 0 0,-25-25-1,25 1 1,-25 49-16,25-25 16,0 0-16,-25 0 15,0-25 1,25 25-1,-25 0-15,0-49 32,25 49-32,-25-25 15,25 25-15,-25 0 16,25 0 0,-24-25-16,24 26 0,0-1 31,-25 0-31,25-25 15,-25 25-15,25 0 16,-25-25 0,25 25-16,-25 1 15,25-1-15,0 0 16,-25 0-16,25 0 16,0 0-1,-25 25-15,25-25 16,0 0-1,-25 0-15,25 0 94</inkml:trace>
  <inkml:trace contextRef="#ctx0" brushRef="#br0" timeOffset="56577.29">22960 1943 0,'-25'0'63,"0"0"-63,-50 0 31,25 25-31,25 24 16,-24 76-16,24-75 0,-25 49 15,50 1 1,0-25-16,-25-1 16,25 51-16,0-25 15,0-51-15,0 51 16,25 0-16,0 74 15,25-25-15,-26-49 16,51 24-16,-50-24 16,0-100-16,-25 25 15,25-25-15</inkml:trace>
  <inkml:trace contextRef="#ctx0" brushRef="#br0" timeOffset="57453">23258 2715 0,'0'50'32,"0"24"-17,0 51-15,0-26 16,0-49-16,0 50 16,0-50-16,0 49 15,0-49-15,0-25 16,0 0-1,0-75 48,0 25-63,0-75 16,0 1-1,0 49-15,0-50 0,25-24 16,50 49-16,-25-24 15,0-1-15,-25 75 16,-1-50 0,26 51-16,-50-1 15,25 25-15,0 0 47,0 0-31,25 25-16,-25-1 15,0 26-15,-25 50 16,0-1-16,0-24 16,0 25-16,0-1 15,0-49-15,24 25 16,1-25-16,-25-1 16,25 1-16,0-25 15,-25 0 1,0 0-16,25-25 15,-25 25-15,25-25 16,0 0 0,0 0-1,0 0 1,0 0 0,-1-25-16,-24 0 15</inkml:trace>
  <inkml:trace contextRef="#ctx0" brushRef="#br0" timeOffset="57876.96">24777 2540 0,'25'0'15,"-25"25"-15,50 0 16,0 50-16,0 0 15,-25-26-15,74 51 16,1 0-16,-50-51 16,24 26-16,26 25 15,-25-1-15,-1-49 16,1 25-16,-25-25 16,25 0-1,-50-50-15,-1 24 16</inkml:trace>
  <inkml:trace contextRef="#ctx0" brushRef="#br0" timeOffset="58325.36">25749 2516 0,'-50'24'0,"0"26"16,-25 0-16,26 25 16,-51 49-16,0-24 15,1-1-15,49 1 16,-25-25-16,-24-1 16,49-24-16,-25 75 15,50-100-15,-74 49 16,49 1-16,50-25 15,-25 25-15,25-50 16,-25-1 0</inkml:trace>
  <inkml:trace contextRef="#ctx0" brushRef="#br0" timeOffset="59381.73">26620 2665 0,'0'25'31,"0"25"-15,0-1-16,0 26 15,0-25 1,0 25-16,0 24 16,0-49-16,0 0 15,25 0-15,-25-1 0,0 1 16,0 0-16,0-25 15,0 0 1,0 0-16,25-25 94,-25-75-63,0 25-31,25-24 0,25-1 16,-25 0-16,-25 25 15,74-49-15,-49 24 16,0 25-16,25-24 16,-25 49-1,0 0-15,-25 0 16,25 25 46,-25 50-46,25 24-16,-1 1 16,-24 0-16,25-25 15,0 49-15,25-49 16,-50 0-16,50-25 15,-50 0-15,25-1 16,25-24 0,-26 0-1,1 0-15,0 0 16,0 0 0,0 0-16,0 0 15,0-49-15,-25 24 0,50-50 16,-50 25-1,0 0-15,49-49 16,-49-1-16,25 1 16</inkml:trace>
  <inkml:trace contextRef="#ctx0" brushRef="#br0" timeOffset="59893.57">27766 1619 0,'49'0'16,"1"50"-16,0 0 15,50 49-15,-1 1 16,-24-25-16,-50-26 16,25 26-16,0 25 15,24 24-15,1 1 16,-25 24-16,0 25 15,-1 1-15,-24 24 16,-25-25 0,0 26-16,0-51 0,0 0 15,-25-24-15,0-1 16,-24-49-16,24-75 16,0 25-16,0-25 78</inkml:trace>
  <inkml:trace contextRef="#ctx0" brushRef="#br0" timeOffset="61523.63">23134 4059 0,'-50'0'47,"25"25"-31,-25-25-16,1 25 15,-1 0-15,0 25 16,-50 0-16,51-50 15,-51 50-15,75-50 16,-25 24-16,0 1 16,1 0-16,-1 0 15,25 0-15,-25 0 16,25-25-16,0 25 16,0-25-16,1 25 15</inkml:trace>
  <inkml:trace contextRef="#ctx0" brushRef="#br0" timeOffset="62325.56">22113 4234 0,'0'0'0,"-50"50"15,50-1 1,-25-24-16,25 0 16,-25 0-16,0 0 15,1 0 1,-1 25 0,0-50-16,25 49 15,-25-24-15,0 0 16,-25 0-1,25 0 1,25 0-16,-25-25 16,25 25 93,50-25-93,25 0-16,0 0 15,-1 0-15,26 0 16,-25 0 0,24 0-16,26 25 0,-51 0 15,1-25-15,-50 0 16,50 0-16,-50 0 15,-1 0 17</inkml:trace>
  <inkml:trace contextRef="#ctx0" brushRef="#br0" timeOffset="65589.85">17631 4084 0,'-25'0'16,"0"0"0,25 25-1,0 50-15,0-25 16,0 0-16,0 49 16,0 26-16,0-26 15,0 1 1,0-25-16,0-1 15,0 1-15,0-50 16</inkml:trace>
  <inkml:trace contextRef="#ctx0" brushRef="#br0" timeOffset="66113.62">17855 4035 0,'0'24'31,"0"1"-31,0 75 16,0 0-16,0-51 16,0 1-1,0 0-15,0 25 16,0 24-16,0-24 0,0-25 15,0 0-15,0-25 16,0-1-16</inkml:trace>
  <inkml:trace contextRef="#ctx0" brushRef="#br0" timeOffset="67349.3">18776 4159 0,'0'-25'63,"0"0"-47,-25 0-1,0 25 1,0-25-16,0 25 15,1 0-15,-1 0 16,0 0 0,0 0-16,0 0 15,0 0-15,0 0 16,0 0-16,-25 25 16,26 0-16,24 25 15,-25-25-15,25 25 16,0-25-16,0 0 15,0 24-15,-25 1 16,25-25-16,0 25 16,0-25-16,0 0 31,0 0-31,0-1 16,0 1-16,0 50 0,25 0 31,-25-50-31,25 0 15,-1-25 1,-24 25 0,50-25-16,0 0 15,0 0 1,-25 0 0,0 0-16,0 0 15,-1 0-15,26 0 16,-25 0-16,0-25 15,0 0-15,0 25 16,0-25-16,-25 0 16,25 0-16,-25 0 15,0 0-15,0 0 16,0-25-16,0 26 16,0-26-1,0 25-15,0 0 16,0-25-16,0 25 15,0 0-15,0 0 16,0 1 0,0-1-1,0 0 1,0 0-16,-25 25 16,25-25-1</inkml:trace>
  <inkml:trace contextRef="#ctx0" brushRef="#br0" timeOffset="67893.41">18353 4483 0,'25'0'47,"24"0"-32,-24 0-15,0 0 16,0 0-16,25 0 15,0 0-15,0 0 16,-1 0-16,1 0 16,-25 0-16,0 0 15,0 0-15,0 0 16,0 0 15</inkml:trace>
  <inkml:trace contextRef="#ctx0" brushRef="#br0" timeOffset="68605.58">19498 4084 0,'-25'0'47,"0"50"-47,25 0 16,0 0-1,0 24-15,0 1 0,0 0 16,0-25-16,0-1 16,0 1-1,0 0-15,0 0 16,0-25-16,0 0 15,0 0-15</inkml:trace>
  <inkml:trace contextRef="#ctx0" brushRef="#br0" timeOffset="69079.92">19797 4059 0,'0'25'15,"0"0"-15,0 0 0,0 75 16,0-50 0,0-1-16,0 51 15,0 0-15,0-51 16,0 26-16,0 0 15,0-25-15,0-1 16,0-24 0</inkml:trace>
  <inkml:trace contextRef="#ctx0" brushRef="#br0" timeOffset="79459.12">24005 12277 0,'25'0'110,"0"0"-110,25 0 31,0 0-31,-25 0 16,25 0-16,-1-50 0,-24 50 15,50 0-15,-25 0 16,25 0-16,-51 0 16,51 0-1,0 0-15,-25 0 16,-25 0-16,74 0 15,-24 0-15,0 0 16,-26-25-16,1 25 16,0 0-16,0 0 15,0 0-15,-1 0 16,1 0-16,-25 0 16,25 0-16,0 0 15,-25 0-15,0 0 16,-1 0-16,1 0 15,25 0-15,25 0 16,-50 0-16,25 0 16,-1 0-1,1 0-15,-25 0 16,25 0-16,0 0 16,-25 0-16,-1 0 15,26 0-15,25-25 16,-50 25-16,25 0 15,-1 0-15,-24 0 16,0 0-16,25 0 16,-25 0-16,0 0 15,25 0-15,-25 0 16,-1 0-16,1 0 16,25 0-16,0 0 15,-25 0-15,25 0 16,-25 0-1,24 0-15,1 0 16,-25 0-16,25 0 0,0 0 16,0 0-16,-1 0 15,1 0 1,-25 0-16,0 0 16,0 0-16,0 0 15,25 0-15,-1 0 16,1 0-1,-25 0 1,0-24 0,0 24-1</inkml:trace>
  <inkml:trace contextRef="#ctx0" brushRef="#br0" timeOffset="81492.27">25574 10808 0,'0'25'109,"0"0"-109,0 0 16,0-1-1,0 51-15,0-50 16,0 0 0,0 0-16,0 0 15,0 0-15,-25 25 16,25-1-16,0-24 15,0 25-15,0 0 16,0-25-16,0 0 16,0 24-16,0-24 15,0 0-15,-24 0 16,24 0-16,0 0 16,0 0-16,0 50 15,0-26-15,0-24 16,0 50-1,0-50-15,0 0 16,-25 49-16,25-24 16,0-25-16,0 0 0,0 0 15,0 0-15,0 25 16,0-25 0,0-1-16,0 26 15,0 0 1,-25-25-16,25 50 15,0-25-15,0-26 16,0 1-16,0 25 16,0 0-16,0-25 15,0 0-15,0 0 16,0 24-16,0-24 16,0 25-16,0-25 15,0 25 1,0-25-16,0 0 0,0 0 15,0-1-15,-25 26 16,25-25 0,0 25-16,0-25 15,0 25-15,0-25 16,0 24-16,-25 1 16,25 0-16,0 0 15,0 0-15,-25-26 16,25 1-16,0 50 15,0-50-15,0 0 16,0 0 0,0 0-16,0 0 15</inkml:trace>
  <inkml:trace contextRef="#ctx0" brushRef="#br1" timeOffset="147041.97">8068 6799 0,'25'25'47,"-25"-1"-32,25 1 1,0-25-16,0 25 16,25 25-16,-1-50 15,1 0-15,0 50 16,0-50-16,25 0 16,-26 0-16,1 0 15,25 0-15,24 25 16,-49-25-16,0 0 15,0 0-15,25 0 16,-1 0-16,26 25 16,-25-25-16,24 25 15,51-25-15,-26 24 16,26-24-16,-51 0 16,51 0-1,-1 0-15,-24 0 16,49 0-16,-25 0 15,26 0-15,-51 0 0,1 0 16,24 0 0,-25 25-16,1-25 15,24 0-15,-24 0 16,24 0-16,-24 0 16,24 0-16,1 0 15,-1 0-15,0 0 16,1 0-16,-1 0 15,1 0-15,-26 0 16,1 0-16,-1 0 16,-49 0-1,25 0-15,-26 0 16,1 0-16,0 0 16,-1 0-16,1 0 0,0 0 15,24 0 1,1 0-16,0 0 15,-1 0-15,1 0 16,-1 0-16,26 0 16,-1 0-16,-24 0 15,25 0-15,-1 0 16,26 0-16,-26 0 16,1 0-16,24 0 15,-25 0-15,1 0 16,24 0-16,-49 0 15,24 0-15,-24 0 16,-25 0-16,24 0 16,26 0-16,-25 0 15,-26 0-15,26 0 16,-1 0 0,-24 0-16,25 0 15,-1 0-15,-49 0 16,25 0-16,0 25 15,-1-25-15,1 25 16,0 0-16,-25-25 16,-1 25-16,51 0 15,-50-25-15,24 25 16,-24 0-16,25 0 16,-25 0-16,0-1 15,24 1-15,1 25 16,-25-25-16,0 25 15,24 0-15,1 24 16,-25-24 0,0-25-16,-1 25 0,-24-25 15,0 25 1,25-26-16,-25 1 16,-25 0-1,25 0 1,0-50 109,0 0-125,24-24 15,51-26-15,-75 50 16,50-50-16,-26 25 16,76-24-16,-50 24 15,-26 25 1,26 0-16,25-50 16,-50 75-16,24-49 15,-24 49-15,25-50 0,-25 50 16,-1 0-1,1-25-15,0 25 16,-25 0-16,25 0 16,24 0-16,-49-25 15,50 0-15,-50 25 16,50 0-16,-26 0 16,-24 0-16,50-25 15,-25 25-15,-25-25 16,25 25-16,-1 0 15,26 0 1,-25 0-16,0 0 16,-1 0-16,-24 0 15,50 0-15,-25 0 0,0 0 16,24-25-16,26 25 16,-25 0-1,-1 0-15,-24 0 16,50 0-16,-25 0 15,-26 0-15,26 0 16,0 0-16,-25 0 16,24 0-16,-24 0 15,0 0-15,25 0 16,-26 0-16,26 0 16,-25 0-1,0 0-15,24 0 0,-24 0 16,25 0-16,-25 0 15,24 0-15,1 0 16,25 0-16,-26 0 16,-24 0-1,75 0-15,-51 0 16,1 0-16,0 0 16,-25 0-16,-1 0 15,26 0-15,-25 0 16,25 0-16,24 0 15,-24 0-15,0 0 16,-1 0-16,1 0 16,25 0-16,-26 0 15,26 0-15,-50 0 16,0 0-16,24 0 16,-24 0-16,-25 0 15,0 0-15,0 0 16,25 0-1,-1 0-15,1 0 0,-25 0 16,25 0 0,-25 0-16,74 0 0,-74 0 15,50 0-15,-25-25 16,25 25 0,-26 0-16,26 0 15,-50 0-15,25 0 16,0 0-16,-1 0 15,1 0-15,-25 0 16,75 0-16,-50 0 16,24 0-16,1 0 15,-25 0-15,49 0 16,-24 0 0,0 0-16,-25 0 0,24-24 15,-24-1-15,-25 25 16,50 0-16,-1 0 15,-24 0-15,25 0 16,-25 0 0,24 0-16,1 0 15,-50 0-15,50 0 16,-25 0-16,-26 0 16,1 0-16,25 0 0,-25 0 15,25 0 1,49 0-16,-49 0 15,0 0-15,25-25 16,24 25-16,1 0 16,-75 0-16,50 0 15,-1 0-15,-24 0 16,25 0-16,0 0 16,-26 0-16,51-25 15,-50 0 1,24 25-16,26 0 0,-75 0 15,25-25-15,-25 25 16,24-25-16,1 25 16,-25 0-16,25 0 31,-25 0-31,25-25 16,-25 0-16,-1 25 15,26 0-15,-25-25 16,0 1-16,0 24 15,0-25 1,0 0 0,0 25-1,25-50 1,-26 25-16,1 0 16,25 0-1,-50 0-15,25 0 16,0 1-16,-25-1 31,25 0-31,25 0 16,-50-25-1,25 0 1,-25 25-16,0 0 16,24-49-1,1 49-15,-25-25 16,0 0-16,0 0 15,0 26-15,0-1 16,0 0-16,0-25 16,0 0-16,0 25 15,0-25-15,0 25 16,0-24-16,0-1 31,0 25-31,0-50 0,-25 50 16,-24-24-16,24 24 15,0-50-15,0 50 16,0-25-16,-25 25 16,25 0-1,0 1-15,-24-1 16,49 0 0,-25 25-16,0-25 15,0 0-15,0 0 31,0 0-31,0 0 16,0 25 15,0-25-15,0 0 0,1 25 202,-51 0-202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7-03T08:15:10.4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6052 13419 0,'25'0'0,"0"0"15,25 0 1,-26 0-16,26 0 16,-25 0-16,49 0 15,25 0-15,1 0 16,-51 0-16,50 0 15,25 0-15,75 0 16,-1 0-16,26 0 16,-1 0-16,25 0 15,-25 0 1,50 0-16,-25 0 16,-25 0-16,-24 0 15,74 0-15,-75 0 16,25 0-16,-24 0 15,24 0-15,-25 0 16,26 0-16,-26 0 16,25 0-16,-24 0 15,-1 0-15,1 0 16,24 0-16,-25 0 16,50 0-16,-49 0 15,24 0-15,-25 0 16,1 0-16,-25 0 15,24 0-15,-24 0 16,24 0-16,-24 0 16,24 0-16,-24 25 15,-1-25-15,1 25 16,0-25-16,-1 0 16,1 0-1,0 0-15,24 0 16,0 0-16,26 0 15,-51 0-15,26 0 16,-1 0-16,25 0 16,-24 0-16,-1 0 15,-24 0-15,0 0 16,-1 0-16,1 0 16,-1 0-16,1 0 15,0 0-15,-25 0 16,24 25-16,-24-25 15,-25 0-15,0 25 16,0-25-16,25 0 16,0 0-1,-25 0-15,25 0 16,-1 0-16,1 0 0,0 0 16,-25 0-16,50 0 15,-50 0 1,49 0-16,-49 0 15,0 0-15,25 0 16,-25 0-16,50 0 16,-50 0-16,-25 0 15,50 0-15,-50 0 16,25 0-16,25 0 16,-25 0-16,50 0 15,-25 0-15,24 0 16,50 0-16,-49 0 15,24 0 1,-49 0-16,50 0 0,-50 0 16,-1 0-16,1 0 15,0 24-15,74-24 16,1 25 0,-26 0-16,50-25 15,-25 0-15,-24 0 16,-26 0-16,-24 0 0,-50 0 15,-24 0 1,24 0-16,-49 0 16,-1 0-16,50 0 15,-24 0-15,-1 0 16,1 0-16,73 0 16,-73 0-16,-1 0 15,26 0-15,-51 0 16,-24 0-16,0 0 15</inkml:trace>
  <inkml:trace contextRef="#ctx0" brushRef="#br0" timeOffset="6662.3">24681 16818 0,'24'0'94,"1"0"-79,25 0-15,-25 0 16,49 24-16,-49 1 15,25-25-15,24 25 0,-49 25 16,74-50 0,-74 24-16,24-24 15,26 25-15,-50-25 16,-1 0-16,51 0 16,-50 0-1,-1 0 16,1 0-31,0 0 16,0 0 0,0-25 15,-1 25 31,1 0-46,25 0-16,-25 0 0,-1 0 16,1 0-1,0 0-15,25 0 16,-26 0 0,1 0 15,0 0-31,0 0 15,0 0 1,0 0 0,-1 0-16,26 25 31,-25 0-15,0-25-16,-1 25 15,-24 0-15,25-25 16,0 0 156,-25-25-157,0 0 1,0 0 0,25 25-1,-25-25 1,25 25-1,-1 0-15,1 0 16,0 0-16,25 0 16,-26 0-1,1-24-15,0 24 16,0 0 0,0 0-16,-1 0 15,26 0-15,-25 0 16,0 0-1,24 0-15,1 0 16,-1 0 0,1 0-1,-25 0-15,24 0 0,1 0 16,-25 0 0,0 0-16,-1 0 15,1 0 1,0 0-1,0 0 1,25 0 0,-26 0-16,1 0 15,0 0-15,25 0 16,-26 0 0,1 0-1,0 0 1,0 0 15,-25-25-15,25 0-1,-25-25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7-03T08:17:16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10120 11137 0,'0'0'0,"50"25"0,-25-25 15,24 0-15,26 25 16,-50 0-16,74-25 16,-25 25-16,50-1 15,-74-24-15,49 0 16,50 0-1,24 0-15,26 25 0,-25 0 16,74 0-16,-25 24 16,0-49-16,0 0 15,25 0-15,25 0 16,-25 0 0,25 0-16,-25 0 15,50 0-15,-1 0 16,-73 25-16,49 0 15,-25 0-15,-25-25 16,0 0-16,-49 0 16,24 0-16,-49 0 15,25 0-15,-1 0 16,-49 0-16,50 0 16,-50 0-16,0 0 15,0 0-15,-50 0 16,26 0-16,-26 0 15,-24 0-15,24 0 16,-49 0 0,49 0-16,-24 0 15,0 25-15,49-25 0,-50 24 16,26 1-16,-26-25 16,26 25-16,24 0 15,0-25 1,-24 25-16,49 24 15,-25-24-15,25 0 16,-50 0-16,1-25 16,-26 24-16,-24-24 15,0 0-15,0 0 32,-25 25-17,25-25 1,-1 0-16,1 0 15,0 0 48,0 0-47,49 0-16,-24 0 15,24 0-15,-49 0 16,49 0-16,26-25 15,-1 25-15,-50 0 16,1 0-16,25 0 16,-1-24-16,75 24 15,-50 0-15,0 0 16,50 0-16,-50 0 16,25 0-16,25 0 15,-25 0-15,25 0 16,0 0-16,24 0 15,26 0 1,-26 0-16,51 0 16,-51 0-16,75 0 0,-49 0 15,24 0-15,0 0 16,25 0 0,0 0-16,0 0 15,-49 0-15,49 0 16,-25 0-16,25 0 15,0 0-15,-49 0 16,49 0-16,-50 0 16,1 0-16,-26 0 15,-24 0-15,50 0 16,-51 0-16,1 0 16,0-25-16,0 0 15,-25 0 1,-25 25-16,-25 0 0,1-25 15,-25 1-15,-1 24 16,-24 0-16,25-25 16,-50 0-1,24 25-15,1-25 16,0 0 0,0 1-16,-25-26 15,0 25 1,25 25-1</inkml:trace>
  <inkml:trace contextRef="#ctx0" brushRef="#br0" timeOffset="7400.39">21704 17165 0,'25'0'46,"0"0"-30,0 0 0,-1 25-16,26-25 15,0 24-15,-26-24 0,51 0 16,-26 0 0,26 0-16,-1 0 15,1 0-15,-26 0 16,1 0-16,24 0 15,-24 0-15,-1 0 16,1 0-16,0 0 16,-1 0-16,-24 0 15,0 0-15,0 0 16,0-24 0,-1 24 93,1 0-93,0 24-16,25 1 0,-50 0 15,24 0 1,1 0-16,0-1 15,-25 1 1,0 0 0,25-25 140,0-25-140,-1 0-1,-24 1-15,25-1 16,-25 0-16,25 0 15,0 0 1,0 1 0,24 24-16,1 0 15,-25 0 1,-1 0-16,26 0 16,-25 0-16,24 0 15,26 0-15,-50 0 16,49 0-16,-49 0 15,0 0-15,24 0 16,1 0 0,-1 0-16,1 0 15,0 0-15,49 0 16,-74 0-16,49 0 16,-24 0-16,-25 0 0,49 0 15,-49 0 1,0-25-1,-1 25 1</inkml:trace>
  <inkml:trace contextRef="#ctx0" brushRef="#br0" timeOffset="9019.34">23837 16346 0,'0'-25'62,"0"1"-46,-49-1-16,24 0 15,25 0 1,-25 25 0,0 0-16,25-25 15,-25 25-15,-24-49 16,-1 49-1,25 0 1,1 0 0,-1 0-1,0 0 1,0 0 0,0 0-1,1 0 1,-1 25-16,0-25 15,0 0 1,25 24-16,-25-24 16,1 25-1,-1 0 1,0 0 0,0 0-1,0-25-15,1 24 0,-1 26 16,0-25-1,25 0 1,-25 0 0,0-1-16,25 1 15,0 25-15,0-1 16,0-24-16,0 0 16,0 25-16,0-26 0,0 1 15,0 0 1,0 25-1,0-26 1,0 1 0,0 0-16,50 0 15,0 0 1,-26-25 0,1 24-1,0-24 1,0 0-16,0 0 15,-1 0-15,51 25 0,-26-25 16,1 0-16,-25 0 16,24 0-1,1 0 1,-25 0-16,0 0 16,-1 0-16,26 0 15,-25 0-15,24 0 16,1 0-1,-25-25 17,-25 1-32,0-1 15,0 0-15,0 0 16,0-49-16,0 49 16,0-25-16,0 26 15,0-1-15,0-25 16,0 25-16,0 1 31,0-26-15,0 25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7-03T08:19:45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2257 7268 0,'-25'0'110,"1"25"-95,-1-1 1,0 1 0,25 0-16,-25 0 15,25 24 1,-25-24-16,25 0 15,0 0 1,0 0-16,-24-1 16,24 1-1,-25 0 1,25 0-16,0 0 16,0-1-16,0 1 15,0 25-15,0-25 16,0-1-1,0 1-15,0 0 16,0 0-16,0 0 16,0-1-16,0 1 15,0 0-15,0 25 16,0-25-16,0-1 16,0 1-16,0 0 15,0 0 1,0 0-1,0-1 1,-25 26 0,25 0-1,0-26-15,0 26 16,-25-25 0,25 24-16,0-24 15,0 74-15,0-24 0,0 24 16,0-49-1,0-1-15,0 50 16,0 26-16,0-51 16,0-24-16,0 24 15,0-24-15,0 24 16,0-49-16,0 24 16,0-24-16,0 25 15,0-25-15,0 24 16,0-24-16,0 0 15,0 0-15,-25-1 16,-24 1 0,24 25-16,0-25 15,0-1-15,-24 26 0,-1 0 16,1 24-16,-1-49 16,25 0-16,-25 0 15,26 24 1,-26-24-16,25-25 15,-24 25-15,24 24 16,-25-24-16,25 25 16,-24-50-16,24 25 15,-25 24-15,1-49 16,24 25-16,-25 0 16,1 0-16,24-1 15,-25-24-15,26 0 16,-1 25-16,0-25 15,-25 0-15,50 25 157,0 0-142,0 24-15,25 26 16,0-1-16,-25 1 16,74-1-16,-74 25 15,50-24-15,-50 24 16,50-25-16,-26 50 15,1-49-15,0 24 16,0 25-16,0-50 16,-1 1-1,-24-26-15,50 26 0,-50-1 16,0-24-16,0-25 16,25 24-1,-25 26-15,0-1 16,0-24-16,0-1 15,25 51-15,-25-51 16,0 1-16,24-1 16,-24-24-16,0 50 15,0-51-15,0 1 16,25 25-16,-25-25 16,0-1-16,0 1 15,25 0-15,-25 0 16,0 0-16,25 24 15,-25-24-15,25 25 16,-1 24-16,-24-49 16,50 49-1,-25-24-15,-25-25 16,49 49-16,-24 1 16,0-26-16,0 1 0,0 24 15,-25-49 1,25 25-16,-25-1 15,24 1-15,1 24 16,25 25-16,-50-74 16,0 0-16,49 25 15,-49-26-15,0 1 16,0 0 0,25 0-16,0 0 15,-25-1-15,0 26 31,25-50-15,-25 25-16,0 0 31,0 0-15,0-1 0,0 1 30,0 0-14,0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6BE00-9046-47FC-856B-DC5694DEFB3C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4723E-EF9E-4602-980A-0CD8F2CC2F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5024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D59DC-C98B-4B2D-885F-E2B9A055DAB2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10136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x: input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4723E-EF9E-4602-980A-0CD8F2CC2F42}" type="slidenum">
              <a:rPr lang="vi-VN" smtClean="0"/>
              <a:t>22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17556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x: input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4723E-EF9E-4602-980A-0CD8F2CC2F42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7744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902D9-9ACE-4FB2-B88D-329366A2F409}" type="slidenum">
              <a:rPr lang="vi-VN" smtClean="0"/>
              <a:t>24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6048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902D9-9ACE-4FB2-B88D-329366A2F409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19059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Fisher information matrix acts as a metric tensor, transforming the steepest descent in the Euclidean parameter space to the steepest descent in the distribution space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F9441-3F37-484D-9437-A587EF1C857A}" type="slidenum">
              <a:rPr lang="vi-VN" smtClean="0"/>
              <a:t>40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1020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Fisher information matrix acts as a metric tensor, transforming the steepest descent in the Euclidean parameter space to the steepest descent in the distribution space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F9441-3F37-484D-9437-A587EF1C857A}" type="slidenum">
              <a:rPr lang="vi-VN" smtClean="0"/>
              <a:t>41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54928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243DBDB-0D36-4B70-8D10-1A8214F1C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2622190-A9D9-4C80-A8F6-98E66EE63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4EC7000-AC1A-4415-B55C-BD7B95548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5AF0524-B616-41C6-A2CF-16364EF1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4FE369F-61C1-4576-84A0-452999BA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436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8925FBC-9691-4DDF-954C-4F220115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57640CB-E46B-409D-AC9E-E6D61B769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667FFAB-13F8-4D68-BBC2-B7503C24A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521371B-2982-47D5-9568-BA936962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8D04F86-AC6C-4CB8-9DC4-16DD5903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15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24D098F-52A5-4EE1-8F70-B4604DD6C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D752694C-C838-4B47-8657-462A3B004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FDE074C-CB6B-424A-B856-17E3A2A5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E33C2F-684E-44F8-B446-3D660515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FC93876-D357-4A37-9637-79E4A155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907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B6868B2-6215-4A6B-AFD0-231891F6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54BFA39-3E20-42D6-8551-26BEA67BF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4BBBEEBE-7511-4800-8D64-0DA8E38E4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8EA1379-E814-45A8-B87D-EDACECFC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3F5634E-9EAE-4F26-A245-E3E3EF7F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DCA4A440-6283-4CB7-8316-9CD728B6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5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A7FF2E5-41BA-4D44-90BF-ED2E22394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1B8FF79-9D9A-4AE6-9732-B93E39F55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D1B2D610-E4EF-46DD-9162-4D46C8448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732C1191-8261-468C-AFD8-D74F54F09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9B964D2-D3B2-4F44-86CC-83374838F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4C6157CD-0260-4452-BC4D-AE94B0E8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73066F2-3F96-404F-B46C-6C5C93853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AB3FE737-C68F-42D2-9059-9D4A7890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149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ED198B6-B7C9-467F-92CC-C34FD379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425947B0-099B-44C8-A338-6A3BE46F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0AE31002-BF0C-4CA5-AA3B-CE00474C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30857A2-88BB-46ED-888B-9AAC11F6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937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A0189507-1A49-45BE-8595-D5781CE0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A7ACAE4E-1508-47A6-B765-60539E66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83D23C8-11B4-4381-9739-1074B09C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428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8A975C3-A720-488D-8376-12BF6133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59A82D1-32D9-46B3-9B12-156D75B4E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2B82970-08DB-497D-B4D6-637CF02FA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D878D93-D48E-47E9-BD55-6ED2BEAF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54D36CB-F5D8-48EC-A747-F9A4B41DB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A2F2B9C-B831-434D-87C7-93C5D4E7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883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C9C7290-D689-4B21-97A0-0B2351FF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730708E6-DF2B-4BA1-9270-6A52C379FE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A2DAB71E-AA13-4BD1-B422-5F9ABA6BC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E9F53D9-7CA9-4948-ABE5-7A9DE9E6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40263D7-EC53-446F-A135-E639ECF4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49B80FF-BE85-4BB6-8FB4-58CBF962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3320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A2442D-63DB-44F2-9969-CBFD42ED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498223EA-ACAD-4E95-A65E-3A1BFAB3F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C045107-1806-4BF1-B936-B58DBA29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2F9C5E9-9244-4AED-956F-85025282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E3E9F83-2D56-4FAE-A6AA-2D59E6D9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249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667CEDF1-95F8-47A2-A50A-812DCD1675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13338DB-FC86-43B3-9820-92901C30F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169BE3E-D679-4BE8-B7C2-D5EF305D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346A4F5-025E-449E-8510-306FF0781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8E10E00-5E8E-40B1-97D3-8A4C314E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3871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2E64F7D6-D2C9-4483-AFB5-6285CCDEC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60EC9D9D-DFFA-42B7-A081-AEE16D634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B7B0EE5-0DFC-4FEF-A832-79EBF4345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2127A-F625-4921-8E47-1FEB55B6F53E}" type="datetimeFigureOut">
              <a:rPr lang="vi-VN" smtClean="0"/>
              <a:t>14/10/26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1EF9A62-1963-49CF-8F61-7F3156E6A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64E2364-DB8A-4A83-95CA-3A9A0474F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857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31.png"/><Relationship Id="rId4" Type="http://schemas.openxmlformats.org/officeDocument/2006/relationships/image" Target="../media/image4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03.00745" TargetMode="External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50.png"/><Relationship Id="rId4" Type="http://schemas.openxmlformats.org/officeDocument/2006/relationships/hyperlink" Target="https://arxiv.org/abs/1811.11184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rsc.org/en/content/articlehtml/2021/sc/d0sc06627c" TargetMode="Externa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quantum-journal.org/papers/q-2022-03-30-677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customXml" Target="../ink/ink5.xml"/><Relationship Id="rId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2.png"/><Relationship Id="rId7" Type="http://schemas.openxmlformats.org/officeDocument/2006/relationships/customXml" Target="../ink/ink1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customXml" Target="../ink/ink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20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160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customXml" Target="../ink/ink13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20.png"/><Relationship Id="rId7" Type="http://schemas.openxmlformats.org/officeDocument/2006/relationships/image" Target="../media/image250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41.png"/><Relationship Id="rId4" Type="http://schemas.openxmlformats.org/officeDocument/2006/relationships/image" Target="../media/image23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280.png"/><Relationship Id="rId7" Type="http://schemas.openxmlformats.org/officeDocument/2006/relationships/image" Target="../media/image31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51.png"/><Relationship Id="rId5" Type="http://schemas.openxmlformats.org/officeDocument/2006/relationships/image" Target="../media/image290.png"/><Relationship Id="rId10" Type="http://schemas.openxmlformats.org/officeDocument/2006/relationships/image" Target="../media/image341.png"/><Relationship Id="rId4" Type="http://schemas.openxmlformats.org/officeDocument/2006/relationships/image" Target="../media/image270.png"/><Relationship Id="rId9" Type="http://schemas.openxmlformats.org/officeDocument/2006/relationships/image" Target="../media/image33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CE100C9-7531-4AAB-BF44-719848ABA3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Gradient</a:t>
            </a:r>
            <a:br>
              <a:rPr lang="en-US"/>
            </a:b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3A41369-2C7A-4DB4-8BD5-294EA65DB8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14/10/2026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754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C3B915A-7432-4D3D-8D54-8092B8CF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0. Problem: Rotation gate</a:t>
            </a:r>
            <a:endParaRPr lang="vi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29CA3C-7A8A-4706-BF7D-1E42297EA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90866"/>
            <a:ext cx="7142708" cy="330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F39A4373-AF87-43F4-A55B-733DB87300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58" t="70978" r="30807" b="19125"/>
          <a:stretch/>
        </p:blipFill>
        <p:spPr>
          <a:xfrm>
            <a:off x="838200" y="5617344"/>
            <a:ext cx="6204849" cy="875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BFDC1A9E-ECB0-4CBD-A901-CF1B45B6DA5C}"/>
                  </a:ext>
                </a:extLst>
              </p:cNvPr>
              <p:cNvSpPr txBox="1"/>
              <p:nvPr/>
            </p:nvSpPr>
            <p:spPr>
              <a:xfrm>
                <a:off x="8215532" y="2305615"/>
                <a:ext cx="3976468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/>
                  <a:t> are params, what value it should be to rotate the initial state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sz="2800"/>
                  <a:t> 90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800"/>
                  <a:t>?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vi-VN" sz="2800"/>
              </a:p>
              <a:p>
                <a:endParaRPr lang="vi-VN" sz="2800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BFDC1A9E-ECB0-4CBD-A901-CF1B45B6D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5532" y="2305615"/>
                <a:ext cx="3976468" cy="2677656"/>
              </a:xfrm>
              <a:prstGeom prst="rect">
                <a:avLst/>
              </a:prstGeom>
              <a:blipFill>
                <a:blip r:embed="rId4"/>
                <a:stretch>
                  <a:fillRect l="-3221" t="-2050" r="-36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FE687752-4E88-4FED-A0CA-C12A9A893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76D-D54F-4253-9542-9A0CBF75231F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0200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C3B915A-7432-4D3D-8D54-8092B8CF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Rotation gate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64CBE8-0F0E-4CD7-8624-FEADF2C665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First: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64CBE8-0F0E-4CD7-8624-FEADF2C66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5CCBAE7-3825-4805-A749-E4C8059D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76D-D54F-4253-9542-9A0CBF75231F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921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C3B915A-7432-4D3D-8D54-8092B8CF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Rotation gate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64CBE8-0F0E-4CD7-8624-FEADF2C665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069729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Expectation value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/>
                  <a:t>: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=⟨0|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=⟨0|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…|0⟩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∈[−1,1]</m:t>
                          </m:r>
                        </m:e>
                      </m:func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64CBE8-0F0E-4CD7-8624-FEADF2C66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069729" cy="4351338"/>
              </a:xfrm>
              <a:blipFill>
                <a:blip r:embed="rId2"/>
                <a:stretch>
                  <a:fillRect l="-1261" t="-261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573BC62-1BA3-4332-9FBC-517B57BA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76D-D54F-4253-9542-9A0CBF75231F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1402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C3B915A-7432-4D3D-8D54-8092B8CF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Rotation gate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64CBE8-0F0E-4CD7-8624-FEADF2C665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We want our state rotate 90 degree 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64CBE8-0F0E-4CD7-8624-FEADF2C66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CCE46C9-80C5-45AE-B1FA-6275FEAF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76D-D54F-4253-9542-9A0CBF75231F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54713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C3B915A-7432-4D3D-8D54-8092B8CF6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05" y="0"/>
            <a:ext cx="10515600" cy="1325563"/>
          </a:xfrm>
        </p:spPr>
        <p:txBody>
          <a:bodyPr/>
          <a:lstStyle/>
          <a:p>
            <a:r>
              <a:rPr lang="en-US"/>
              <a:t>Experiments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64CBE8-0F0E-4CD7-8624-FEADF2C665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20308" y="380342"/>
                <a:ext cx="7336887" cy="54314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With normal initialize for the pair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, 100 epoch, 0.4 learning rate, optimizer: GD, gradient by parameter – shift rule.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64CBE8-0F0E-4CD7-8624-FEADF2C66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20308" y="380342"/>
                <a:ext cx="7336887" cy="5431496"/>
              </a:xfrm>
              <a:blipFill>
                <a:blip r:embed="rId2"/>
                <a:stretch>
                  <a:fillRect l="-1661" t="-1796" r="-49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358EB7F-E4AF-4D2D-BB45-40068BD530BC}"/>
              </a:ext>
            </a:extLst>
          </p:cNvPr>
          <p:cNvSpPr txBox="1"/>
          <p:nvPr/>
        </p:nvSpPr>
        <p:spPr>
          <a:xfrm>
            <a:off x="6494584" y="6446880"/>
            <a:ext cx="5062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>
                <a:latin typeface="Calibri (Thân)"/>
              </a:rPr>
              <a:t>Solution: [-4.44548300e-10  3.14159265e+00]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96508A47-CF05-4B7A-A61B-FC751218BA2F}"/>
                  </a:ext>
                </a:extLst>
              </p:cNvPr>
              <p:cNvSpPr txBox="1"/>
              <p:nvPr/>
            </p:nvSpPr>
            <p:spPr>
              <a:xfrm>
                <a:off x="6494584" y="6077548"/>
                <a:ext cx="6098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Calibri (Thân)"/>
                  </a:rPr>
                  <a:t>Init </a:t>
                </a:r>
                <a14:m>
                  <m:oMath xmlns:m="http://schemas.openxmlformats.org/officeDocument/2006/math">
                    <m:r>
                      <a:rPr lang="vi-VN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vi-VN" sz="2000">
                    <a:latin typeface="Calibri (Thân)"/>
                  </a:rPr>
                  <a:t>: [-0.51976105  0.66569928]</a:t>
                </a:r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96508A47-CF05-4B7A-A61B-FC751218B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584" y="6077548"/>
                <a:ext cx="6098344" cy="400110"/>
              </a:xfrm>
              <a:prstGeom prst="rect">
                <a:avLst/>
              </a:prstGeom>
              <a:blipFill>
                <a:blip r:embed="rId3"/>
                <a:stretch>
                  <a:fillRect l="-999" t="-9091" b="-257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5A64FC84-3489-4DBC-903A-E6E11F597B10}"/>
              </a:ext>
            </a:extLst>
          </p:cNvPr>
          <p:cNvSpPr txBox="1"/>
          <p:nvPr/>
        </p:nvSpPr>
        <p:spPr>
          <a:xfrm>
            <a:off x="1107830" y="6404401"/>
            <a:ext cx="4988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>
                <a:latin typeface="Calibri (Thân)"/>
              </a:rPr>
              <a:t>Solution: [ 2.83369713e-09 -3.14159265e+00]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6A160D51-4E5D-4F93-8D8A-01DBFBBCDEED}"/>
                  </a:ext>
                </a:extLst>
              </p:cNvPr>
              <p:cNvSpPr txBox="1"/>
              <p:nvPr/>
            </p:nvSpPr>
            <p:spPr>
              <a:xfrm>
                <a:off x="1107830" y="6035068"/>
                <a:ext cx="51024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Calibri (Thân)"/>
                  </a:rPr>
                  <a:t>Init </a:t>
                </a:r>
                <a14:m>
                  <m:oMath xmlns:m="http://schemas.openxmlformats.org/officeDocument/2006/math">
                    <m:r>
                      <a:rPr lang="vi-VN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vi-VN" sz="2000">
                    <a:latin typeface="Calibri (Thân)"/>
                  </a:rPr>
                  <a:t>: [ 1.43609915 -1.48030143]</a:t>
                </a:r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6A160D51-4E5D-4F93-8D8A-01DBFBBCD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035068"/>
                <a:ext cx="5102471" cy="400110"/>
              </a:xfrm>
              <a:prstGeom prst="rect">
                <a:avLst/>
              </a:prstGeom>
              <a:blipFill>
                <a:blip r:embed="rId4"/>
                <a:stretch>
                  <a:fillRect l="-1314" t="-7576" b="-257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Hình ảnh 17">
            <a:extLst>
              <a:ext uri="{FF2B5EF4-FFF2-40B4-BE49-F238E27FC236}">
                <a16:creationId xmlns:a16="http://schemas.microsoft.com/office/drawing/2014/main" id="{826F2B3F-AF62-4CF2-9A32-3832781A9D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332" t="30653" r="5207" b="11981"/>
          <a:stretch/>
        </p:blipFill>
        <p:spPr>
          <a:xfrm>
            <a:off x="487094" y="1918124"/>
            <a:ext cx="5176913" cy="3932277"/>
          </a:xfrm>
          <a:prstGeom prst="rect">
            <a:avLst/>
          </a:prstGeom>
        </p:spPr>
      </p:pic>
      <p:pic>
        <p:nvPicPr>
          <p:cNvPr id="20" name="Hình ảnh 19">
            <a:extLst>
              <a:ext uri="{FF2B5EF4-FFF2-40B4-BE49-F238E27FC236}">
                <a16:creationId xmlns:a16="http://schemas.microsoft.com/office/drawing/2014/main" id="{6D51958E-4069-4F38-B9A6-EDDCCBAAF83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116" t="14675" r="54422" b="30863"/>
          <a:stretch/>
        </p:blipFill>
        <p:spPr>
          <a:xfrm>
            <a:off x="5892605" y="2017655"/>
            <a:ext cx="5176913" cy="3733213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E974BE2-F725-46B1-9413-6F642F87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76D-D54F-4253-9542-9A0CBF75231F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4495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6224B37-7CC5-AC14-0DDB-9E86EACC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definition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57E610E-9662-27DE-3E35-DA4A980CA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3921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Variational quantum algorithm (VQA) is a quantum-classical hybrid scheme</a:t>
            </a:r>
            <a:endParaRPr lang="vi-VN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E0A4B94-00BD-3983-75DA-2D90567854C0}"/>
              </a:ext>
            </a:extLst>
          </p:cNvPr>
          <p:cNvSpPr/>
          <p:nvPr/>
        </p:nvSpPr>
        <p:spPr>
          <a:xfrm>
            <a:off x="2094271" y="3855397"/>
            <a:ext cx="3347884" cy="17993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Quantum part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EE81E24C-FEB9-7847-36ED-07573009FC86}"/>
              </a:ext>
            </a:extLst>
          </p:cNvPr>
          <p:cNvSpPr/>
          <p:nvPr/>
        </p:nvSpPr>
        <p:spPr>
          <a:xfrm>
            <a:off x="7243916" y="3855396"/>
            <a:ext cx="3347884" cy="17993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Classical part</a:t>
            </a:r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D365FC62-FCB3-9930-D4AC-BDD364698AFE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929149" y="4755049"/>
            <a:ext cx="1165122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1EF2B09A-738F-2E7A-2887-A6258716E96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5442155" y="4755048"/>
            <a:ext cx="1801761" cy="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kết nối: Mũi tên Gấp khúc 11">
            <a:extLst>
              <a:ext uri="{FF2B5EF4-FFF2-40B4-BE49-F238E27FC236}">
                <a16:creationId xmlns:a16="http://schemas.microsoft.com/office/drawing/2014/main" id="{7E358DA5-5C81-1125-7870-D05FA5A56777}"/>
              </a:ext>
            </a:extLst>
          </p:cNvPr>
          <p:cNvCxnSpPr>
            <a:stCxn id="5" idx="3"/>
            <a:endCxn id="4" idx="0"/>
          </p:cNvCxnSpPr>
          <p:nvPr/>
        </p:nvCxnSpPr>
        <p:spPr>
          <a:xfrm flipH="1" flipV="1">
            <a:off x="3768213" y="3855397"/>
            <a:ext cx="6823587" cy="899651"/>
          </a:xfrm>
          <a:prstGeom prst="bentConnector4">
            <a:avLst>
              <a:gd name="adj1" fmla="val -3350"/>
              <a:gd name="adj2" fmla="val 151639"/>
            </a:avLst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A909B85-D00F-7C1D-2B26-80B740B53B1A}"/>
              </a:ext>
            </a:extLst>
          </p:cNvPr>
          <p:cNvSpPr txBox="1"/>
          <p:nvPr/>
        </p:nvSpPr>
        <p:spPr>
          <a:xfrm>
            <a:off x="838200" y="4937785"/>
            <a:ext cx="1165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Input</a:t>
            </a:r>
            <a:endParaRPr lang="vi-VN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6C296308-C507-71CC-4D6B-F433777129E5}"/>
              </a:ext>
            </a:extLst>
          </p:cNvPr>
          <p:cNvSpPr txBox="1"/>
          <p:nvPr/>
        </p:nvSpPr>
        <p:spPr>
          <a:xfrm>
            <a:off x="5750642" y="4937785"/>
            <a:ext cx="1165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Cost value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CFEAD2A3-0E3A-4C38-9B75-1A70CD993514}"/>
                  </a:ext>
                </a:extLst>
              </p:cNvPr>
              <p:cNvSpPr txBox="1"/>
              <p:nvPr/>
            </p:nvSpPr>
            <p:spPr>
              <a:xfrm>
                <a:off x="6925596" y="2887445"/>
                <a:ext cx="116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Update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CFEAD2A3-0E3A-4C38-9B75-1A70CD993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596" y="2887445"/>
                <a:ext cx="1165122" cy="369332"/>
              </a:xfrm>
              <a:prstGeom prst="rect">
                <a:avLst/>
              </a:prstGeom>
              <a:blipFill>
                <a:blip r:embed="rId2"/>
                <a:stretch>
                  <a:fillRect l="-4188" t="-10000" b="-2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0484CBA-E1E8-584F-DA14-352C8C54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168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6224B37-7CC5-AC14-0DDB-9E86EACC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definition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DE0A4B94-00BD-3983-75DA-2D90567854C0}"/>
                  </a:ext>
                </a:extLst>
              </p:cNvPr>
              <p:cNvSpPr/>
              <p:nvPr/>
            </p:nvSpPr>
            <p:spPr>
              <a:xfrm>
                <a:off x="3308963" y="1881454"/>
                <a:ext cx="2027787" cy="179930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4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DE0A4B94-00BD-3983-75DA-2D90567854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963" y="1881454"/>
                <a:ext cx="2027787" cy="17993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D365FC62-FCB3-9930-D4AC-BDD364698AFE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898014" y="2781106"/>
            <a:ext cx="2410949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1EF2B09A-738F-2E7A-2887-A6258716E96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336750" y="2781106"/>
            <a:ext cx="2036213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0A909B85-D00F-7C1D-2B26-80B740B53B1A}"/>
                  </a:ext>
                </a:extLst>
              </p:cNvPr>
              <p:cNvSpPr txBox="1"/>
              <p:nvPr/>
            </p:nvSpPr>
            <p:spPr>
              <a:xfrm>
                <a:off x="723842" y="2949030"/>
                <a:ext cx="2036212" cy="476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vi-VN" sz="2400"/>
              </a:p>
            </p:txBody>
          </p:sp>
        </mc:Choice>
        <mc:Fallback xmlns="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0A909B85-D00F-7C1D-2B26-80B740B53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42" y="2949030"/>
                <a:ext cx="2036212" cy="476990"/>
              </a:xfrm>
              <a:prstGeom prst="rect">
                <a:avLst/>
              </a:prstGeom>
              <a:blipFill>
                <a:blip r:embed="rId3"/>
                <a:stretch>
                  <a:fillRect l="-4790" t="-6410" b="-2948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6C296308-C507-71CC-4D6B-F433777129E5}"/>
              </a:ext>
            </a:extLst>
          </p:cNvPr>
          <p:cNvSpPr txBox="1"/>
          <p:nvPr/>
        </p:nvSpPr>
        <p:spPr>
          <a:xfrm>
            <a:off x="5648659" y="2965004"/>
            <a:ext cx="1412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Measure</a:t>
            </a:r>
            <a:endParaRPr lang="vi-VN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4A33140D-AEA9-B113-6A21-12339466EF44}"/>
                  </a:ext>
                </a:extLst>
              </p:cNvPr>
              <p:cNvSpPr txBox="1"/>
              <p:nvPr/>
            </p:nvSpPr>
            <p:spPr>
              <a:xfrm>
                <a:off x="7255037" y="2526516"/>
                <a:ext cx="3500049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4A33140D-AEA9-B113-6A21-12339466E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037" y="2526516"/>
                <a:ext cx="3500049" cy="509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226C2A39-6AB0-2B29-E2BF-77E696CF61CD}"/>
                  </a:ext>
                </a:extLst>
              </p:cNvPr>
              <p:cNvSpPr txBox="1"/>
              <p:nvPr/>
            </p:nvSpPr>
            <p:spPr>
              <a:xfrm>
                <a:off x="7980752" y="4158792"/>
                <a:ext cx="42112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/>
                  <a:t>Observable, simply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endParaRPr lang="vi-VN" sz="3200"/>
              </a:p>
            </p:txBody>
          </p:sp>
        </mc:Choice>
        <mc:Fallback xmlns="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226C2A39-6AB0-2B29-E2BF-77E696CF6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752" y="4158792"/>
                <a:ext cx="4211248" cy="584775"/>
              </a:xfrm>
              <a:prstGeom prst="rect">
                <a:avLst/>
              </a:prstGeom>
              <a:blipFill>
                <a:blip r:embed="rId5"/>
                <a:stretch>
                  <a:fillRect l="-3618" t="-12500" b="-3437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BF10E786-DE13-F0D8-6642-897B8D7ECEC5}"/>
              </a:ext>
            </a:extLst>
          </p:cNvPr>
          <p:cNvCxnSpPr>
            <a:cxnSpLocks/>
          </p:cNvCxnSpPr>
          <p:nvPr/>
        </p:nvCxnSpPr>
        <p:spPr>
          <a:xfrm flipV="1">
            <a:off x="9666514" y="3035694"/>
            <a:ext cx="0" cy="1158935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F69610EC-4C2C-F27C-491B-6CBFB7630C44}"/>
                  </a:ext>
                </a:extLst>
              </p:cNvPr>
              <p:cNvSpPr txBox="1"/>
              <p:nvPr/>
            </p:nvSpPr>
            <p:spPr>
              <a:xfrm>
                <a:off x="838199" y="4158792"/>
                <a:ext cx="6889955" cy="2300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/>
                  <a:t>Training the hybrid quantum-classical loop to solve the optimization task:</a:t>
                </a:r>
              </a:p>
              <a:p>
                <a:endParaRPr lang="en-US" sz="32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vi-VN" sz="3200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F69610EC-4C2C-F27C-491B-6CBFB7630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58792"/>
                <a:ext cx="6889955" cy="2300245"/>
              </a:xfrm>
              <a:prstGeom prst="rect">
                <a:avLst/>
              </a:prstGeom>
              <a:blipFill>
                <a:blip r:embed="rId6"/>
                <a:stretch>
                  <a:fillRect l="-2210" t="-34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6ACDCC74-DAB7-29F6-6B6E-12C8E659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7849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EA204C3-EBF7-F5C9-4BF9-0FE3D6BE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DD7070-0E51-3FDE-F8B1-1F0A80E713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3392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b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40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4000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func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4000"/>
                  <a:t> </a:t>
                </a:r>
              </a:p>
              <a:p>
                <a:pPr marL="0" indent="0">
                  <a:buNone/>
                </a:pPr>
                <a:r>
                  <a:rPr lang="en-US" sz="2400"/>
                  <a:t>Or simply:</a:t>
                </a:r>
                <a:endParaRPr lang="en-US" sz="4000"/>
              </a:p>
              <a:p>
                <a:pPr marL="0" indent="0">
                  <a:buNone/>
                </a:pPr>
                <a:r>
                  <a:rPr lang="en-US" sz="4000" b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4000"/>
                  <a:t> </a:t>
                </a:r>
              </a:p>
              <a:p>
                <a:pPr marL="0" indent="0">
                  <a:buNone/>
                </a:pPr>
                <a:endParaRPr lang="en-US" sz="40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400"/>
                  <a:t> is eigenvalue.</a:t>
                </a:r>
                <a:endParaRPr lang="vi-VN" sz="240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DD7070-0E51-3FDE-F8B1-1F0A80E713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339201"/>
              </a:xfrm>
              <a:blipFill>
                <a:blip r:embed="rId2"/>
                <a:stretch>
                  <a:fillRect l="-928" t="-4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4CFB67D-5280-8957-9924-4F6EEA93CC4A}"/>
              </a:ext>
            </a:extLst>
          </p:cNvPr>
          <p:cNvSpPr txBox="1"/>
          <p:nvPr/>
        </p:nvSpPr>
        <p:spPr>
          <a:xfrm>
            <a:off x="838200" y="6308209"/>
            <a:ext cx="700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0" i="0" u="none" strike="noStrike">
                <a:solidFill>
                  <a:srgbClr val="2A6496"/>
                </a:solidFill>
                <a:effectLst/>
                <a:latin typeface="Calibri (Thân)"/>
                <a:hlinkClick r:id="rId3"/>
              </a:rPr>
              <a:t>Mitarai et al. (2018)</a:t>
            </a:r>
            <a:r>
              <a:rPr lang="vi-VN" b="0" i="0">
                <a:solidFill>
                  <a:srgbClr val="353535"/>
                </a:solidFill>
                <a:effectLst/>
                <a:latin typeface="Calibri (Thân)"/>
              </a:rPr>
              <a:t>, and extended in </a:t>
            </a:r>
            <a:r>
              <a:rPr lang="vi-VN" b="0" i="0" u="none" strike="noStrike">
                <a:solidFill>
                  <a:srgbClr val="2A6496"/>
                </a:solidFill>
                <a:effectLst/>
                <a:latin typeface="Calibri (Thân)"/>
                <a:hlinkClick r:id="rId4"/>
              </a:rPr>
              <a:t>Schuld et al. (2018)</a:t>
            </a:r>
            <a:endParaRPr lang="vi-VN">
              <a:latin typeface="Calibri (Thân)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8A07643-9772-AAEE-2C32-F784D8A3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9</a:t>
            </a:fld>
            <a:endParaRPr lang="vi-VN"/>
          </a:p>
        </p:txBody>
      </p:sp>
      <p:cxnSp>
        <p:nvCxnSpPr>
          <p:cNvPr id="6" name="Đường nối Thẳng 5">
            <a:extLst>
              <a:ext uri="{FF2B5EF4-FFF2-40B4-BE49-F238E27FC236}">
                <a16:creationId xmlns:a16="http://schemas.microsoft.com/office/drawing/2014/main" id="{A4FC3045-696F-FA05-37FC-B5725C8F0B8F}"/>
              </a:ext>
            </a:extLst>
          </p:cNvPr>
          <p:cNvCxnSpPr/>
          <p:nvPr/>
        </p:nvCxnSpPr>
        <p:spPr>
          <a:xfrm>
            <a:off x="7342909" y="4925070"/>
            <a:ext cx="387882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ình chữ nhật 6">
                <a:extLst>
                  <a:ext uri="{FF2B5EF4-FFF2-40B4-BE49-F238E27FC236}">
                    <a16:creationId xmlns:a16="http://schemas.microsoft.com/office/drawing/2014/main" id="{DE5C3186-5F61-98AE-8DAD-168E82F42288}"/>
                  </a:ext>
                </a:extLst>
              </p:cNvPr>
              <p:cNvSpPr/>
              <p:nvPr/>
            </p:nvSpPr>
            <p:spPr>
              <a:xfrm>
                <a:off x="9857509" y="4544072"/>
                <a:ext cx="787400" cy="76199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1600" b="1"/>
              </a:p>
            </p:txBody>
          </p:sp>
        </mc:Choice>
        <mc:Fallback xmlns="">
          <p:sp>
            <p:nvSpPr>
              <p:cNvPr id="7" name="Hình chữ nhật 6">
                <a:extLst>
                  <a:ext uri="{FF2B5EF4-FFF2-40B4-BE49-F238E27FC236}">
                    <a16:creationId xmlns:a16="http://schemas.microsoft.com/office/drawing/2014/main" id="{DE5C3186-5F61-98AE-8DAD-168E82F42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509" y="4544072"/>
                <a:ext cx="787400" cy="7619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691B0023-A07A-6AA9-D778-AE5B26B5638B}"/>
                  </a:ext>
                </a:extLst>
              </p:cNvPr>
              <p:cNvSpPr txBox="1"/>
              <p:nvPr/>
            </p:nvSpPr>
            <p:spPr>
              <a:xfrm>
                <a:off x="7342909" y="5514009"/>
                <a:ext cx="21209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={−1,1}</m:t>
                      </m:r>
                    </m:oMath>
                  </m:oMathPara>
                </a14:m>
                <a:endParaRPr lang="vi-VN" sz="28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691B0023-A07A-6AA9-D778-AE5B26B56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909" y="5514009"/>
                <a:ext cx="21209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9373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D070293-6098-4032-B2B4-4FBA8F07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21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In general: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Take an example,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>
                    <a:latin typeface="Calibri (Thân)"/>
                  </a:rPr>
                  <a:t>, assume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 is a black box so we can not compute the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 directly.</a:t>
                </a: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>
                    <a:latin typeface="Calibri (Thân)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>
                    <a:latin typeface="Calibri (Thân)"/>
                  </a:rPr>
                  <a:t> Only change params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 to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, this method called </a:t>
                </a:r>
                <a:r>
                  <a:rPr lang="en-US" b="1">
                    <a:latin typeface="Calibri (Thân)"/>
                  </a:rPr>
                  <a:t>parameter-shift rules.</a:t>
                </a:r>
                <a:endParaRPr lang="en-US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2123"/>
              </a:xfrm>
              <a:blipFill>
                <a:blip r:embed="rId2"/>
                <a:stretch>
                  <a:fillRect l="-1217" t="-2043" b="-127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154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A740693-8D85-FB02-CD81-FA7A6889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A5EE54-5606-7B00-5F5E-ECD2FB474E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/>
                  <a:t> 	</a:t>
                </a: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𝑎𝑥𝑠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=[2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r>
                  <a:rPr lang="en-US"/>
                  <a:t> </a:t>
                </a:r>
              </a:p>
              <a:p>
                <a:pPr marL="0" indent="0">
                  <a:buNone/>
                </a:pPr>
                <a:r>
                  <a:rPr lang="en-US"/>
                  <a:t>Higher-order function.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=???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A5EE54-5606-7B00-5F5E-ECD2FB474E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12858BE-0CD6-6F5D-40D2-3B800FCC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154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EA204C3-EBF7-F5C9-4BF9-0FE3D6BE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Four – term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DD7070-0E51-3FDE-F8B1-1F0A80E713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66987" cy="43392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3000" b="0"/>
                  <a:t> 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DD7070-0E51-3FDE-F8B1-1F0A80E713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66987" cy="4339201"/>
              </a:xfrm>
              <a:blipFill>
                <a:blip r:embed="rId2"/>
                <a:stretch>
                  <a:fillRect t="-2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4CFB67D-5280-8957-9924-4F6EEA93CC4A}"/>
              </a:ext>
            </a:extLst>
          </p:cNvPr>
          <p:cNvSpPr txBox="1"/>
          <p:nvPr/>
        </p:nvSpPr>
        <p:spPr>
          <a:xfrm>
            <a:off x="838200" y="6308209"/>
            <a:ext cx="700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0" i="0" u="none" strike="noStrike">
                <a:solidFill>
                  <a:srgbClr val="2A6496"/>
                </a:solidFill>
                <a:effectLst/>
                <a:latin typeface="Calibri (Thân)"/>
                <a:hlinkClick r:id="rId3"/>
              </a:rPr>
              <a:t>Kottmann (2021)</a:t>
            </a:r>
            <a:endParaRPr lang="vi-VN">
              <a:latin typeface="Calibri (Thân)"/>
            </a:endParaRPr>
          </a:p>
        </p:txBody>
      </p: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EF6B43F5-355F-7B87-B84F-3D4CD6AC2496}"/>
              </a:ext>
            </a:extLst>
          </p:cNvPr>
          <p:cNvCxnSpPr/>
          <p:nvPr/>
        </p:nvCxnSpPr>
        <p:spPr>
          <a:xfrm>
            <a:off x="7315200" y="3429000"/>
            <a:ext cx="387882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922DB415-F148-F9E9-0934-5C5024B46674}"/>
              </a:ext>
            </a:extLst>
          </p:cNvPr>
          <p:cNvCxnSpPr/>
          <p:nvPr/>
        </p:nvCxnSpPr>
        <p:spPr>
          <a:xfrm>
            <a:off x="7315200" y="4392562"/>
            <a:ext cx="387882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ình chữ nhật 9">
                <a:extLst>
                  <a:ext uri="{FF2B5EF4-FFF2-40B4-BE49-F238E27FC236}">
                    <a16:creationId xmlns:a16="http://schemas.microsoft.com/office/drawing/2014/main" id="{8C4B4F5C-53F5-A4A1-A31B-0E58CBFADAA6}"/>
                  </a:ext>
                </a:extLst>
              </p:cNvPr>
              <p:cNvSpPr/>
              <p:nvPr/>
            </p:nvSpPr>
            <p:spPr>
              <a:xfrm>
                <a:off x="9829800" y="4011564"/>
                <a:ext cx="787400" cy="76199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1600" b="1"/>
              </a:p>
            </p:txBody>
          </p:sp>
        </mc:Choice>
        <mc:Fallback xmlns="">
          <p:sp>
            <p:nvSpPr>
              <p:cNvPr id="10" name="Hình chữ nhật 9">
                <a:extLst>
                  <a:ext uri="{FF2B5EF4-FFF2-40B4-BE49-F238E27FC236}">
                    <a16:creationId xmlns:a16="http://schemas.microsoft.com/office/drawing/2014/main" id="{8C4B4F5C-53F5-A4A1-A31B-0E58CBFAD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800" y="4011564"/>
                <a:ext cx="787400" cy="761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639D9333-A7B1-A56C-C4E0-E2B2AB4B15C2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0223500" y="3429000"/>
            <a:ext cx="0" cy="5825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4FE33886-0830-899A-51DC-B153B0CE66F7}"/>
              </a:ext>
            </a:extLst>
          </p:cNvPr>
          <p:cNvSpPr/>
          <p:nvPr/>
        </p:nvSpPr>
        <p:spPr>
          <a:xfrm>
            <a:off x="10153649" y="3355416"/>
            <a:ext cx="139699" cy="13969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BA76481F-5447-F8B9-0E2E-585FB6D3880F}"/>
                  </a:ext>
                </a:extLst>
              </p:cNvPr>
              <p:cNvSpPr txBox="1"/>
              <p:nvPr/>
            </p:nvSpPr>
            <p:spPr>
              <a:xfrm>
                <a:off x="7315200" y="4981501"/>
                <a:ext cx="21209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={−1,0,1}</m:t>
                      </m:r>
                    </m:oMath>
                  </m:oMathPara>
                </a14:m>
                <a:endParaRPr lang="vi-VN" sz="2800"/>
              </a:p>
            </p:txBody>
          </p:sp>
        </mc:Choice>
        <mc:Fallback xmlns="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BA76481F-5447-F8B9-0E2E-585FB6D38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4981501"/>
                <a:ext cx="21209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49CDE9B-629D-9A57-801D-81AAD954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6907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ACC7D5-F94B-436B-8C00-9FB745676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1. Gradient descent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5B94B5C-DD60-43A2-BA7E-7AC6582007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8877"/>
                <a:ext cx="1107672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Numerical gradient:</a:t>
                </a:r>
              </a:p>
              <a:p>
                <a:pPr marL="0" indent="0">
                  <a:buNone/>
                </a:pPr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num>
                        <m:den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𝒪</m:t>
                      </m:r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This is zero – order method</a:t>
                </a:r>
              </a:p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Given a model parameterized by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vi-V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vi-VN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vi-VN">
                    <a:latin typeface="Calibri (Thân)"/>
                  </a:rPr>
                  <a:t>, loss function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vi-VN">
                    <a:latin typeface="Calibri (Thân)"/>
                  </a:rPr>
                  <a:t>.</a:t>
                </a:r>
              </a:p>
              <a:p>
                <a:pPr marL="0" indent="0">
                  <a:buNone/>
                </a:pPr>
                <a:endParaRPr lang="vi-VN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lang="vi-V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endParaRPr lang="vi-VN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5B94B5C-DD60-43A2-BA7E-7AC658200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8877"/>
                <a:ext cx="11076728" cy="4351338"/>
              </a:xfrm>
              <a:blipFill>
                <a:blip r:embed="rId2"/>
                <a:stretch>
                  <a:fillRect l="-1156" t="-23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D8ADAC9E-249F-4A94-B39C-1D000F58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997" y="-85420"/>
            <a:ext cx="6832209" cy="355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8EB95AF2-B250-4BCF-ABFA-4E607F828D57}"/>
                  </a:ext>
                </a:extLst>
              </p14:cNvPr>
              <p14:cNvContentPartPr/>
              <p14:nvPr/>
            </p14:nvContentPartPr>
            <p14:xfrm>
              <a:off x="5741640" y="2795040"/>
              <a:ext cx="1134720" cy="86652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8EB95AF2-B250-4BCF-ABFA-4E607F828D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2280" y="2785680"/>
                <a:ext cx="1153440" cy="88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737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D070293-6098-4032-B2B4-4FBA8F07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Notation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23917" cy="37311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Sequence of gate: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>
                    <a:latin typeface="Calibri (Thân)"/>
                  </a:rPr>
                  <a:t> is a set of params follow by an observable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>
                    <a:latin typeface="Calibri (Thân)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Example: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 is a Pauli – Z operator, when measure, we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>
                    <a:latin typeface="Calibri (Thân)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>
                    <a:latin typeface="Calibri (Thân)"/>
                  </a:rPr>
                  <a:t>, 1 or -1, respectively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>
                    <a:latin typeface="Calibri (Thân)"/>
                  </a:rPr>
                  <a:t> are eigenvalues of Pauli – Z).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23917" cy="3731113"/>
              </a:xfrm>
              <a:blipFill>
                <a:blip r:embed="rId2"/>
                <a:stretch>
                  <a:fillRect l="-1126" t="-22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Nội dung 2">
            <a:extLst>
              <a:ext uri="{FF2B5EF4-FFF2-40B4-BE49-F238E27FC236}">
                <a16:creationId xmlns:a16="http://schemas.microsoft.com/office/drawing/2014/main" id="{42832DCD-A740-4D89-B754-64056C0DA4F6}"/>
              </a:ext>
            </a:extLst>
          </p:cNvPr>
          <p:cNvSpPr txBox="1">
            <a:spLocks/>
          </p:cNvSpPr>
          <p:nvPr/>
        </p:nvSpPr>
        <p:spPr>
          <a:xfrm>
            <a:off x="838200" y="5852160"/>
            <a:ext cx="10515600" cy="101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alibri (Thân)"/>
              </a:rPr>
              <a:t>Observable in QC can simply be a vector or matrix, associated with some real physical quantity like position, momentum, 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C4440B03-5754-4752-9827-C8F99C0F9F5F}"/>
                  </a:ext>
                </a:extLst>
              </p14:cNvPr>
              <p14:cNvContentPartPr/>
              <p14:nvPr/>
            </p14:nvContentPartPr>
            <p14:xfrm>
              <a:off x="10787040" y="1759320"/>
              <a:ext cx="554040" cy="58068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C4440B03-5754-4752-9827-C8F99C0F9F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77680" y="1749960"/>
                <a:ext cx="572760" cy="5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8606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D070293-6098-4032-B2B4-4FBA8F07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Notation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23917" cy="37311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To find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>
                    <a:latin typeface="Calibri (Thân)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Called “expectation” because we have run </a:t>
                </a:r>
                <a:r>
                  <a:rPr lang="en-US"/>
                  <a:t>several times and averages measurement samples to get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23917" cy="3731113"/>
              </a:xfrm>
              <a:blipFill>
                <a:blip r:embed="rId2"/>
                <a:stretch>
                  <a:fillRect l="-1126" t="-22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2F38101C-39B0-460B-81A0-4CB9265AC8A7}"/>
                  </a:ext>
                </a:extLst>
              </p14:cNvPr>
              <p14:cNvContentPartPr/>
              <p14:nvPr/>
            </p14:nvContentPartPr>
            <p14:xfrm>
              <a:off x="6438240" y="2143080"/>
              <a:ext cx="2563200" cy="66996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2F38101C-39B0-460B-81A0-4CB9265AC8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28880" y="2133720"/>
                <a:ext cx="2581920" cy="68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234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CADE999-C691-4F7E-93FC-4FAB916D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For simplicity, let us assume that the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affects a single gate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/>
                  <a:t> are other gates. The partial derivative: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𝒢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vi-VN"/>
                  <a:t>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vi-V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acc>
                      <m:accPr>
                        <m:chr m:val="̂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vi-V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⟩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begChr m:val="|"/>
                        <m:endChr m:val="⟩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hỗ dành sẵn cho Nội dung 2">
                <a:extLst>
                  <a:ext uri="{FF2B5EF4-FFF2-40B4-BE49-F238E27FC236}">
                    <a16:creationId xmlns:a16="http://schemas.microsoft.com/office/drawing/2014/main" id="{65F39C7C-DC25-4E5B-B98C-E5D238F8FD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852160"/>
                <a:ext cx="10515600" cy="10141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>
                    <a:latin typeface="Calibri (Thân)"/>
                  </a:rPr>
                  <a:t>For more complex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>
                    <a:latin typeface="Calibri (Thân)"/>
                  </a:rPr>
                  <a:t>, we can use product rule.</a:t>
                </a:r>
              </a:p>
            </p:txBody>
          </p:sp>
        </mc:Choice>
        <mc:Fallback xmlns="">
          <p:sp>
            <p:nvSpPr>
              <p:cNvPr id="4" name="Chỗ dành sẵn cho Nội dung 2">
                <a:extLst>
                  <a:ext uri="{FF2B5EF4-FFF2-40B4-BE49-F238E27FC236}">
                    <a16:creationId xmlns:a16="http://schemas.microsoft.com/office/drawing/2014/main" id="{65F39C7C-DC25-4E5B-B98C-E5D238F8F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852160"/>
                <a:ext cx="10515600" cy="1014193"/>
              </a:xfrm>
              <a:prstGeom prst="rect">
                <a:avLst/>
              </a:prstGeom>
              <a:blipFill>
                <a:blip r:embed="rId3"/>
                <a:stretch>
                  <a:fillRect l="-1217" t="-96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4470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5227A2A-5728-4938-8C99-AB2E22B7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3.1. Proof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CD3F62B-1711-4513-96FC-CB69FF4A96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466725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/>
                  <a:t>(1) For any two operators B, C we have: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vi-VN" i="1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CD3F62B-1711-4513-96FC-CB69FF4A9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4667251"/>
              </a:xfrm>
              <a:blipFill>
                <a:blip r:embed="rId2"/>
                <a:stretch>
                  <a:fillRect l="-805" t="-104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198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CADE999-C691-4F7E-93FC-4FAB916D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3.1. Proof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8143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(2) A generator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/>
                  <a:t> (Hermitian)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en-US"/>
                  <a:t> can be express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vi-V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vi-V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/>
                  <a:t> if it has 2 eigenvalues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r>
                  <a:rPr lang="en-US"/>
                  <a:t>Example: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Pauli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has eigen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i="0">
                    <a:latin typeface="+mj-lt"/>
                  </a:rPr>
                  <a:t> </a:t>
                </a:r>
                <a:r>
                  <a:rPr lang="en-US"/>
                  <a:t>has eigen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√2</m:t>
                    </m:r>
                  </m:oMath>
                </a14:m>
                <a:r>
                  <a:rPr lang="en-US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814326"/>
              </a:xfrm>
              <a:blipFill>
                <a:blip r:embed="rId2"/>
                <a:stretch>
                  <a:fillRect l="-1117" t="-1842" r="-100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073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CADE999-C691-4F7E-93FC-4FAB916D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3.1. Proof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143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Consider a gate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generated by a Hermitian operator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Taylor serie: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)!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+1)!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14326"/>
              </a:xfrm>
              <a:blipFill>
                <a:blip r:embed="rId2"/>
                <a:stretch>
                  <a:fillRect l="-1206" t="-11316" b="-842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149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CADE999-C691-4F7E-93FC-4FAB916D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3.2. 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Consider a gate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generated by a Hermitian operator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𝑖𝐺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Subsituation: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𝑖𝐺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vi-V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𝑖𝐺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⟩)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15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5227A2A-5728-4938-8C99-AB2E22B7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3.2. 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CD3F62B-1711-4513-96FC-CB69FF4A96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4667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Note that: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  <m:acc>
                              <m:accPr>
                                <m:chr m:val="̂"/>
                                <m:ctrlPr>
                                  <a:rPr lang="vi-V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𝑖𝐺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en-US" i="1"/>
              </a:p>
              <a:p>
                <a:pPr marL="0" indent="0">
                  <a:buNone/>
                </a:pPr>
                <a:endParaRPr lang="en-US" i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 (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𝒢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𝒢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/>
                  <a:t>-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𝒢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𝒢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/>
                  <a:t> </a:t>
                </a: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/>
                  <a:t>))</a:t>
                </a:r>
              </a:p>
              <a:p>
                <a:pPr marL="0" indent="0">
                  <a:buNone/>
                </a:pPr>
                <a:endParaRPr lang="vi-VN" i="1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CD3F62B-1711-4513-96FC-CB69FF4A9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4667251"/>
              </a:xfrm>
              <a:blipFill>
                <a:blip r:embed="rId2"/>
                <a:stretch>
                  <a:fillRect l="-1074" t="-130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CDB8CE8-900D-4523-AB30-200501D203F3}"/>
              </a:ext>
            </a:extLst>
          </p:cNvPr>
          <p:cNvSpPr/>
          <p:nvPr/>
        </p:nvSpPr>
        <p:spPr>
          <a:xfrm>
            <a:off x="2283653" y="5153894"/>
            <a:ext cx="4356297" cy="800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3844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C395F27-0734-46AB-A5A8-EDB981A1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3.2. 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D3FE38B-3EF4-461D-AFD0-C6624BF9BC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09243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Our system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latin typeface="Calibri (Thân)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>
                    <a:latin typeface="Calibri (Thân)"/>
                  </a:rPr>
                  <a:t>:</a:t>
                </a:r>
                <a:r>
                  <a:rPr lang="en-US" b="1">
                    <a:latin typeface="Calibri (Thân)"/>
                  </a:rPr>
                  <a:t> </a:t>
                </a:r>
                <a:r>
                  <a:rPr lang="en-US">
                    <a:latin typeface="Calibri (Thân)"/>
                  </a:rPr>
                  <a:t>non-apadable param)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 can be rewrited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>
                    <a:latin typeface="Calibri (Thân)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>
                    <a:latin typeface="Calibri (Thân)"/>
                  </a:rPr>
                  <a:t> Hermitian matrix).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For simplify,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. Init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=|0⟩</m:t>
                    </m:r>
                  </m:oMath>
                </a14:m>
                <a:r>
                  <a:rPr lang="en-US">
                    <a:latin typeface="Calibri (Thân)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Loss function:</a:t>
                </a: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=⟨0|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b="0"/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>
                    <a:latin typeface="Calibri (Thân)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>
                    <a:latin typeface="Calibri (Thân)"/>
                  </a:rPr>
                  <a:t>: linear transformation)</a:t>
                </a:r>
              </a:p>
              <a:p>
                <a:pPr marL="0" indent="0">
                  <a:buNone/>
                </a:pPr>
                <a:endParaRPr lang="en-US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D3FE38B-3EF4-461D-AFD0-C6624BF9B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09243" cy="5032375"/>
              </a:xfrm>
              <a:blipFill>
                <a:blip r:embed="rId3"/>
                <a:stretch>
                  <a:fillRect l="-1107" t="-193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880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C395F27-0734-46AB-A5A8-EDB981A1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3.2. 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D3FE38B-3EF4-461D-AFD0-C6624BF9BC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09243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∇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>
                    <a:latin typeface="Calibri (Thân)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>
                    <a:latin typeface="Calibri (Thân)"/>
                  </a:rPr>
                  <a:t> are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>
                    <a:latin typeface="Calibri (Thân)"/>
                  </a:rPr>
                  <a:t>, s is not infinitesimal)</a:t>
                </a:r>
              </a:p>
              <a:p>
                <a:pPr marL="0" indent="0">
                  <a:buNone/>
                </a:pPr>
                <a:endParaRPr lang="en-US" b="1">
                  <a:latin typeface="Calibri (Thân)"/>
                </a:endParaRPr>
              </a:p>
              <a:p>
                <a:pPr marL="0" indent="0">
                  <a:buNone/>
                </a:pPr>
                <a:endParaRPr lang="en-US" b="1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For multi-gates case, we use Product rule to calculate the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 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D3FE38B-3EF4-461D-AFD0-C6624BF9B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09243" cy="5032375"/>
              </a:xfrm>
              <a:blipFill>
                <a:blip r:embed="rId3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5919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DB8A3E6-4AB5-45BB-9876-E1E5F533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3E90636-B3F3-45EF-A398-433D87764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vi-V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vi-V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>
                    <a:latin typeface="Calibri (Thân)"/>
                  </a:rPr>
                  <a:t> is so hard to compute, so we use: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vi-V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is a sequence of random variables – estimators of the gradient – which defines the particular algorithm.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Note that: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vi-V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d>
                              <m:dPr>
                                <m:ctrlP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d>
                    <m:r>
                      <a:rPr lang="vi-VN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vi-VN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>
                        <a:latin typeface="Cambria Math" panose="02040503050406030204" pitchFamily="18" charset="0"/>
                      </a:rPr>
                      <m:t>∇</m:t>
                    </m:r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vi-VN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vi-V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>
                    <a:latin typeface="Calibri (Thân)"/>
                  </a:rPr>
                  <a:t> for all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endParaRPr lang="vi-VN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3E90636-B3F3-45EF-A398-433D87764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1821" r="-40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290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3E90636-B3F3-45EF-A398-433D87764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87899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Consider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vi-VN">
                    <a:latin typeface="Calibri (Thân)"/>
                  </a:rPr>
                  <a:t> as </a:t>
                </a:r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vi-VN">
                    <a:latin typeface="Calibri (Thân)"/>
                  </a:rPr>
                  <a:t> measurements </a:t>
                </a:r>
                <a:r>
                  <a:rPr lang="en-US">
                    <a:latin typeface="Calibri (Thân)"/>
                  </a:rPr>
                  <a:t>because it’s come from a quantum circuit: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vi-V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vi-V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vi-V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vi-V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vi-V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vi-V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vi-VN" b="0" i="1" smtClean="0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vi-V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vi-VN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vi-V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vi-V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vi-V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vi-VN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vi-V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vi-V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vi-VN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vi-VN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vi-V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vi-V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ac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>
                    <a:latin typeface="Calibri (Thân)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>
                    <a:latin typeface="Calibri (Thân)"/>
                  </a:rPr>
                  <a:t> is the init state, like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For short: </a:t>
                </a:r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vi-V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vi-V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vi-V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</m:d>
                      </m:e>
                      <m:sub>
                        <m:r>
                          <a:rPr lang="vi-V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a parameter shift rule can be derived, via which all partial derivatives can be expressed as linear combinations of the same expectation value</a:t>
                </a:r>
              </a:p>
              <a:p>
                <a:pPr marL="0" indent="0">
                  <a:buNone/>
                </a:pPr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endParaRPr lang="vi-VN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3E90636-B3F3-45EF-A398-433D87764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878994" cy="4351338"/>
              </a:xfrm>
              <a:blipFill>
                <a:blip r:embed="rId3"/>
                <a:stretch>
                  <a:fillRect l="-1078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402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69D08A9-9A1B-0D0F-0FFC-5235E063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General parameter-shift rule</a:t>
            </a:r>
            <a:endParaRPr lang="vi-VN"/>
          </a:p>
        </p:txBody>
      </p:sp>
      <p:sp>
        <p:nvSpPr>
          <p:cNvPr id="7" name="Chỗ dành sẵn cho Nội dung 6">
            <a:extLst>
              <a:ext uri="{FF2B5EF4-FFF2-40B4-BE49-F238E27FC236}">
                <a16:creationId xmlns:a16="http://schemas.microsoft.com/office/drawing/2014/main" id="{67DF355D-8828-52F4-826E-DD170D9F7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u="none" strike="noStrike">
                <a:solidFill>
                  <a:srgbClr val="333333"/>
                </a:solidFill>
                <a:effectLst/>
                <a:latin typeface="Calibri (Thân)"/>
                <a:hlinkClick r:id="rId2"/>
              </a:rPr>
              <a:t>General parameter-shift rules for quantum gradients</a:t>
            </a:r>
            <a:r>
              <a:rPr lang="en-US" b="0" i="0" u="none" strike="noStrike">
                <a:solidFill>
                  <a:srgbClr val="333333"/>
                </a:solidFill>
                <a:effectLst/>
                <a:latin typeface="Calibri (Thân)"/>
              </a:rPr>
              <a:t>, </a:t>
            </a:r>
            <a:r>
              <a:rPr lang="fr-FR" b="0" i="0" u="none" strike="noStrike">
                <a:solidFill>
                  <a:srgbClr val="333333"/>
                </a:solidFill>
                <a:effectLst/>
                <a:latin typeface="Calibri (Thân)"/>
              </a:rPr>
              <a:t>Quantum, volume 6, page 677</a:t>
            </a:r>
            <a:r>
              <a:rPr lang="en-US" b="0" i="0" u="none" strike="noStrike">
                <a:solidFill>
                  <a:srgbClr val="333333"/>
                </a:solidFill>
                <a:effectLst/>
                <a:latin typeface="Calibri (Thân)"/>
              </a:rPr>
              <a:t> </a:t>
            </a:r>
            <a:endParaRPr lang="en-US" b="0" i="0">
              <a:solidFill>
                <a:srgbClr val="333333"/>
              </a:solidFill>
              <a:effectLst/>
              <a:latin typeface="Calibri (Thân)"/>
            </a:endParaRPr>
          </a:p>
          <a:p>
            <a:pPr marL="0" indent="0">
              <a:buNone/>
            </a:pPr>
            <a:endParaRPr lang="vi-VN">
              <a:latin typeface="Calibri (Thân)"/>
            </a:endParaRPr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B01DAF88-F73F-A342-3156-EDD98CDD0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4558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ỗ dành sẵn cho Nội dung 4">
            <a:extLst>
              <a:ext uri="{FF2B5EF4-FFF2-40B4-BE49-F238E27FC236}">
                <a16:creationId xmlns:a16="http://schemas.microsoft.com/office/drawing/2014/main" id="{99B17F2D-9CBD-9D4C-0C77-9EB0FDAEC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6942" y="0"/>
            <a:ext cx="8498115" cy="6808288"/>
          </a:xfrm>
        </p:spPr>
      </p:pic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64469CD-7A95-DFF2-E003-ABC298A7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52822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FFEDEC0-E9EE-57F1-1DA0-D43179CD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General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Fourier transform: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/>
                  <a:t> is the number of unique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16F4BE9-528A-84AD-59DD-C037010A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6086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FFEDEC0-E9EE-57F1-1DA0-D43179CD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General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Fourier transform: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/>
                  <a:t> are unknown and can be determined via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evaluation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C4978C5-2244-CE91-1BE8-DD06B609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29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40375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FFEDEC0-E9EE-57F1-1DA0-D43179CD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General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0"/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func>
                          <m:func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6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36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3600" b="0" i="0" smtClean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e>
                    </m:nary>
                  </m:oMath>
                </a14:m>
                <a:r>
                  <a:rPr lang="en-US" sz="3600"/>
                  <a:t> </a:t>
                </a:r>
              </a:p>
              <a:p>
                <a:pPr marL="0" indent="0">
                  <a:buNone/>
                </a:pPr>
                <a:endParaRPr lang="en-US" sz="3600"/>
              </a:p>
              <a:p>
                <a:pPr marL="0" indent="0">
                  <a:buNone/>
                </a:pPr>
                <a:r>
                  <a:rPr lang="en-US" sz="3600"/>
                  <a:t>Or:</a:t>
                </a:r>
              </a:p>
              <a:p>
                <a:pPr marL="0" indent="0">
                  <a:buNone/>
                </a:pPr>
                <a:endParaRPr lang="en-US" sz="3600"/>
              </a:p>
              <a:p>
                <a:pPr marL="0" indent="0">
                  <a:buNone/>
                </a:pPr>
                <a:r>
                  <a:rPr lang="en-US" sz="3600" b="0"/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  <m:d>
                          <m:d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sub>
                            </m:s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3600"/>
                  <a:t> 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9AECD07-3155-4401-8FBE-45627993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30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990399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CCAB8CF-46B2-4AFA-9623-2B5071BC7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natural gradient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5B7428-F34A-43B9-9443-5C9021C206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/>
              <a:t>James Stokes, Josh Izaac, Nathan Killoran, Giuseppe Carleo</a:t>
            </a:r>
            <a:endParaRPr lang="en-US"/>
          </a:p>
          <a:p>
            <a:r>
              <a:rPr lang="en-US"/>
              <a:t>2019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87E1784-85ED-4ABC-90A0-063F3D6B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17430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62DBF5B-CC15-49F1-B76B-D0B9921712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Suppose we have a model parameterized by parameter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>
                    <a:latin typeface="Calibri (Thân)"/>
                  </a:rPr>
                  <a:t> </a:t>
                </a:r>
                <a:r>
                  <a:rPr lang="vi-VN">
                    <a:latin typeface="Calibri (Thân)"/>
                  </a:rPr>
                  <a:t>that models a distribution</a:t>
                </a:r>
                <a:r>
                  <a:rPr lang="en-US">
                    <a:latin typeface="Calibri (Thân)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. Our goal is to maximize the log-likelihood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>
                    <a:latin typeface="Calibri (Thân)"/>
                  </a:rPr>
                  <a:t>, we defind the score function:</a:t>
                </a:r>
              </a:p>
              <a:p>
                <a:pPr marL="0" indent="0">
                  <a:buNone/>
                </a:pPr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62DBF5B-CC15-49F1-B76B-D0B99217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27EC8A3B-6DA2-490C-A9EC-CA22CDBE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16047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62DBF5B-CC15-49F1-B76B-D0B9921712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6603"/>
                <a:ext cx="10515600" cy="522036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But the expected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=0⇒</m:t>
                    </m:r>
                  </m:oMath>
                </a14:m>
                <a:r>
                  <a:rPr lang="en-US">
                    <a:latin typeface="Calibri (Thân)"/>
                  </a:rPr>
                  <a:t> the gradient = 0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Proof:</a:t>
                </a:r>
              </a:p>
              <a:p>
                <a:pPr marL="0" indent="0">
                  <a:buNone/>
                </a:pPr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b="0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1=0</m:t>
                          </m:r>
                        </m:e>
                      </m:nary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Obviously, the sum of all probs is equals 1</a:t>
                </a:r>
                <a:endParaRPr lang="vi-VN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62DBF5B-CC15-49F1-B76B-D0B99217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6603"/>
                <a:ext cx="10515600" cy="5220360"/>
              </a:xfrm>
              <a:blipFill>
                <a:blip r:embed="rId2"/>
                <a:stretch>
                  <a:fillRect l="-1043" t="-1752" b="-17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80E2867-A38B-4444-B4A1-00929CB0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37948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4D5063-E986-4578-BE27-D4D92E69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Measuring the amount of information that an observable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carries about an unknown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/>
                  <a:t> of a distribution that models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5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E4EE872F-238B-4DD4-ABDA-59DFC090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3575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4D5063-E986-4578-BE27-D4D92E69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Expected value of the</a:t>
                </a:r>
              </a:p>
              <a:p>
                <a:pPr marL="0" indent="0">
                  <a:buNone/>
                </a:pPr>
                <a:r>
                  <a:rPr lang="en-US"/>
                  <a:t>	Square of the</a:t>
                </a:r>
              </a:p>
              <a:p>
                <a:pPr marL="0" indent="0">
                  <a:buNone/>
                </a:pPr>
                <a:r>
                  <a:rPr lang="en-US"/>
                  <a:t>		Derivative of the</a:t>
                </a:r>
              </a:p>
              <a:p>
                <a:pPr marL="0" indent="0">
                  <a:buNone/>
                </a:pPr>
                <a:r>
                  <a:rPr lang="en-US"/>
                  <a:t>			Log of the</a:t>
                </a:r>
              </a:p>
              <a:p>
                <a:pPr marL="0" indent="0">
                  <a:buNone/>
                </a:pPr>
                <a:r>
                  <a:rPr lang="en-US"/>
                  <a:t>				Likelihood of the</a:t>
                </a:r>
              </a:p>
              <a:p>
                <a:pPr marL="0" indent="0">
                  <a:buNone/>
                </a:pPr>
                <a:r>
                  <a:rPr lang="en-US"/>
                  <a:t>					Random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D0382-5C40-477A-8D9A-69D1E78C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6033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4D5063-E986-4578-BE27-D4D92E69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𝜕𝜃</m:t>
                                      </m:r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sub>
                        <m:sup>
                          <m:r>
                            <a:rPr lang="vi-V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𝜕𝜃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is twice differentiable (that mean it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):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sub>
                        <m:sup>
                          <m:r>
                            <a:rPr lang="vi-V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7442" b="-5116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B2878B9-A08A-452E-8867-1A8B245D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85972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680BE69-54A3-4BE0-87F9-5AED25B9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information: simple case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91A8D43-E661-4CE2-AA14-A52AB35F6F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be a Bernoulli trial: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91A8D43-E661-4CE2-AA14-A52AB35F6F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4F9A237-4B34-4B0A-8BCD-CC7BCDA3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83203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680BE69-54A3-4BE0-87F9-5AED25B9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information: simple case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91A8D43-E661-4CE2-AA14-A52AB35F6F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91A8D43-E661-4CE2-AA14-A52AB35F6F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F034E328-AE0A-43E3-9004-C4434500B2D8}"/>
                  </a:ext>
                </a:extLst>
              </p14:cNvPr>
              <p14:cNvContentPartPr/>
              <p14:nvPr/>
            </p14:nvContentPartPr>
            <p14:xfrm>
              <a:off x="3514320" y="4455720"/>
              <a:ext cx="4536360" cy="215172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F034E328-AE0A-43E3-9004-C4434500B2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4960" y="4446360"/>
                <a:ext cx="4555080" cy="21704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79EF5D6-9E0E-40D4-80BB-A588E8EF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542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A3F6695-D47F-46FB-8012-7A134FB33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information: matrix 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D9FD9AE-F4E2-463D-938D-0DBFDD05F6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case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matrix:</a:t>
                </a:r>
              </a:p>
              <a:p>
                <a:pPr marL="0" indent="0">
                  <a:buNone/>
                </a:pPr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D9FD9AE-F4E2-463D-938D-0DBFDD05F6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8FA48DF-8D3B-47B7-916F-9D5D3A53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78817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3D16ED0-1893-4ED6-9806-0EC7ADA8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Natural gradient descent (NGD)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425D2DD-B352-4F50-B969-F61B0A10A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 is the Fisher information matrix.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425D2DD-B352-4F50-B969-F61B0A10A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3A50B487-0095-462E-B38F-D9FEDA535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275" y="3280735"/>
            <a:ext cx="6015111" cy="279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4A5BE11E-7E82-4865-AC10-4CE8A9D7AEAB}"/>
                  </a:ext>
                </a:extLst>
              </p14:cNvPr>
              <p14:cNvContentPartPr/>
              <p14:nvPr/>
            </p14:nvContentPartPr>
            <p14:xfrm>
              <a:off x="3137760" y="1147680"/>
              <a:ext cx="8310600" cy="525348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4A5BE11E-7E82-4865-AC10-4CE8A9D7AEA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28400" y="1138320"/>
                <a:ext cx="8329320" cy="52722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8F0FB95-5795-4A32-B9DD-0702E00D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40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96869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3D16ED0-1893-4ED6-9806-0EC7ADA8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Natural gradient descent (NGD)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425D2DD-B352-4F50-B969-F61B0A10A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general,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 can be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Identity matrix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, so the NGD formula: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turn to SGD formula.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425D2DD-B352-4F50-B969-F61B0A10A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D62AB17-A772-4D2F-833E-A33A6469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41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7148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3AA37E-F363-4521-84CA-EC5B218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NGD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Quantum natural gradient optimization technique is proposed in Stokes et al. (2019)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Which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the current state of our system (it’s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-dimensional vector)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76C975B-7E1A-472D-B1FB-67C20BCA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42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79048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3AA37E-F363-4521-84CA-EC5B218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NGD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in quantum circuit can be calculated easy by parameter shift rule: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Note that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also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dimensional vector.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1A5DC28D-0477-4B9F-B3FB-EFED8536A9BE}"/>
                  </a:ext>
                </a:extLst>
              </p14:cNvPr>
              <p14:cNvContentPartPr/>
              <p14:nvPr/>
            </p14:nvContentPartPr>
            <p14:xfrm>
              <a:off x="4715280" y="4912920"/>
              <a:ext cx="5469120" cy="116568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1A5DC28D-0477-4B9F-B3FB-EFED8536A9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5920" y="4903560"/>
                <a:ext cx="5487840" cy="11844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FD90325-6E54-409E-914B-0B34562DF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43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17850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3AA37E-F363-4521-84CA-EC5B218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NGD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Fact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 is real and Hermitian,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9C94E1F3-CF56-48D3-96D3-68CF1D897C0A}"/>
                  </a:ext>
                </a:extLst>
              </p14:cNvPr>
              <p14:cNvContentPartPr/>
              <p14:nvPr/>
            </p14:nvContentPartPr>
            <p14:xfrm>
              <a:off x="6284160" y="1085040"/>
              <a:ext cx="4366440" cy="344268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9C94E1F3-CF56-48D3-96D3-68CF1D897C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74800" y="1075680"/>
                <a:ext cx="4385160" cy="34614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59ECC608-F357-4857-8445-B5D0FC10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44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57265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3AA37E-F363-4521-84CA-EC5B218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QNG – Adam or QNG – AdaptBatch,</a:t>
            </a:r>
            <a:br>
              <a:rPr lang="en-US"/>
            </a:br>
            <a:r>
              <a:rPr lang="en-US"/>
              <a:t>QNG – AdaptLR, …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When mixing QNG with Adam, we treat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𝐴𝑑𝑎𝑚𝑂𝑝𝑡𝑖𝑚𝑖𝑧𝑒𝑟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How about?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𝐴𝑑𝑎𝑝𝑡𝐵𝑎𝑡𝑐h𝑂𝑝𝑡𝑖𝑚𝑖𝑧𝑒𝑟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27218DAC-8C30-437B-9DEB-B6A5973C0293}"/>
                  </a:ext>
                </a:extLst>
              </p14:cNvPr>
              <p14:cNvContentPartPr/>
              <p14:nvPr/>
            </p14:nvContentPartPr>
            <p14:xfrm>
              <a:off x="8426880" y="3711600"/>
              <a:ext cx="753480" cy="95040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27218DAC-8C30-437B-9DEB-B6A5973C02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17520" y="3702240"/>
                <a:ext cx="772200" cy="9691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2AB85A9-9970-42BA-BCDF-9C14D805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45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107454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DA96378-DDA4-4D3D-9871-29C52F84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Experiments</a:t>
            </a:r>
            <a:endParaRPr lang="vi-VN"/>
          </a:p>
        </p:txBody>
      </p:sp>
      <p:pic>
        <p:nvPicPr>
          <p:cNvPr id="1026" name="Picture 2" descr="tutorial quantum natural gradient">
            <a:extLst>
              <a:ext uri="{FF2B5EF4-FFF2-40B4-BE49-F238E27FC236}">
                <a16:creationId xmlns:a16="http://schemas.microsoft.com/office/drawing/2014/main" id="{FD7A5948-C5A8-4AC5-A0DB-59F314933F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1" r="7807"/>
          <a:stretch/>
        </p:blipFill>
        <p:spPr bwMode="auto">
          <a:xfrm>
            <a:off x="4218039" y="1423078"/>
            <a:ext cx="7973962" cy="5434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4EC80EFF-2705-41E5-82AF-46CDAB852627}"/>
              </a:ext>
            </a:extLst>
          </p:cNvPr>
          <p:cNvSpPr txBox="1"/>
          <p:nvPr/>
        </p:nvSpPr>
        <p:spPr>
          <a:xfrm>
            <a:off x="943897" y="2182761"/>
            <a:ext cx="3642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 penny-lane benchmark</a:t>
            </a:r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Viết tay 2">
                <a:extLst>
                  <a:ext uri="{FF2B5EF4-FFF2-40B4-BE49-F238E27FC236}">
                    <a16:creationId xmlns:a16="http://schemas.microsoft.com/office/drawing/2014/main" id="{90792E24-68B3-437E-95DC-E79513D7206F}"/>
                  </a:ext>
                </a:extLst>
              </p14:cNvPr>
              <p14:cNvContentPartPr/>
              <p14:nvPr/>
            </p14:nvContentPartPr>
            <p14:xfrm>
              <a:off x="9368280" y="1067040"/>
              <a:ext cx="1094040" cy="636840"/>
            </p14:xfrm>
          </p:contentPart>
        </mc:Choice>
        <mc:Fallback xmlns="">
          <p:pic>
            <p:nvPicPr>
              <p:cNvPr id="3" name="Viết tay 2">
                <a:extLst>
                  <a:ext uri="{FF2B5EF4-FFF2-40B4-BE49-F238E27FC236}">
                    <a16:creationId xmlns:a16="http://schemas.microsoft.com/office/drawing/2014/main" id="{90792E24-68B3-437E-95DC-E79513D720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58920" y="1057680"/>
                <a:ext cx="1112760" cy="6555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10C28C4-D032-4571-B33A-0D23059F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46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10174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DA96378-DDA4-4D3D-9871-29C52F84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Experiments</a:t>
            </a:r>
            <a:endParaRPr lang="vi-VN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4EC80EFF-2705-41E5-82AF-46CDAB852627}"/>
              </a:ext>
            </a:extLst>
          </p:cNvPr>
          <p:cNvSpPr txBox="1"/>
          <p:nvPr/>
        </p:nvSpPr>
        <p:spPr>
          <a:xfrm>
            <a:off x="838200" y="1690688"/>
            <a:ext cx="3642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When optimizing 1-qubit circuit (simplest case)</a:t>
            </a:r>
            <a:endParaRPr lang="vi-VN"/>
          </a:p>
        </p:txBody>
      </p:sp>
      <p:pic>
        <p:nvPicPr>
          <p:cNvPr id="6" name="Chỗ dành sẵn cho Nội dung 5">
            <a:extLst>
              <a:ext uri="{FF2B5EF4-FFF2-40B4-BE49-F238E27FC236}">
                <a16:creationId xmlns:a16="http://schemas.microsoft.com/office/drawing/2014/main" id="{43A1B38F-0235-4712-8064-20F8E6A1F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23431"/>
            <a:ext cx="5043646" cy="3423407"/>
          </a:xfr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8940FFEF-42B7-4228-BAD0-2171F8E1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47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96557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CCAB8CF-46B2-4AFA-9623-2B5071BC7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Fubini-study tensor metric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5B7428-F34A-43B9-9443-5C9021C206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/>
              <a:t>James Stokes, Josh Izaac, Nathan Killoran, Giuseppe Carleo</a:t>
            </a:r>
            <a:endParaRPr lang="en-US"/>
          </a:p>
          <a:p>
            <a:r>
              <a:rPr lang="en-US"/>
              <a:t>2019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519DA95-94E5-4DB1-9839-B836DBEB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48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78166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BD3F375-3437-4B66-A936-682EDD128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Intro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A0AE7A-AD48-487E-916D-C24C30BF8E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QNG formula, replacing Quantum Fisher information by Fubini-study tensor metric: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It can be shown that the Fubini-Study metric tensor reduces to the Fisher information matrix in the classical limit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A0AE7A-AD48-487E-916D-C24C30BF8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995F53F-5B3C-41A3-87B5-F5F2A9A4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49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78C7FB99-5C8B-444A-A572-FD23C0CE04E2}"/>
                  </a:ext>
                </a:extLst>
              </p14:cNvPr>
              <p14:cNvContentPartPr/>
              <p14:nvPr/>
            </p14:nvContentPartPr>
            <p14:xfrm>
              <a:off x="5889960" y="3021120"/>
              <a:ext cx="1380600" cy="192780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78C7FB99-5C8B-444A-A572-FD23C0CE04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80600" y="3011760"/>
                <a:ext cx="1399320" cy="194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89801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5F9630-7232-4B5A-A64D-3F7920E8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Block-diagonal metric tensor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7078D32-36A7-4EFC-9A47-C4F981C977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1398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7078D32-36A7-4EFC-9A47-C4F981C977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1398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B28C359-EF4F-41A5-9D84-752D49E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50</a:t>
            </a:fld>
            <a:endParaRPr lang="vi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E67572-C5FA-4329-BCBE-32C699472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84" y="2755192"/>
            <a:ext cx="7215649" cy="230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97ECEEF1-3B19-4E66-86DE-96B5F0D88AA4}"/>
                  </a:ext>
                </a:extLst>
              </p:cNvPr>
              <p:cNvSpPr txBox="1"/>
              <p:nvPr/>
            </p:nvSpPr>
            <p:spPr>
              <a:xfrm>
                <a:off x="1809135" y="5416659"/>
                <a:ext cx="1253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97ECEEF1-3B19-4E66-86DE-96B5F0D88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135" y="5416659"/>
                <a:ext cx="1253613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Ngoặc móc Trái 5">
            <a:extLst>
              <a:ext uri="{FF2B5EF4-FFF2-40B4-BE49-F238E27FC236}">
                <a16:creationId xmlns:a16="http://schemas.microsoft.com/office/drawing/2014/main" id="{753AF455-F634-44C3-934D-EA6F248F3ADC}"/>
              </a:ext>
            </a:extLst>
          </p:cNvPr>
          <p:cNvSpPr/>
          <p:nvPr/>
        </p:nvSpPr>
        <p:spPr>
          <a:xfrm rot="16200000">
            <a:off x="2182761" y="3484620"/>
            <a:ext cx="353962" cy="3510116"/>
          </a:xfrm>
          <a:prstGeom prst="leftBrace">
            <a:avLst>
              <a:gd name="adj1" fmla="val 51190"/>
              <a:gd name="adj2" fmla="val 4831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Ngoặc móc Trái 7">
            <a:extLst>
              <a:ext uri="{FF2B5EF4-FFF2-40B4-BE49-F238E27FC236}">
                <a16:creationId xmlns:a16="http://schemas.microsoft.com/office/drawing/2014/main" id="{BFD92A57-31CF-4021-8730-DA960F104D8F}"/>
              </a:ext>
            </a:extLst>
          </p:cNvPr>
          <p:cNvSpPr/>
          <p:nvPr/>
        </p:nvSpPr>
        <p:spPr>
          <a:xfrm rot="16200000">
            <a:off x="3516261" y="2874415"/>
            <a:ext cx="353962" cy="6177116"/>
          </a:xfrm>
          <a:prstGeom prst="leftBrace">
            <a:avLst>
              <a:gd name="adj1" fmla="val 51190"/>
              <a:gd name="adj2" fmla="val 4831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07282896-ECA7-4305-B17E-571DD95CEE4E}"/>
                  </a:ext>
                </a:extLst>
              </p:cNvPr>
              <p:cNvSpPr txBox="1"/>
              <p:nvPr/>
            </p:nvSpPr>
            <p:spPr>
              <a:xfrm>
                <a:off x="3066435" y="6234707"/>
                <a:ext cx="1253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07282896-ECA7-4305-B17E-571DD95C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435" y="6234707"/>
                <a:ext cx="1253613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FDD68A31-6DA1-4AFC-8E61-20059BCA5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791" y="2991468"/>
            <a:ext cx="381952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Viết tay 6">
                <a:extLst>
                  <a:ext uri="{FF2B5EF4-FFF2-40B4-BE49-F238E27FC236}">
                    <a16:creationId xmlns:a16="http://schemas.microsoft.com/office/drawing/2014/main" id="{FD1CDA7C-5CFD-4B41-9A20-B704108F30D4}"/>
                  </a:ext>
                </a:extLst>
              </p14:cNvPr>
              <p14:cNvContentPartPr/>
              <p14:nvPr/>
            </p14:nvContentPartPr>
            <p14:xfrm>
              <a:off x="1434240" y="582840"/>
              <a:ext cx="9234000" cy="4339440"/>
            </p14:xfrm>
          </p:contentPart>
        </mc:Choice>
        <mc:Fallback xmlns="">
          <p:pic>
            <p:nvPicPr>
              <p:cNvPr id="7" name="Viết tay 6">
                <a:extLst>
                  <a:ext uri="{FF2B5EF4-FFF2-40B4-BE49-F238E27FC236}">
                    <a16:creationId xmlns:a16="http://schemas.microsoft.com/office/drawing/2014/main" id="{FD1CDA7C-5CFD-4B41-9A20-B704108F30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4880" y="573480"/>
                <a:ext cx="9252720" cy="435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49098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5F9630-7232-4B5A-A64D-3F7920E8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Block-diagonal metric tensor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B28C359-EF4F-41A5-9D84-752D49E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51</a:t>
            </a:fld>
            <a:endParaRPr lang="vi-V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7A33864-49B1-4D83-BBC4-E894875D33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4" y="1712628"/>
            <a:ext cx="3759966" cy="2244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88999C1-4C63-40C3-9879-8C097DD28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527" y="4094898"/>
            <a:ext cx="768667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4861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5F9630-7232-4B5A-A64D-3F7920E8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Block-diagonal metric tensor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B28C359-EF4F-41A5-9D84-752D49E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52</a:t>
            </a:fld>
            <a:endParaRPr lang="vi-V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6BA12CC-600A-41C9-B310-36758FE56F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09" y="1690688"/>
            <a:ext cx="6092951" cy="202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9B152B8-99BB-49FB-B4CF-8262AC6C6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89" y="3856550"/>
            <a:ext cx="761047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0702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5F9630-7232-4B5A-A64D-3F7920E8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Experiments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B28C359-EF4F-41A5-9D84-752D49E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53</a:t>
            </a:fld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D93A694-E958-493F-8F19-5394CA147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Through experiments, I see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(&lt;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but its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/>
                  <a:t> is good (not explode as Quantum Fisher matrix).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D93A694-E958-493F-8F19-5394CA147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Hình ảnh 5">
            <a:extLst>
              <a:ext uri="{FF2B5EF4-FFF2-40B4-BE49-F238E27FC236}">
                <a16:creationId xmlns:a16="http://schemas.microsoft.com/office/drawing/2014/main" id="{B3A869C2-E5AC-4350-A78E-98D6A1E7E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5" y="2835268"/>
            <a:ext cx="5486411" cy="3657607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C14EAD47-0846-4BD3-A312-912EC0451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389" y="2835268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078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F7C21F2-D839-C589-FF25-8078A7D1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Lagrange interpolation (developing)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A177494-B143-42FF-6DBE-4756AC844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nary>
                            <m:naryPr>
                              <m:chr m:val="∏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𝑖𝑥𝐺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𝑖𝑥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nary>
                            <m:naryPr>
                              <m:chr m:val="∏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A177494-B143-42FF-6DBE-4756AC844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A006A57-BAE0-2457-7A05-7B706B48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54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137434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CF466A-A6D9-86EE-66A0-9BBE7BBA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Lagrange interpolation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334659B-CB3E-5625-6AF1-1529A7CC9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This approach uses less number of evaluation than general parameter-shift rule in case n = 4 and n = 5.</a:t>
            </a:r>
          </a:p>
          <a:p>
            <a:pPr marL="0" indent="0">
              <a:buNone/>
            </a:pP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0E752A7-77FF-8E1E-1E1D-E573C1E4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55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326764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0987D7D-BA9F-434A-3204-1A319304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Pseudo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5C6DC9D-A44E-8483-5ACA-970A13745D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/>
                  <a:t>Can we express: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/>
                  <a:t> can be found via minimizing the distance: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This optimization process uses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number of evaluation.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5C6DC9D-A44E-8483-5ACA-970A13745D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b="-36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E0A30D8-9522-1ACB-E46F-89D0ED585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56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10474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34E7972-A1A7-4C7D-81CE-D389B82B3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Parameter shift in neural net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E4C47AFD-9FE3-414B-B71C-F01ECE159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3/7/2021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26202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3DFA7C2-D64E-4E3E-B11D-A37F478B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Intro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968D4C8-0579-4F94-B357-7E32AA9259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Assume: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We can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directly.</a:t>
                </a:r>
              </a:p>
              <a:p>
                <a:pPr marL="0" indent="0">
                  <a:buNone/>
                </a:pPr>
                <a:r>
                  <a:rPr lang="en-US"/>
                  <a:t>But what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? Is it exist?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968D4C8-0579-4F94-B357-7E32AA9259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0972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CB204A5-2067-45E4-8940-5E5821E1D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Experiments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DFB4552-D397-4E6D-91B4-959884822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1137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−10,10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∈(−5,5)</m:t>
                    </m:r>
                  </m:oMath>
                </a14:m>
                <a:r>
                  <a:rPr lang="en-US"/>
                  <a:t>, substitute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into the equation (1) and calculate loss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DFB4552-D397-4E6D-91B4-959884822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11375" cy="4351338"/>
              </a:xfrm>
              <a:blipFill>
                <a:blip r:embed="rId2"/>
                <a:stretch>
                  <a:fillRect l="-1138" t="-2241" r="-9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9608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6B700726-8377-43B8-8980-D9984B9E5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621" y="1027906"/>
            <a:ext cx="7629379" cy="5722034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6D93AF23-1650-4944-A135-29D1C3F6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Experiments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2B024A4-B3EE-4A9B-9218-D5E55087A1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57905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With the smallest share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≈0.5,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≈0.3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vi-VN" i="1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2B024A4-B3EE-4A9B-9218-D5E55087A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579055" cy="4351338"/>
              </a:xfrm>
              <a:blipFill>
                <a:blip r:embed="rId3"/>
                <a:stretch>
                  <a:fillRect l="-3578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6647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ình ảnh 5">
            <a:extLst>
              <a:ext uri="{FF2B5EF4-FFF2-40B4-BE49-F238E27FC236}">
                <a16:creationId xmlns:a16="http://schemas.microsoft.com/office/drawing/2014/main" id="{B910DB06-A2DA-40E0-9508-87AD8AD4E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67" y="491734"/>
            <a:ext cx="8170333" cy="6127750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6D93AF23-1650-4944-A135-29D1C3F6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Experiments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2B024A4-B3EE-4A9B-9218-D5E55087A1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57905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With the smallest share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≈0.05,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≈0.03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vi-VN" i="1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2B024A4-B3EE-4A9B-9218-D5E55087A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579055" cy="4351338"/>
              </a:xfrm>
              <a:blipFill>
                <a:blip r:embed="rId3"/>
                <a:stretch>
                  <a:fillRect l="-3578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4887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93AF23-1650-4944-A135-29D1C3F6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Experiments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2B024A4-B3EE-4A9B-9218-D5E55087A1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With the smallest share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≈0.005,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≈0.003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≈10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</m:oMath>
                  </m:oMathPara>
                </a14:m>
                <a:endParaRPr lang="vi-VN" i="1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2B024A4-B3EE-4A9B-9218-D5E55087A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2339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51C04BB0-6165-46FB-83DD-6F507B56D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8" y="3075085"/>
            <a:ext cx="4708000" cy="3531000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DE795253-2CBB-4596-B43E-C58E8196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Guess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BAB96A0-88AE-4C98-8C09-DF13E35B5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11452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For any differentiable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, exist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satisfy (1).</a:t>
                </a:r>
              </a:p>
              <a:p>
                <a:pPr marL="0" indent="0">
                  <a:buNone/>
                </a:pPr>
                <a:r>
                  <a:rPr lang="en-US"/>
                  <a:t>- Cyclicity: high oppoturnity 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BAB96A0-88AE-4C98-8C09-DF13E35B5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114523"/>
              </a:xfrm>
              <a:blipFill>
                <a:blip r:embed="rId3"/>
                <a:stretch>
                  <a:fillRect l="-1217" t="-8743" b="-437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8674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1ED36FE-666D-4CAA-A4E1-3D8B18AB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Guess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27B36FA-0DAF-4489-B967-D17175E9CD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583572" cy="53348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/>
                  <a:t>Ex1: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Solve eq: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sz="240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/>
                  <a:t> </a:t>
                </a:r>
              </a:p>
              <a:p>
                <a:pPr marL="0" indent="0">
                  <a:buNone/>
                </a:pPr>
                <a:r>
                  <a:rPr lang="en-US" sz="2400"/>
                  <a:t>Ex2: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Solve eq: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</m:func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/>
                  <a:t>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𝑟𝑐𝑜𝑠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𝑟𝑠𝑖𝑛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r>
                  <a:rPr lang="en-US" sz="2400"/>
                  <a:t> </a:t>
                </a:r>
                <a:endParaRPr lang="vi-VN" sz="240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27B36FA-0DAF-4489-B967-D17175E9CD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583572" cy="5334830"/>
              </a:xfrm>
              <a:blipFill>
                <a:blip r:embed="rId2"/>
                <a:stretch>
                  <a:fillRect l="-842" t="-159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1CAE0E8C-7C88-49DA-9537-4C29496F63E1}"/>
                  </a:ext>
                </a:extLst>
              </p:cNvPr>
              <p:cNvSpPr/>
              <p:nvPr/>
            </p:nvSpPr>
            <p:spPr>
              <a:xfrm>
                <a:off x="6499273" y="236929"/>
                <a:ext cx="5387926" cy="17168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>
                    <a:solidFill>
                      <a:schemeClr val="tx1"/>
                    </a:solidFill>
                  </a:rPr>
                  <a:t>Independent from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200" b="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>
                    <a:solidFill>
                      <a:schemeClr val="tx1"/>
                    </a:solidFill>
                  </a:rPr>
                  <a:t> Cyclicity</a:t>
                </a:r>
                <a:endParaRPr lang="vi-VN" sz="3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1CAE0E8C-7C88-49DA-9537-4C29496F63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273" y="236929"/>
                <a:ext cx="5387926" cy="17168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3ABC7E45-EF79-46A7-90AE-2C62A5409E28}"/>
                  </a:ext>
                </a:extLst>
              </p14:cNvPr>
              <p14:cNvContentPartPr/>
              <p14:nvPr/>
            </p14:nvContentPartPr>
            <p14:xfrm>
              <a:off x="2178720" y="4830840"/>
              <a:ext cx="7671240" cy="131328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3ABC7E45-EF79-46A7-90AE-2C62A5409E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9360" y="4821480"/>
                <a:ext cx="7689960" cy="13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4221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>
            <a:extLst>
              <a:ext uri="{FF2B5EF4-FFF2-40B4-BE49-F238E27FC236}">
                <a16:creationId xmlns:a16="http://schemas.microsoft.com/office/drawing/2014/main" id="{381D4FCA-E440-443F-BA2A-7DD6255EF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152" y="1797783"/>
            <a:ext cx="6260123" cy="469509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DE795253-2CBB-4596-B43E-C58E8196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Guess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BAB96A0-88AE-4C98-8C09-DF13E35B5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29716"/>
                <a:ext cx="10515600" cy="1803840"/>
              </a:xfrm>
            </p:spPr>
            <p:txBody>
              <a:bodyPr/>
              <a:lstStyle/>
              <a:p>
                <a:pPr>
                  <a:buFontTx/>
                  <a:buChar char="-"/>
                </a:pPr>
                <a:r>
                  <a:rPr lang="en-US"/>
                  <a:t>Non cyclicity: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is not differentiable at some points 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BAB96A0-88AE-4C98-8C09-DF13E35B5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29716"/>
                <a:ext cx="10515600" cy="1803840"/>
              </a:xfrm>
              <a:blipFill>
                <a:blip r:embed="rId3"/>
                <a:stretch>
                  <a:fillRect l="-1217" t="-60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CC9EA26E-CDD9-49BC-9658-4EE9120DCB0F}"/>
                  </a:ext>
                </a:extLst>
              </p:cNvPr>
              <p:cNvSpPr txBox="1"/>
              <p:nvPr/>
            </p:nvSpPr>
            <p:spPr>
              <a:xfrm>
                <a:off x="4090182" y="2378891"/>
                <a:ext cx="2169941" cy="697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CC9EA26E-CDD9-49BC-9658-4EE9120DC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182" y="2378891"/>
                <a:ext cx="2169941" cy="6973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Hình ảnh 12">
            <a:extLst>
              <a:ext uri="{FF2B5EF4-FFF2-40B4-BE49-F238E27FC236}">
                <a16:creationId xmlns:a16="http://schemas.microsoft.com/office/drawing/2014/main" id="{336D684C-5952-4BBF-BCCA-A78032C4EE0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4577" t="39995" r="31461" b="25732"/>
          <a:stretch/>
        </p:blipFill>
        <p:spPr>
          <a:xfrm>
            <a:off x="1304485" y="2455820"/>
            <a:ext cx="2704222" cy="373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9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Hình ảnh 10">
            <a:extLst>
              <a:ext uri="{FF2B5EF4-FFF2-40B4-BE49-F238E27FC236}">
                <a16:creationId xmlns:a16="http://schemas.microsoft.com/office/drawing/2014/main" id="{E8D03727-0642-4CAF-8F5E-371FA5C5D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568" y="2534493"/>
            <a:ext cx="5269232" cy="3951924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DE795253-2CBB-4596-B43E-C58E8196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Guess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BAB96A0-88AE-4C98-8C09-DF13E35B5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29716"/>
                <a:ext cx="10515600" cy="1803840"/>
              </a:xfrm>
            </p:spPr>
            <p:txBody>
              <a:bodyPr/>
              <a:lstStyle/>
              <a:p>
                <a:pPr>
                  <a:buFontTx/>
                  <a:buChar char="-"/>
                </a:pPr>
                <a:r>
                  <a:rPr lang="en-US"/>
                  <a:t>Singularity: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is not differentiable at some points 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BAB96A0-88AE-4C98-8C09-DF13E35B5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29716"/>
                <a:ext cx="10515600" cy="1803840"/>
              </a:xfrm>
              <a:blipFill>
                <a:blip r:embed="rId3"/>
                <a:stretch>
                  <a:fillRect l="-1217" t="-60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C99B1774-9EFF-4405-A571-DB76D7CC71F0}"/>
                  </a:ext>
                </a:extLst>
              </p:cNvPr>
              <p:cNvSpPr txBox="1"/>
              <p:nvPr/>
            </p:nvSpPr>
            <p:spPr>
              <a:xfrm>
                <a:off x="445185" y="3164224"/>
                <a:ext cx="21699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C99B1774-9EFF-4405-A571-DB76D7CC7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85" y="3164224"/>
                <a:ext cx="2169941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Hình ảnh 4">
            <a:extLst>
              <a:ext uri="{FF2B5EF4-FFF2-40B4-BE49-F238E27FC236}">
                <a16:creationId xmlns:a16="http://schemas.microsoft.com/office/drawing/2014/main" id="{79AD6029-ECAC-4242-96E1-BFE6F3A4D3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423" t="32607" r="48769" b="30862"/>
          <a:stretch/>
        </p:blipFill>
        <p:spPr>
          <a:xfrm>
            <a:off x="838200" y="3572584"/>
            <a:ext cx="4853353" cy="250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924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1ED36FE-666D-4CAA-A4E1-3D8B18AB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Guess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27B36FA-0DAF-4489-B967-D17175E9CD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583572" cy="53348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/>
                  <a:t>Ex3: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r>
                  <a:rPr lang="en-US" sz="240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Solve eq: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+2+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+2−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r>
                  <a:rPr lang="en-US" sz="240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+2)(2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40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/>
                  <a:t> </a:t>
                </a:r>
                <a:endParaRPr lang="vi-VN" sz="240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27B36FA-0DAF-4489-B967-D17175E9CD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583572" cy="5334830"/>
              </a:xfrm>
              <a:blipFill>
                <a:blip r:embed="rId2"/>
                <a:stretch>
                  <a:fillRect l="-842" t="-159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1CAE0E8C-7C88-49DA-9537-4C29496F63E1}"/>
                  </a:ext>
                </a:extLst>
              </p:cNvPr>
              <p:cNvSpPr/>
              <p:nvPr/>
            </p:nvSpPr>
            <p:spPr>
              <a:xfrm>
                <a:off x="6499273" y="236929"/>
                <a:ext cx="5387926" cy="14537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>
                    <a:solidFill>
                      <a:schemeClr val="tx1"/>
                    </a:solidFill>
                  </a:rPr>
                  <a:t>Dependent on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200" b="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>
                    <a:solidFill>
                      <a:schemeClr val="tx1"/>
                    </a:solidFill>
                  </a:rPr>
                  <a:t> Non cyclicity</a:t>
                </a:r>
                <a:endParaRPr lang="vi-VN" sz="3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1CAE0E8C-7C88-49DA-9537-4C29496F63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273" y="236929"/>
                <a:ext cx="5387926" cy="1453759"/>
              </a:xfrm>
              <a:prstGeom prst="rect">
                <a:avLst/>
              </a:prstGeom>
              <a:blipFill>
                <a:blip r:embed="rId3"/>
                <a:stretch>
                  <a:fillRect b="-8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392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1ED36FE-666D-4CAA-A4E1-3D8B18AB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Guess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27B36FA-0DAF-4489-B967-D17175E9CD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583572" cy="53348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/>
                  <a:t>Ex4: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Solve eq: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Taylor series: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/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b="0"/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27B36FA-0DAF-4489-B967-D17175E9CD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583572" cy="5334830"/>
              </a:xfrm>
              <a:blipFill>
                <a:blip r:embed="rId2"/>
                <a:stretch>
                  <a:fillRect l="-842" t="-22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1CAE0E8C-7C88-49DA-9537-4C29496F63E1}"/>
                  </a:ext>
                </a:extLst>
              </p:cNvPr>
              <p:cNvSpPr/>
              <p:nvPr/>
            </p:nvSpPr>
            <p:spPr>
              <a:xfrm>
                <a:off x="6499273" y="236929"/>
                <a:ext cx="5387926" cy="14537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>
                    <a:solidFill>
                      <a:schemeClr val="tx1"/>
                    </a:solidFill>
                  </a:rPr>
                  <a:t>Dependent on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200" b="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>
                    <a:solidFill>
                      <a:schemeClr val="tx1"/>
                    </a:solidFill>
                  </a:rPr>
                  <a:t> Non cyclicity</a:t>
                </a:r>
                <a:endParaRPr lang="vi-VN" sz="3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1CAE0E8C-7C88-49DA-9537-4C29496F63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273" y="236929"/>
                <a:ext cx="5387926" cy="1453759"/>
              </a:xfrm>
              <a:prstGeom prst="rect">
                <a:avLst/>
              </a:prstGeom>
              <a:blipFill>
                <a:blip r:embed="rId3"/>
                <a:stretch>
                  <a:fillRect b="-8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F39EF1DD-9D98-4B21-BC00-5D37918D4E10}"/>
                  </a:ext>
                </a:extLst>
              </p14:cNvPr>
              <p14:cNvContentPartPr/>
              <p14:nvPr/>
            </p14:nvContentPartPr>
            <p14:xfrm>
              <a:off x="3643200" y="4009320"/>
              <a:ext cx="6206760" cy="225072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F39EF1DD-9D98-4B21-BC00-5D37918D4E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33840" y="3999960"/>
                <a:ext cx="6225480" cy="226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2109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CC7654-08A0-45AA-9A6C-EF844010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In neural net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CBDE1B4-E960-44FB-AAA0-7617690BDB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32320" y="1825625"/>
                <a:ext cx="46704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Ex5: Simplest net without activation function</a:t>
                </a:r>
                <a:endParaRPr lang="en-US" b="0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 (1)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CBDE1B4-E960-44FB-AAA0-7617690B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32320" y="1825625"/>
                <a:ext cx="4670474" cy="4351338"/>
              </a:xfrm>
              <a:blipFill>
                <a:blip r:embed="rId2"/>
                <a:stretch>
                  <a:fillRect l="-2611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EFDA8AFC-2087-4B51-ACA5-396793D71C46}"/>
              </a:ext>
            </a:extLst>
          </p:cNvPr>
          <p:cNvSpPr/>
          <p:nvPr/>
        </p:nvSpPr>
        <p:spPr>
          <a:xfrm>
            <a:off x="942536" y="1690688"/>
            <a:ext cx="872197" cy="8693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1</a:t>
            </a:r>
            <a:endParaRPr lang="vi-VN" b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ình Bầu dục 4">
                <a:extLst>
                  <a:ext uri="{FF2B5EF4-FFF2-40B4-BE49-F238E27FC236}">
                    <a16:creationId xmlns:a16="http://schemas.microsoft.com/office/drawing/2014/main" id="{9B88A83D-A206-47C0-A06B-332C7FABBAC4}"/>
                  </a:ext>
                </a:extLst>
              </p:cNvPr>
              <p:cNvSpPr/>
              <p:nvPr/>
            </p:nvSpPr>
            <p:spPr>
              <a:xfrm>
                <a:off x="948399" y="2994318"/>
                <a:ext cx="872197" cy="8693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vi-VN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Hình Bầu dục 4">
                <a:extLst>
                  <a:ext uri="{FF2B5EF4-FFF2-40B4-BE49-F238E27FC236}">
                    <a16:creationId xmlns:a16="http://schemas.microsoft.com/office/drawing/2014/main" id="{9B88A83D-A206-47C0-A06B-332C7FABBA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399" y="2994318"/>
                <a:ext cx="872197" cy="8693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ình Bầu dục 5">
                <a:extLst>
                  <a:ext uri="{FF2B5EF4-FFF2-40B4-BE49-F238E27FC236}">
                    <a16:creationId xmlns:a16="http://schemas.microsoft.com/office/drawing/2014/main" id="{266C3479-1F57-44B3-A37D-2EBA4FDCB93D}"/>
                  </a:ext>
                </a:extLst>
              </p:cNvPr>
              <p:cNvSpPr/>
              <p:nvPr/>
            </p:nvSpPr>
            <p:spPr>
              <a:xfrm>
                <a:off x="942536" y="4297948"/>
                <a:ext cx="872197" cy="8693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vi-VN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Hình Bầu dục 5">
                <a:extLst>
                  <a:ext uri="{FF2B5EF4-FFF2-40B4-BE49-F238E27FC236}">
                    <a16:creationId xmlns:a16="http://schemas.microsoft.com/office/drawing/2014/main" id="{266C3479-1F57-44B3-A37D-2EBA4FDCB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536" y="4297948"/>
                <a:ext cx="872197" cy="8693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31A3D561-1999-4769-B85A-66ED793A7A45}"/>
              </a:ext>
            </a:extLst>
          </p:cNvPr>
          <p:cNvSpPr/>
          <p:nvPr/>
        </p:nvSpPr>
        <p:spPr>
          <a:xfrm>
            <a:off x="3317632" y="2994318"/>
            <a:ext cx="872197" cy="8693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+,*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2E589321-193B-46C0-9ED8-66C197FB7B2E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1814733" y="2125370"/>
            <a:ext cx="1502899" cy="130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8B0186C9-3C8C-4753-AD57-6B8EE9E9666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1820596" y="3429000"/>
            <a:ext cx="14970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kết nối Mũi tên Thẳng 12">
            <a:extLst>
              <a:ext uri="{FF2B5EF4-FFF2-40B4-BE49-F238E27FC236}">
                <a16:creationId xmlns:a16="http://schemas.microsoft.com/office/drawing/2014/main" id="{176AD7F4-B202-43CC-A7C2-92CAF537B9AB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1814733" y="3429000"/>
            <a:ext cx="1502899" cy="130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7E969ADF-A1C9-4971-8B74-1B7D22E90762}"/>
                  </a:ext>
                </a:extLst>
              </p:cNvPr>
              <p:cNvSpPr txBox="1"/>
              <p:nvPr/>
            </p:nvSpPr>
            <p:spPr>
              <a:xfrm>
                <a:off x="2003473" y="2028024"/>
                <a:ext cx="872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7E969ADF-A1C9-4971-8B74-1B7D22E90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473" y="2028024"/>
                <a:ext cx="87219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8BACE38F-6BEB-4D15-BAAC-6BB6191E4769}"/>
                  </a:ext>
                </a:extLst>
              </p:cNvPr>
              <p:cNvSpPr txBox="1"/>
              <p:nvPr/>
            </p:nvSpPr>
            <p:spPr>
              <a:xfrm>
                <a:off x="2009336" y="3016496"/>
                <a:ext cx="872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8BACE38F-6BEB-4D15-BAAC-6BB6191E4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336" y="3016496"/>
                <a:ext cx="872197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5557A5B7-998F-4EC4-88D2-615D19058D23}"/>
                  </a:ext>
                </a:extLst>
              </p:cNvPr>
              <p:cNvSpPr txBox="1"/>
              <p:nvPr/>
            </p:nvSpPr>
            <p:spPr>
              <a:xfrm>
                <a:off x="2003473" y="4363515"/>
                <a:ext cx="872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5557A5B7-998F-4EC4-88D2-615D19058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473" y="4363515"/>
                <a:ext cx="872197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14362C09-ADC9-42E6-8FF6-1E49E236F2C6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189829" y="3429000"/>
            <a:ext cx="573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EC6992F3-D04F-4DCA-A0E4-9DAB390B6F15}"/>
                  </a:ext>
                </a:extLst>
              </p:cNvPr>
              <p:cNvSpPr txBox="1"/>
              <p:nvPr/>
            </p:nvSpPr>
            <p:spPr>
              <a:xfrm>
                <a:off x="4623582" y="3244334"/>
                <a:ext cx="872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EC6992F3-D04F-4DCA-A0E4-9DAB390B6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582" y="3244334"/>
                <a:ext cx="872197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2855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CC7654-08A0-45AA-9A6C-EF844010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In neural net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CBDE1B4-E960-44FB-AAA0-7617690BDB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1557"/>
                <a:ext cx="11353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Apply parameter shift: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</m:e>
                      </m:mr>
                    </m:m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/>
                  <a:t> </a:t>
                </a:r>
                <a:r>
                  <a:rPr lang="en-US"/>
                  <a:t>(follow (1))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Similar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i="1"/>
                  <a:t> </a:t>
                </a:r>
                <a:r>
                  <a:rPr lang="en-US"/>
                  <a:t>(follow (1))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CBDE1B4-E960-44FB-AAA0-7617690B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1557"/>
                <a:ext cx="11353800" cy="4351338"/>
              </a:xfrm>
              <a:blipFill>
                <a:blip r:embed="rId2"/>
                <a:stretch>
                  <a:fillRect l="-1128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6237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CC7654-08A0-45AA-9A6C-EF844010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In neural net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CBDE1B4-E960-44FB-AAA0-7617690BDB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0" y="1825625"/>
                <a:ext cx="588029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Ex5: Simplest net with sigmod function</a:t>
                </a:r>
                <a:endParaRPr lang="en-US" b="0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b="0" i="1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b="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 (2)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CBDE1B4-E960-44FB-AAA0-7617690B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0" y="1825625"/>
                <a:ext cx="5880294" cy="4351338"/>
              </a:xfrm>
              <a:blipFill>
                <a:blip r:embed="rId2"/>
                <a:stretch>
                  <a:fillRect l="-2073" t="-2241" r="-4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EFDA8AFC-2087-4B51-ACA5-396793D71C46}"/>
              </a:ext>
            </a:extLst>
          </p:cNvPr>
          <p:cNvSpPr/>
          <p:nvPr/>
        </p:nvSpPr>
        <p:spPr>
          <a:xfrm>
            <a:off x="225083" y="1690688"/>
            <a:ext cx="872197" cy="8693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1</a:t>
            </a:r>
            <a:endParaRPr lang="vi-VN" b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ình Bầu dục 4">
                <a:extLst>
                  <a:ext uri="{FF2B5EF4-FFF2-40B4-BE49-F238E27FC236}">
                    <a16:creationId xmlns:a16="http://schemas.microsoft.com/office/drawing/2014/main" id="{9B88A83D-A206-47C0-A06B-332C7FABBAC4}"/>
                  </a:ext>
                </a:extLst>
              </p:cNvPr>
              <p:cNvSpPr/>
              <p:nvPr/>
            </p:nvSpPr>
            <p:spPr>
              <a:xfrm>
                <a:off x="230946" y="2994318"/>
                <a:ext cx="872197" cy="8693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vi-VN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Hình Bầu dục 4">
                <a:extLst>
                  <a:ext uri="{FF2B5EF4-FFF2-40B4-BE49-F238E27FC236}">
                    <a16:creationId xmlns:a16="http://schemas.microsoft.com/office/drawing/2014/main" id="{9B88A83D-A206-47C0-A06B-332C7FABBA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46" y="2994318"/>
                <a:ext cx="872197" cy="8693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ình Bầu dục 5">
                <a:extLst>
                  <a:ext uri="{FF2B5EF4-FFF2-40B4-BE49-F238E27FC236}">
                    <a16:creationId xmlns:a16="http://schemas.microsoft.com/office/drawing/2014/main" id="{266C3479-1F57-44B3-A37D-2EBA4FDCB93D}"/>
                  </a:ext>
                </a:extLst>
              </p:cNvPr>
              <p:cNvSpPr/>
              <p:nvPr/>
            </p:nvSpPr>
            <p:spPr>
              <a:xfrm>
                <a:off x="225083" y="4732630"/>
                <a:ext cx="872197" cy="8693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vi-VN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Hình Bầu dục 5">
                <a:extLst>
                  <a:ext uri="{FF2B5EF4-FFF2-40B4-BE49-F238E27FC236}">
                    <a16:creationId xmlns:a16="http://schemas.microsoft.com/office/drawing/2014/main" id="{266C3479-1F57-44B3-A37D-2EBA4FDCB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83" y="4732630"/>
                <a:ext cx="872197" cy="8693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31A3D561-1999-4769-B85A-66ED793A7A45}"/>
              </a:ext>
            </a:extLst>
          </p:cNvPr>
          <p:cNvSpPr/>
          <p:nvPr/>
        </p:nvSpPr>
        <p:spPr>
          <a:xfrm>
            <a:off x="2600179" y="2994318"/>
            <a:ext cx="872197" cy="8693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+,*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2E589321-193B-46C0-9ED8-66C197FB7B2E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1097280" y="2125370"/>
            <a:ext cx="1502899" cy="130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8B0186C9-3C8C-4753-AD57-6B8EE9E9666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1103143" y="3429000"/>
            <a:ext cx="14970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kết nối Mũi tên Thẳng 12">
            <a:extLst>
              <a:ext uri="{FF2B5EF4-FFF2-40B4-BE49-F238E27FC236}">
                <a16:creationId xmlns:a16="http://schemas.microsoft.com/office/drawing/2014/main" id="{176AD7F4-B202-43CC-A7C2-92CAF537B9AB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1097280" y="3429000"/>
            <a:ext cx="1502899" cy="173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7E969ADF-A1C9-4971-8B74-1B7D22E90762}"/>
                  </a:ext>
                </a:extLst>
              </p:cNvPr>
              <p:cNvSpPr txBox="1"/>
              <p:nvPr/>
            </p:nvSpPr>
            <p:spPr>
              <a:xfrm>
                <a:off x="1303605" y="1919118"/>
                <a:ext cx="872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7E969ADF-A1C9-4971-8B74-1B7D22E90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605" y="1919118"/>
                <a:ext cx="87219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8BACE38F-6BEB-4D15-BAAC-6BB6191E4769}"/>
                  </a:ext>
                </a:extLst>
              </p:cNvPr>
              <p:cNvSpPr txBox="1"/>
              <p:nvPr/>
            </p:nvSpPr>
            <p:spPr>
              <a:xfrm>
                <a:off x="1291883" y="3016496"/>
                <a:ext cx="872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8BACE38F-6BEB-4D15-BAAC-6BB6191E4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883" y="3016496"/>
                <a:ext cx="872197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5557A5B7-998F-4EC4-88D2-615D19058D23}"/>
                  </a:ext>
                </a:extLst>
              </p:cNvPr>
              <p:cNvSpPr txBox="1"/>
              <p:nvPr/>
            </p:nvSpPr>
            <p:spPr>
              <a:xfrm>
                <a:off x="1303606" y="4689458"/>
                <a:ext cx="872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5557A5B7-998F-4EC4-88D2-615D19058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606" y="4689458"/>
                <a:ext cx="87219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Hình Bầu dục 13">
                <a:extLst>
                  <a:ext uri="{FF2B5EF4-FFF2-40B4-BE49-F238E27FC236}">
                    <a16:creationId xmlns:a16="http://schemas.microsoft.com/office/drawing/2014/main" id="{E0D31E43-BB57-41E9-B84D-4CCCEC24A273}"/>
                  </a:ext>
                </a:extLst>
              </p:cNvPr>
              <p:cNvSpPr/>
              <p:nvPr/>
            </p:nvSpPr>
            <p:spPr>
              <a:xfrm>
                <a:off x="4553244" y="2989385"/>
                <a:ext cx="872197" cy="8693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</m:oMath>
                  </m:oMathPara>
                </a14:m>
                <a:endParaRPr lang="vi-VN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Hình Bầu dục 13">
                <a:extLst>
                  <a:ext uri="{FF2B5EF4-FFF2-40B4-BE49-F238E27FC236}">
                    <a16:creationId xmlns:a16="http://schemas.microsoft.com/office/drawing/2014/main" id="{E0D31E43-BB57-41E9-B84D-4CCCEC24A2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244" y="2989385"/>
                <a:ext cx="872197" cy="86936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2F6EA2A1-321E-4BBF-8F80-04C95E4E0C83}"/>
              </a:ext>
            </a:extLst>
          </p:cNvPr>
          <p:cNvCxnSpPr>
            <a:cxnSpLocks/>
            <a:stCxn id="7" idx="6"/>
            <a:endCxn id="14" idx="2"/>
          </p:cNvCxnSpPr>
          <p:nvPr/>
        </p:nvCxnSpPr>
        <p:spPr>
          <a:xfrm flipV="1">
            <a:off x="3472376" y="3424067"/>
            <a:ext cx="1080868" cy="4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5C7E1F5C-61F5-4C9F-AD2F-F19841EC6DBA}"/>
                  </a:ext>
                </a:extLst>
              </p:cNvPr>
              <p:cNvSpPr txBox="1"/>
              <p:nvPr/>
            </p:nvSpPr>
            <p:spPr>
              <a:xfrm>
                <a:off x="225082" y="4055201"/>
                <a:ext cx="872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5C7E1F5C-61F5-4C9F-AD2F-F19841EC6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82" y="4055201"/>
                <a:ext cx="87219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5E209E14-3C0B-404B-9AAA-DA5CCD29079B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3036278" y="3863682"/>
            <a:ext cx="0" cy="722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DCC905D8-EDE3-4649-B4C5-7653869E20AA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4989341" y="3858749"/>
            <a:ext cx="2" cy="67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Hộp Văn bản 22">
                <a:extLst>
                  <a:ext uri="{FF2B5EF4-FFF2-40B4-BE49-F238E27FC236}">
                    <a16:creationId xmlns:a16="http://schemas.microsoft.com/office/drawing/2014/main" id="{D8B7CC64-9787-4943-971C-C9FA243AC7DF}"/>
                  </a:ext>
                </a:extLst>
              </p:cNvPr>
              <p:cNvSpPr txBox="1"/>
              <p:nvPr/>
            </p:nvSpPr>
            <p:spPr>
              <a:xfrm>
                <a:off x="2594316" y="4685368"/>
                <a:ext cx="872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3" name="Hộp Văn bản 22">
                <a:extLst>
                  <a:ext uri="{FF2B5EF4-FFF2-40B4-BE49-F238E27FC236}">
                    <a16:creationId xmlns:a16="http://schemas.microsoft.com/office/drawing/2014/main" id="{D8B7CC64-9787-4943-971C-C9FA243AC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316" y="4685368"/>
                <a:ext cx="872197" cy="369332"/>
              </a:xfrm>
              <a:prstGeom prst="rect">
                <a:avLst/>
              </a:prstGeom>
              <a:blipFill>
                <a:blip r:embed="rId10"/>
                <a:stretch>
                  <a:fillRect l="-2098" r="-4895" b="-1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Hộp Văn bản 23">
                <a:extLst>
                  <a:ext uri="{FF2B5EF4-FFF2-40B4-BE49-F238E27FC236}">
                    <a16:creationId xmlns:a16="http://schemas.microsoft.com/office/drawing/2014/main" id="{DAF0011C-643B-41C7-AD8F-AA28B7DB7562}"/>
                  </a:ext>
                </a:extLst>
              </p:cNvPr>
              <p:cNvSpPr txBox="1"/>
              <p:nvPr/>
            </p:nvSpPr>
            <p:spPr>
              <a:xfrm>
                <a:off x="4553243" y="4647760"/>
                <a:ext cx="872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4" name="Hộp Văn bản 23">
                <a:extLst>
                  <a:ext uri="{FF2B5EF4-FFF2-40B4-BE49-F238E27FC236}">
                    <a16:creationId xmlns:a16="http://schemas.microsoft.com/office/drawing/2014/main" id="{DAF0011C-643B-41C7-AD8F-AA28B7DB7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243" y="4647760"/>
                <a:ext cx="872197" cy="369332"/>
              </a:xfrm>
              <a:prstGeom prst="rect">
                <a:avLst/>
              </a:prstGeom>
              <a:blipFill>
                <a:blip r:embed="rId11"/>
                <a:stretch>
                  <a:fillRect r="-6294"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53928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CC7654-08A0-45AA-9A6C-EF844010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In neural net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CBDE1B4-E960-44FB-AAA0-7617690BDB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1557"/>
                <a:ext cx="11353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Apply parameter shift: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</m:e>
                      </m:mr>
                    </m:m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sup>
                            </m:sSup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CBDE1B4-E960-44FB-AAA0-7617690B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1557"/>
                <a:ext cx="11353800" cy="4351338"/>
              </a:xfrm>
              <a:blipFill>
                <a:blip r:embed="rId2"/>
                <a:stretch>
                  <a:fillRect l="-1128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4016ADD6-0E82-4B02-BF15-F0101D027DE0}"/>
                  </a:ext>
                </a:extLst>
              </p14:cNvPr>
              <p14:cNvContentPartPr/>
              <p14:nvPr/>
            </p14:nvContentPartPr>
            <p14:xfrm>
              <a:off x="303480" y="2616480"/>
              <a:ext cx="509400" cy="260784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4016ADD6-0E82-4B02-BF15-F0101D027D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120" y="2607120"/>
                <a:ext cx="528120" cy="262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46926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CC7654-08A0-45AA-9A6C-EF844010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In neural net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CBDE1B4-E960-44FB-AAA0-7617690BDB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1557"/>
                <a:ext cx="11353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/>
                  <a:t> .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⇔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⁡(1+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CBDE1B4-E960-44FB-AAA0-7617690B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1557"/>
                <a:ext cx="113538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469908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3060</Words>
  <Application>Microsoft Macintosh PowerPoint</Application>
  <PresentationFormat>Widescreen</PresentationFormat>
  <Paragraphs>468</Paragraphs>
  <Slides>73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Arial</vt:lpstr>
      <vt:lpstr>Calibri (Thân)</vt:lpstr>
      <vt:lpstr>Calibri Light</vt:lpstr>
      <vt:lpstr>Cambria Math</vt:lpstr>
      <vt:lpstr>Times New Roman</vt:lpstr>
      <vt:lpstr>Chủ đề Office</vt:lpstr>
      <vt:lpstr>Quantum Gradient </vt:lpstr>
      <vt:lpstr>0. Problem: Rotation gate</vt:lpstr>
      <vt:lpstr>Rotation gate</vt:lpstr>
      <vt:lpstr>Rotation gate</vt:lpstr>
      <vt:lpstr>Rotation gate</vt:lpstr>
      <vt:lpstr>Experiments</vt:lpstr>
      <vt:lpstr>Basic definition</vt:lpstr>
      <vt:lpstr>Basic definition</vt:lpstr>
      <vt:lpstr>1. Parameter-shift rule</vt:lpstr>
      <vt:lpstr>Examples</vt:lpstr>
      <vt:lpstr>Examples</vt:lpstr>
      <vt:lpstr>1. Four – term parameter-shift rule</vt:lpstr>
      <vt:lpstr>1. Gradient descent</vt:lpstr>
      <vt:lpstr>2. Notation</vt:lpstr>
      <vt:lpstr>2. Notation</vt:lpstr>
      <vt:lpstr>3. Summary</vt:lpstr>
      <vt:lpstr>3.1. Proof</vt:lpstr>
      <vt:lpstr>3.1. Proof</vt:lpstr>
      <vt:lpstr>3.1. Proof</vt:lpstr>
      <vt:lpstr>3.2. Summary</vt:lpstr>
      <vt:lpstr>3.2. Summary</vt:lpstr>
      <vt:lpstr>3.2. Summary</vt:lpstr>
      <vt:lpstr>3.2. Summary</vt:lpstr>
      <vt:lpstr>PowerPoint Presentation</vt:lpstr>
      <vt:lpstr>PowerPoint Presentation</vt:lpstr>
      <vt:lpstr>2. General parameter-shift rule</vt:lpstr>
      <vt:lpstr>PowerPoint Presentation</vt:lpstr>
      <vt:lpstr>2. General parameter-shift rule</vt:lpstr>
      <vt:lpstr>2. General parameter-shift rule</vt:lpstr>
      <vt:lpstr>2. General parameter-shift rule</vt:lpstr>
      <vt:lpstr>Quantum natural gradient</vt:lpstr>
      <vt:lpstr>PowerPoint Presentation</vt:lpstr>
      <vt:lpstr>PowerPoint Presentation</vt:lpstr>
      <vt:lpstr>1. Fisher information</vt:lpstr>
      <vt:lpstr>1. Fisher information</vt:lpstr>
      <vt:lpstr>1. Fisher information</vt:lpstr>
      <vt:lpstr>1. Fisher information: simple case</vt:lpstr>
      <vt:lpstr>1. Fisher information: simple case</vt:lpstr>
      <vt:lpstr>1. Fisher information: matrix form</vt:lpstr>
      <vt:lpstr>2. Natural gradient descent (NGD)</vt:lpstr>
      <vt:lpstr>2. Natural gradient descent (NGD)</vt:lpstr>
      <vt:lpstr>3. Quantum NGD</vt:lpstr>
      <vt:lpstr>3. Quantum NGD</vt:lpstr>
      <vt:lpstr>3. Quantum NGD</vt:lpstr>
      <vt:lpstr>3. QNG – Adam or QNG – AdaptBatch, QNG – AdaptLR, …</vt:lpstr>
      <vt:lpstr>4. Experiments</vt:lpstr>
      <vt:lpstr>4. Experiments</vt:lpstr>
      <vt:lpstr>Fubini-study tensor metric</vt:lpstr>
      <vt:lpstr>1. Intro</vt:lpstr>
      <vt:lpstr>2. Block-diagonal metric tensor</vt:lpstr>
      <vt:lpstr>2. Block-diagonal metric tensor</vt:lpstr>
      <vt:lpstr>2. Block-diagonal metric tensor</vt:lpstr>
      <vt:lpstr>3. Experiments</vt:lpstr>
      <vt:lpstr>3. Lagrange interpolation (developing)</vt:lpstr>
      <vt:lpstr>3. Lagrange interpolation</vt:lpstr>
      <vt:lpstr>4. Pseudo parameter-shift rule</vt:lpstr>
      <vt:lpstr>Parameter shift in neural net</vt:lpstr>
      <vt:lpstr>1. Intro</vt:lpstr>
      <vt:lpstr>2. Experiments</vt:lpstr>
      <vt:lpstr>2. Experiments</vt:lpstr>
      <vt:lpstr>2. Experiments</vt:lpstr>
      <vt:lpstr>2. Experiments</vt:lpstr>
      <vt:lpstr>3. Guess</vt:lpstr>
      <vt:lpstr>3. Guess</vt:lpstr>
      <vt:lpstr>3. Guess</vt:lpstr>
      <vt:lpstr>3. Guess</vt:lpstr>
      <vt:lpstr>3. Guess</vt:lpstr>
      <vt:lpstr>3. Guess</vt:lpstr>
      <vt:lpstr>4. In neural net</vt:lpstr>
      <vt:lpstr>4. In neural net</vt:lpstr>
      <vt:lpstr>4. In neural net</vt:lpstr>
      <vt:lpstr>4. In neural net</vt:lpstr>
      <vt:lpstr>4. In neural net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Gradient Parameter shift method</dc:title>
  <dc:creator>Tuan Hai</dc:creator>
  <cp:lastModifiedBy>Vũ Tuấn Hải</cp:lastModifiedBy>
  <cp:revision>40</cp:revision>
  <dcterms:created xsi:type="dcterms:W3CDTF">2021-05-27T15:39:31Z</dcterms:created>
  <dcterms:modified xsi:type="dcterms:W3CDTF">2026-10-14T06:04:28Z</dcterms:modified>
</cp:coreProperties>
</file>