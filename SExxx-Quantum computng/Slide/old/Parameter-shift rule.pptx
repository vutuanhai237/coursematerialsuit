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58" r:id="rId5"/>
    <p:sldId id="267" r:id="rId6"/>
    <p:sldId id="268" r:id="rId7"/>
    <p:sldId id="260" r:id="rId8"/>
    <p:sldId id="259" r:id="rId9"/>
    <p:sldId id="261" r:id="rId10"/>
    <p:sldId id="262" r:id="rId11"/>
    <p:sldId id="264" r:id="rId12"/>
    <p:sldId id="265" r:id="rId13"/>
    <p:sldId id="266" r:id="rId14"/>
    <p:sldId id="273" r:id="rId15"/>
    <p:sldId id="269" r:id="rId16"/>
    <p:sldId id="270" r:id="rId17"/>
    <p:sldId id="272" r:id="rId18"/>
    <p:sldId id="271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29:19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12675 9525 0,'25'0'15,"0"0"32,0 0-31,-1 0-1,51 0-15,-26 0 16,75 0 0,224 0-1,-175 0 1,26 0-16,-1 0 16,25 0-16,1 0 15,49 25-15,-1-25 16,-48 0-16,49 25 15,24-25-15,-24 0 16,49 0-16,-24 0 16,-25 0-16,25 0 15,-26 0-15,-23 0 16,23 0-16,-48 0 16,24 0-16,-25 0 15,0 0-15,-24 0 16,73 0-16,-73 0 15,24 0 1,-24 0-16,24 0 16,-74 0-16,49 0 15,-49 24-15,25-24 16,-26 0-16,26 0 16,-50 0-16,0 0 15,25 0-15,-50 0 16,25 25-16,-25 0 15,1-25-15,48 25 16,-24-25-16,25 0 16,0 0-16,0 0 15,-50 0-15,0 0 16,25 0-16,-24 0 16,-1 0-1,0 0-15,-49 0 16,-1 0-16,1 25 15,-25-25-15,-1 0 0,1 0 16,0 0 0,0 0-1,0 0-15,-1 0 16,1 0-16,25 0 16,-1 0-16,-24 0 15,50 0-15,-1 0 16,-24 0-16,24 0 15,-49 0-15,49 0 16,1 0-16,24 0 16,25 0-16,-25 0 15,0 0-15,25 0 16,-49 0-16,24 0 16,25 0-16,-49 0 15,24 0-15,0 0 16,-25 0-1,50 0-15,25 0 16,-25 0-16,-24 0 16,24 0-16,-25 0 15,-25 0-15,25 0 16,-49 0-16,24 0 16,1 0-16,24 0 15,0 0-15,-24 0 16,24 0-16,-25 0 15,-24 0-15,24 0 16,-24 0-16,-25 0 16,49 0-16,-49 0 15,25 0-15,24 0 16,-49 0 0,0 0-16,-1 0 15,1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1:33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16867 1538 0,'-25'0'0,"1"0"16,-1 0-1,0 0 1,0 0-16,0 0 31,-24 0-31,-1 25 16,25 24 0,1 1-16,-26-25 15,50 24-15,-25-24 16,25 0-1,-25 49-15,25-49 16,0 0 0,0 0 15,25-25-15,25 25-1,-25-25-15,-1 24 16,26-24-16,49 0 15,-49 25-15,-1-25 16,-24 50-16,25-25 16,-25-1-16,-1-24 15,1 0-15,-25 25 16,25 0 0,-25 0-1,0 0-15,0-1 31,0 1-31,0 25 0,0-25 16,-25-1 0,-24 1-16,24 0 15,-50-25-15,26 50 16,-1-50-16,1 0 16,-1 0-16,25 0 15,-24 0-15,24 0 16,-25 0-16,25 0 15,1 0-15,24-25 16,0 0 0,0-49-16,0 49 15</inkml:trace>
  <inkml:trace contextRef="#ctx0" brushRef="#br0" timeOffset="1173.25">17760 1687 0,'0'-25'15,"0"0"17,-25 25-32,1 0 15,-1 0-15,0 0 16,-25 0-16,1 25 15,-1 25-15,50-26 16,-50 26-16,50 0 16,-24 49-1,24-74-15,0 24 16,0 26-16,0-51 0,0 26 16,0 0-16,0-26 15,24 26-15,-24-25 16,25 0-1,25 24-15,-25-49 16,49 50-16,-49-50 16,0 0-16,0 0 15,-1 0 1,1 0-16,-25-25 16,25-25-16,-25 26 15,0-1-15,0-25 16,0 1-16,0-1 15,0 0-15,0 26 16,-50-1-16,50 0 16,-24 0-1,-1 25 17,50 0 46,-1 0-78,1 0 15,0 0-15,49 0 16,-49 0-16,25 0 16,-25 0-16,-1 0 15</inkml:trace>
  <inkml:trace contextRef="#ctx0" brushRef="#br0" timeOffset="2065.21">18182 1761 0,'25'0'47,"-25"50"-47,24-1 16,-24 1-16,0 49 15,50-24 1,-50-1-16,0 25 16,25-24-16,-25-26 15,0 1-15,0-25 0,0 24 16,-25-74 78,25-74-79,-25 25-15,25-25 16,0 49-16,0-24 15,0-1 1,0 26-16,0-1 0,0 0 16,0 1-1,0-26-15,50 1 0,24-1 16,-24 26-16,-1-1 16,51-49-1,-51 99-15,1-25 16,-25 25-1,0 0 1,-1 25-16,26 25 16,-25-26-16,-25 51 15,25-26-15,-25-24 16,0 50-16,0-50 16,0 24-1,0 1-15,0-25 0,0-1 16,0 26-16,0-25 15,-25 49-15,0-49 16,-25 0-16,-49 74 16,50-49-1,-51-1-15,26-24 16,24 0-16,25-25 16,1 0-16,-1 0 15,-25 0-15</inkml:trace>
  <inkml:trace contextRef="#ctx0" brushRef="#br0" timeOffset="2691.89">16520 3373 0,'-25'0'32,"25"25"-17,0 0-15,0 49 16,-25-24-16,1 0 16,-1 24-16,-50 50 0,50-74 15,-24 49 1,-26 0-16,51-24 15,-1-1-15,-25-24 16,1 24-16,49-24 16,0-26-1,-25-24 48,25-24-63</inkml:trace>
  <inkml:trace contextRef="#ctx0" brushRef="#br0" timeOffset="3069.55">16545 3473 0,'25'0'0,"-1"0"0,1 24 15,25 51-15,-25-1 16,-1-49-16,26 50 16,-25-1-16,0-49 15,24 74-15,-24-49 16,-25-26-16,25 51 15,-25-50 1,25 24-16,-25-24 16,24 0-1,-24 0-15,0 24 16,0-24 0,-24-25-1,-51 0 1,26 0-16</inkml:trace>
  <inkml:trace contextRef="#ctx0" brushRef="#br0" timeOffset="3311.8">16197 3969 0,'25'0'16,"25"0"15,24 0-31,-49 0 16,25 0-16,24 0 16,1 0-16,-26 0 15,-24 0-15,25-25 16</inkml:trace>
  <inkml:trace contextRef="#ctx0" brushRef="#br0" timeOffset="4182.91">17462 3944 0,'0'0'0,"-24"0"31,-26 0-15,25 0 0,0 0-16,-49 25 15,24 0-15,-24 49 16,24-24-16,26-26 15,-1 26-15,0 0 16,25 24 0,0-49-16,0 0 15,0-1-15,25-24 16,0 0 0,24 0-16,-24 0 15,0 0-15,24 0 16,1-99-16,-25 50 15,24-51-15,-24 26 16,25-25-16,-25 0 16,-1 24-16,-24-49 15,0 25-15,0 49 16,0 1-16,0 24 16,0 0-16,0 0 15,0 100 48,0 24-48,0-74-15,25 99 16,-25-50-16,0 25 16,0 1-16,0-51 15,25 1-15,-25-25 16,25-1 62,0-24-47</inkml:trace>
  <inkml:trace contextRef="#ctx0" brushRef="#br0" timeOffset="5199.42">17884 3870 0,'0'-25'63,"-74"74"-48,24 51 1,25-26-16,-49 25 15,49-24-15,25 24 0,0-25 16,-25-49-16,25 0 16,0 0-1,25-25 17,0 0-32,0 0 15,0-25-15,-1-25 16,1 25-16,50-99 15,-51 100-15,1-26 16,-25 0-16,25 1 16,-25-1-16,25 25 15,-25 1 1,0 98 46,0 0-46,0-24-16,0 49 16,0-24-16,0-51 15,25 1-15,-1-25 47,26-25-31,-25-49-16,24 0 15,-49 49-15,0 0 16,25-25-16,0 50 63,0 0-63,-25 25 15,25 25-15,-25-1 16,24 26-1,-24-50 1,0-1 15,25-24-15,0 0 0,0 0-16,-25-24 15,25 24 1,-1 0 15,1 0-31,0 24 63,0-24-48,24 0 1,-24 0-16,50 0 15</inkml:trace>
  <inkml:trace contextRef="#ctx0" brushRef="#br0" timeOffset="5682.09">20141 1935 0</inkml:trace>
  <inkml:trace contextRef="#ctx0" brushRef="#br0" timeOffset="5954.69">20141 2332 0,'25'24'93</inkml:trace>
  <inkml:trace contextRef="#ctx0" brushRef="#br0" timeOffset="7236.44">20191 3894 0</inkml:trace>
  <inkml:trace contextRef="#ctx0" brushRef="#br0" timeOffset="7480.99">20191 4068 0</inkml:trace>
  <inkml:trace contextRef="#ctx0" brushRef="#br0" timeOffset="14454.77">22870 1215 0,'0'25'31,"25"0"-15,74 74-16,-49-24 15,-1-1-15,1 25 16,24 1 0,-24-76-16,-25 1 15,-25 25-15,49 24 16,-24-24-16,-25-25 15,25 24-15,0-24 16,-25 0-16,0-50 94,-25 0-79</inkml:trace>
  <inkml:trace contextRef="#ctx0" brushRef="#br0" timeOffset="15618.32">22920 1215 0,'0'25'16,"24"-25"0,1 0-1,25 0-15,-1 0 16,1 0-16,0 0 15,24 0 1,-24 0-16,-1 0 0,1 0 16,49 0-16,-49 0 15,-1 0-15,-24 0 16,25 0-16,-1 0 16,-24 0-1,0 0-15,24 0 16,-24 0-16,0 0 31,-50 25 141,-24 0-172,24 0 16,0-25-16,-49 74 15,74-49-15,-25 0 0,0-1 16,0 1-1,0 0 1,25 0-16,-24 0 16,24-1-16,-25 51 15,0-50-15,-25 24 16,50-24-16,-24 25 16,-1-25-16,25-1 15,0 1 1,0 0-1,0 0 17</inkml:trace>
  <inkml:trace contextRef="#ctx0" brushRef="#br0" timeOffset="17731.95">24309 1612 0,'0'-25'32,"24"1"-17,1 24 1,0-25 0,-25 0 62,-25 25-47,-24 0-31,24 0 16,-50 0-16,26 0 15,24 25-15,0-25 16,-24 25-16,24-1 15,0 1 1,0-25-16,0 50 16,-24-25-16,49 0 15,-25 24 1,25-24-16,0 25 16,0 24-16,0-24 15,0-26-15,25 51 16,0-75-16,-1 49 15,26 1-15,-25-25 16,0 0-16,24-1 16,-24 1-16,49-25 15,-49 0-15,25 0 16,-50 25-16,25-25 16,24 0-1,-24 0-15,0 0 16,0 0-16,-1 0 15,1 0 1</inkml:trace>
  <inkml:trace contextRef="#ctx0" brushRef="#br0" timeOffset="18357.34">25202 1290 0,'0'25'62,"-50"-1"-46,25 1-16,0 0 15,-24 49-15,24-49 16,25 25 0,-50 24-16,50 26 15,0-26-15,0 0 16,0 26-16,0-26 0,0 0 15,0 1-15,0-26 16,0-24 0,0 50-16,25-75 15,0 49-15,0-49 16,-25 25 0,25-25 46</inkml:trace>
  <inkml:trace contextRef="#ctx0" brushRef="#br0" timeOffset="19276.5">25648 1637 0,'0'0'0,"0"-25"16,0 0-16,-25 25 15,0-24 1,1 24 47,-1 0-63,0 0 15,0 0-15,-24 0 16,49 49-16,-50 26 15,25-50-15,25 24 16,0-24-16,0 25 16,0 24-16,0-49 15,0 24-15,0-24 16,0 25-16,25-1 16,0-24-1,0 0-15,-1 0 16,1 0-1,0-25-15,0 0 16,0 0 0,-1 0 15,1 0-15,0-50-1,-25-24 1,25 49-1,-25 0-15,0-25 16,0 1 0,0-1-1,0 1-15,0-1 16,-25 50 0,25-25-16,-25 0 15,0 1-15,1-26 16</inkml:trace>
  <inkml:trace contextRef="#ctx0" brushRef="#br0" timeOffset="19942.06">25400 1960 0,'25'0'62,"0"0"-62,24 0 16,1 0 0,-1 0-16,-24 0 15,25 0-15,-25 0 16,-1 0-16,51 0 15,-50 0-15,-1 0 16,-24-25 0</inkml:trace>
  <inkml:trace contextRef="#ctx0" brushRef="#br0" timeOffset="20667.18">25896 1439 0,'25'-25'47,"0"25"-32,0 25-15,-1 24 16,26 1-1,-25-1-15,-25-24 16,25 0-16,-1 25 16,-24 24-1,25-49-15,-25 25 16,0-1-16,0-24 0,0 25 16,0-26-16,0 1 15,0 25-15,-25-25 16,1 24-1,-1 75-15,-25-74 16,25-1-16,1-24 16,-1 0-1,0-25-15,0 0 16,0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2:37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20762 7069 0,'-25'-24'16,"0"24"15,0-25-15,0 25-1,-24-25 1,24 0-1,0-24-15,-25-1 16,50 0 0,-24 1-16,24 24 15,0-50-15,0 26 16,0-1 0,0 1-16,0 24 15,0-50-15,0 51 0,0-26 16,0 0-1,0 26-15,24-26 0,26 0 16,-50 26 0,50-1-16,-26-25 15,1 50-15,0-25 16,0 1-16,0 24 16,0-25-16,-1-25 15,1 25-15,74-24 16,-74 49-16,0-25 15,25 0-15,-26 25 16,1 0 0,0 0-16,0-25 0,0 25 15,-1 0 1,1 0-16,0 0 16,25 0-16,-26 0 15,26 0 1,-25 0-1,0 0 1,-1 0-16,-24 25 16,25 25-16,25-1 15,-25 1-15,24 24 16,-49-49 0,25 0-16,-25 25 15,0-1-15,0-24 16,0 0-16,0 24 15,25 1-15,-25-25 16,0 49-16,0-24 16,0-1-16,0 1 15,0-25 1,0 24-16,0-24 16,-25 0-16,0 0 0,-24 0 15,24-1-15,0 26 16,-25 25-1,26-51 1,-26 1-16,25-25 16,25 25-16,-25-25 15,-24 50-15,-1-26 16,25 1 0,1 0-1,-26 0-15,25-25 16,25 25-16,-25-25 15,1 0 1,-1 0 0,25 24-16,-25-24 0,0 0 62,0 0-46,-24 0-1,24 0-15,0-24 16,0-1-16,25 0 16,0 0 15</inkml:trace>
  <inkml:trace contextRef="#ctx0" brushRef="#br0" timeOffset="17258.84">30361 7417 0,'0'-25'32,"0"0"-17,0 0 1,-25-24-16,25-1 16,-25 0-16,25 1 15,0 24-15,-24-25 16,-1-49-1,0 50-15,25-1 0,0-25 16,0 51-16,0-51 16,-25 1-16,25 24 15,0-24 1,0 24-16,0-24 16,0 24-16,0 1 15,0 24-15,0-74 16,0 24-16,0 1 15,0 24-15,0-24 16,0 24-16,0 0 16,-25 1-16,25-50 15,-25 74-15,25-25 16,0 1-16,0-26 16,0 26-16,0 24 15,0 0-15,0-25 16,0 26-16,0-1 15,-24-25 1,24 25 0,-25 1-16,25-1 31,-25 0-15,-25-25-1,26 50 1,-26-49-16,25 49 15,25-25-15,-25 25 16,1 0-16,-1-25 16,-50 25-16,51-25 15,-26 25-15,0-24 16,1 24-16,-50 0 16,49-25-16,0 25 15,1-25-15,-50 25 16,49 0-16,-24-25 15,-26 0-15,1 25 16,25-25-16,24 1 16,-24 24-1,-1 0-15,-74-25 16,25 0-16,-24 0 16,24 25-16,-25-25 15,25 1-15,-25-1 16,25 0-16,-25 25 15,25 0-15,-25 0 16,50-25-16,-50 0 16,25 25-16,0 0 15,0 0-15,0 0 16,-25-24-16,25 24 16,25 0-16,-50 0 15,25 0-15,25 0 16,-25 0-1,25 0-15,-50 0 0,25 0 16,25 0 0,-25 0-16,-1 0 0,26 0 15,-50 0-15,25 0 16,0 0 0,-24 0-16,24 0 15,-50 0-15,50 0 16,0 0-16,-25 0 15,0 0-15,0 0 16,1 0-16,24 0 16,-50 0-16,25 0 15,0-25-15,0 25 16,1-25 0,-1 0-16,0 0 0,0 25 15,0 0-15,25-24 16,-49 24-16,49-25 15,-50 0-15,50 25 16,0 0 0,-25 0-16,75-25 15,-26 25-15,1 0 16,0 0-16,-25 0 0,0 0 16,25 0-1,-50 0-15,25 0 16,25 0-16,-50 0 15,50 0-15,-1 0 16,-48 0-16,24 0 16,-25 0-16,25 0 15,-50 0-15,25 0 16,0 0-16,-24 0 16,24 0-16,-25 0 15,25 0 1,25 0-16,-49 0 15,24 0-15,-25 0 16,50 0-16,0 0 0,-49 0 16,49 0-16,-50-25 15,0 25 1,-24 0-16,49 0 16,-49 0-16,24 0 15,0 0-15,26 0 16,24 0-16,-25 0 15,50 0-15,-25 0 16,-50 0-16,0 0 16,-24 0-16,24 0 15,-24 0 1,-1 0-16,26 0 0,24 0 16,0 0-16,0 0 15,25 0-15,0 0 16,-25 0-16,25 0 15,-25 0 1,25 0-16,-24 0 16,-1 0-16,25 0 15,-50 0-15,50 0 16,-25 0-16,0 0 16,1 0-16,-1 0 15,0 0-15,0 0 16,50 25-16,0-25 15,-1 0-15,26 0 16,-25 0-16,-25 0 16,49 0-16,-24 0 15,0 25-15,25 0 16,-26-25-16,26 25 16,-25-25-1,24 0-15,1 0 0,-25 24 16,24-24-16,-49 25 15,75-25 1,-26 0-16,1 0 0,24 25 16,1-25-1,24 0-15,-50 25 16,26-25-16,24 0 16,-49 25-16,24-25 15,-49 24-15,49-24 16,-49 25-16,74 0 15,-25-25-15,26 0 16,-26 50-16,-24-50 16,49 24-1,-50-24-15,26 25 0,-1-25 16,-24 25-16,49 0 16,0-25-16,0 0 15,1 25-15,-1-1 31,0-24-31,0 25 16,-24-25-16,24 25 16,0 25-16,-25-25 15,26-1-15,-26 1 0,25 0 16,0 25 0,0 24-16,25-49 15,-24 49-15,-1-24 16,0 24-16,25 1 15,0-1-15,0 0 16,0-24-16,0 24 16,0 26-16,0-26 15,0-24-15,0 24 16,0 25 0,0 25-16,0-49 0,25 24 15,24 0 1,-24 0-16,25-24 15,-25 49-15,24-25 0,-24-24 16,0 24 0,25-25-16,-50 25 15,24-24-15,1-1 16,0-24-16,-25-1 16,0-24-16,25 0 15,-25 0-15,25 0 16,-25-1-16,0 26 15,0-25-15,24 24 16,-24-24-16,25 0 16,-25 0-16,25 0 15,-25-1 1,25 1-16,0-25 16,-25 25-16,49 0 15,1-25 1,-1 49-1,-24-49-15,50 0 16,-26 0-16,50 0 16,-49 25-16,74 0 15,-74-25-15,49 0 16,-49 0-16,24 0 16,0 0-16,100 25 15,-50 0-15,25 0 16,-75-25-16,50 0 15,0 24-15,0-24 16,-24 0-16,24 0 16,24 0-16,-48 0 15,-1 0 1,50 0-16,-25 0 16,25 0-16,-25 0 0,0 0 15,24 0-15,-24 0 16,-24 0-16,48 0 15,-48 0 1,-1 0-16,50 0 16,-50 0-16,25 0 15,-25 0-15,0 0 16,25 0-16,-49 0 16,-1 0-16,25 0 15,25 0-15,-24 0 16,-1 0-16,50 0 15,-25 0-15,25 0 16,-25 0 0,-25 0-16,50 0 0,-50 0 15,0 0-15,50 0 16,-50 0-16,0 0 16,25 0-1,-24 0-15,-1 0 16,50 0-16,-1 0 15,26 0-15,-50 0 16,0 0-16,25 0 0,-25 0 16,25 0-1,-25 0-15,0 0 16,25 0-16,-25 0 16,25 0-16,-1 0 15,1 0-15,25 0 16,-25 0-16,49 0 15,-74 0-15,25 0 16,25 0-16,-50 0 16,24 0-1,-24 0-15,25 0 16,25 0-16,-25 0 0,0 0 16,-1 0-16,-24 0 15,25 0-15,0 0 16,25 0-1,-25 0-15,-25 0 16,24 0-16,-24 0 16,0 0-16,1 0 15,-26 0-15,25 0 16,-25 0-16,25 0 16,25 0-16,-50 0 15,-25 0-15,50 0 16,0 0-16,1 0 15,-1 0-15,0 0 16,24 0-16,-24 0 16,-24 0-16,24 0 15,-25 0-15,25 0 16,0 0 0,-25 0-16,0 0 15,25 0-15,-24 0 16,-1 0-16,25 0 15,-25 0-15,25 0 0,0 0 16,-25 0 0,1 0-16,24 0 15,0 0-15,24 0 16,-24 0-16,0 0 16,50 0-16,-25 0 15,0 0-15,-25 0 16,0 0-16,0 0 15,-25 0-15,0 0 16,25 0-16,0 0 16,-24 0-1,48 0-15,-48 0 0,-1 0 16,50 0-16,-50 0 16,25 0-16,-25 0 15,-24 0 1,24 0-16,0 0 15,-25 0-15,1 0 16,24 0-16,-49 0 16,24 0-16,-24 0 15,-1 0-15,26 0 16,-26 0-16,-24 0 16,25-24-16,-1 24 15,-24 0-15,49 0 16,-24 0-16,-25 0 15,0 0-15,49 0 16,-24-25 0,-25 25-16,24 0 15,1 0 1,-1 0-16,1 0 16,0-25-16,-1 25 0,26 0 15,-26 0-15,26-25 16,-26 25-1,26 0-15,-26 0 16,26 0-16,-1 0 16,1-25-16,24 25 15,0-25-15,-49 25 16,24 0-16,0-24 16,-49 24-16,0 0 15,25 0-15,-1 0 16,1-25-1,-1 25-15,1-25 16,-25 25 0,0 0-16,-1-25 0,1 25 15,0-25-15,49 25 16,-49 0-16,0 0 16,0-24-1,0-1-15,49 25 16,-24 0-16,-25 0 15,-1 0 1,1 0 0,0 0-16,0 0 15,0-25-15,24 25 16,1 0-16,-25 0 16,-1 0-16,1 0 15,25 0-15,-1 0 16,-24 0-1,-25-25-15,50 25 16,-25 0-16,24 0 16,-24 0-16,25-25 15,-26 1 1,1 24-16,0 0 16,0 0-1,-25-25 1,25 25-1,24-25 1,-24 25 31,0 0-47,0-25 16,-1 0 15,-24 1-16,25 24 1,-25-25 0,25 0-1,-25 0 1,25 0 0,-25 1-1,25-1 1,-25 0-16,0 0 31,49 0-15,-49 1 15,0-1-15,0 0 15,0 0-31,0 0 47,0 1-16,0-1 16,0 0 0,0 0-16,0 0 0,0 1 16,0-1-47,0 0 47,25 0-31,-25 0-1,0 1 1,0-1-1,0 0 17,0 0 61</inkml:trace>
  <inkml:trace contextRef="#ctx0" brushRef="#br0" timeOffset="93346.65">27335 9327 0,'25'0'63,"-50"0"-32,25-25-15,-25 25-1,0-50-15,-24 25 16,24 25-16,-25-49 16,25 24-16,1 0 15,-26-24-15,-25 24 16,51 0-16,-1 0 16,0 0-16,0 0 15,0-24-15,-49-1 16,24 25-1,-24-24-15,24 24 0,1 0 16,-1-24-16,-24 49 16,24-50-16,1 0 15,-1 50-15,25 0 16,-24-24 0,-1 24-16,25 0 15,-24-25-15,24 25 16,-25 0-16,-24 0 15,24 0-15,-24 0 16,24 0-16,0 0 16,-49 0-16,0 0 15,-25 0-15,-50 0 16,1 0-16,-1 0 16,25 0-16,-24 0 15,-1 0-15,0 0 16,1 0-16,24 0 15,-25 0-15,25 0 16,-49 0 0,0 0-16,-26 0 15,26 25-15,-25-1 0,24 1 16,-24-25-16,49 0 16,-24 0-1,49 0-15,-25 0 16,26 0-16,-1 0 15,0 0-15,0 0 16,-49 0-16,49 0 16,-50 0-16,51 0 15,24 0-15,0 0 16,0 0-16,0 0 16,24 0-16,-24 25 15,0-25 1,0 25-16,-25-25 15,1 0-15,-1 0 0,0 0 16,25 0-16,-25 0 16,50 0-16,-25 0 15,-25 0 1,25 0-16,-25 25 16,25-25-16,-25 0 15,0 24-15,1-24 16,-1 0-16,25 0 15,25 0-15,-25 0 16,0 0-16,-25 0 16,0 0-16,0 0 15,-49 0-15,24 0 16,-49 0-16,49 0 16,-24 0-16,-1 0 15,1 0-15,49 0 16,0 0-16,-25 0 15,26 0 1,-1 0-16,25 0 16,25 0-16,-25 0 0,49 0 15,1 0-15,-25 0 16,24 0 0,1 0-16,-1 0 15,26 0-15,-1 0 16,-24 0-16,24 0 15,-24 0-15,24 0 16,0 0-16,26 0 16,-51 0-16,26 0 15,-1 0-15,0 0 16,-24 0-16,24 0 16,1 0-16,-26 0 15,1 0-15,-1 0 16,-24 0-16,0 0 15,25 0-15,-1 25 16,1-25-16,-25 0 16,24 25-1,1-25-15,-50 0 16,49 25-16,-24 0 16,0-25-16,0 24 15,24-24-15,-24 0 16,-25 0-16,50 0 15,-50 0-15,24 0 16,1 0-16,0 0 16,-25 0-16,49 0 15,-24 0-15,0 0 16,49 0-16,1 0 16,-26 0-16,26 0 15,-26 0-15,1 0 16,0 0-1,24 0-15,-24 0 16,24 0-16,-25 0 16,26 0-16,-1 0 0,25 0 15,-24 0-15,-26 0 16,1 0 0,0 0-16,-1 0 15,1 0-15,-25 0 16,24 0-16,1 0 15,-25 0-15,49 0 16,-25 0-16,1 0 16,0 0-16,24 0 15,-24 0-15,-26 50 16,76-50-16,-26 0 16,0 25-16,26-25 15,-26 0-15,0 25 16,1-1-1,-1 1 1,1 0 0,24-25-16,0 25 15,0 25-15,0-1 16,25 1-16,-24-1 16,-1-24-16,25 25 15,-25 24-15,25-24 16,-25-25-16,25 49 15,0-49-15,0 49 16,0-24-16,0 24 16,0 1-16,0-1 15,0 0-15,0 1 16,0-1-16,25 26 16,-25-1-16,25-50 15,-25 51 1,25-26-16,-25 25 15,24-74-15,1 99 0,-25-50 16,25-24-16,-25 49 16,25-49-16,-25-1 15,0-24 1,0 0-16,0 25 16,0 24-16,0-24 15,0-1 1,0-24-16,0 0 15,0 0 1,0 0 15,0-1-31,25 1 16,-1 0 0,1 0-1,25 24 1,-25-24-16,-1 0 15,1 0 1,50 0-16,-26-1 16,26 1-16,-26 0 15,75 0-15,-49 0 16,-1-1-16,25-24 0,25 25 16,-49 0-1,-1-25-15,25 0 16,75 50-16,-50-26 15,50 1-15,-26-25 16,26 0-16,-50 25 16,25 0-16,0 0 15,24-1-15,-49-24 16,50 25-16,-25 0 16,0-25-1,0 0-15,-1 0 0,51 0 16,-50 0-1,24 0-15,-24 0 0,0 0 16,-25 0-16,-25 0 16,25 0-1,-25 0-15,1 0 16,48 0-16,-23 0 16,-26 0-16,25 0 15,-25 0-15,0 0 16,25 0-16,-49 0 15,-1 0-15,50 0 16,-25 0-16,1 0 16,73 0-1,-49 0-15,50 0 0,-25 0 16,-1 0-16,1 0 16,-25 0-16,50 0 15,-50 0-15,25 0 16,24 0-1,1 0-15,24 0 16,-49 0-16,25 0 16,-25 0-16,0 0 0,-1 0 15,-24 0-15,25 0 16,-25 0 0,0 0-16,50 0 15,-25 0-15,24 0 16,-24 0-16,25 0 15,0 0-15,-50 0 16,0 0-16,0 0 16,-25 0-16,25 0 15,0 0-15,0 0 16,25 0 0,-25 0-16,25 0 0,-25 0 15,0 0-15,0 0 16,0 0-16,-25 0 15,25 0-15,-25 0 16,0 0 0,50 0-16,-25 0 15,25 0-15,0 0 16,-25 0-16,25 0 16,-25 0-16,0 0 15,0 0-15,-25 0 16,50 0-16,-25 0 15,-25 0-15,25 0 16,0 0-16,0 0 16,25 0-16,-50 0 15,25 0-15,25 0 16,-50 0-16,50 0 16,-50 0-16,25 0 15,0 0 1,-24 0-16,-1 0 15,0 0-15,-25 0 16,1 0-16,-1 0 16,25 0-16,-49 0 0,24 0 15,26 0 1,-26 0-16,1 0 16,24 0-16,-25 0 15,1 0-15,-1 0 16,25 0-16,-24 0 15,-1 0-15,0 0 16,1 0-16,-26 0 16,51 0-16,-26 0 15,1 0 1,-1 0-16,0 0 0,1 0 16,-1 0-16,25 0 15,-24 0-15,74 0 16,-1 0-16,-48 0 15,24 0 1,25 0-16,-50 0 16,0 0-16,0 0 15,-24 0-15,-1-25 16,-24 25-16,24-25 16,-49 25-16,24-24 15,-24 24-15,25-25 16,-25 0-16,-1 0 15,1 0 1,0 1-16,0 24 16,-25-25-16,25 0 15,-1 25-15,26-74 16,-25 49-16,0 0 16,-25 0-1,25-24-15,49-1 16,-49 50-16,24-50 15,-24 26-15,25-26 16,-1 0-16,1 1 16,-25 24-1,0 0-15,24-24 16,-24-1-16,0 25 16,-25-24-16,25 24 15,-25 0-15,0-50 16,24 75-16,-24-24 15,0-1-15,0 0 16,0 0 0,0 0-1,0 1-15,0-1 0,0 0 16,0-25-16,0 26 16,0-26-16,0 0 15,0 26 1,-24-51-1,-26 26 1,25 24-16,25-25 16,0 25-16,-25-49 15,25 49-15,0 0 16,0 1-16,-49-26 16,49 25-16,0 0 15,0-24-15,0 24 16,0 0-16,0-24 15,-25 24 1,25 0-16,0 0 16,-25-25-1,25 26 1,0-1 0,0 0-1,-25 0 16,25 0-15,0 1 15,-24 24-15,24-25 0,0 0-16,0 0 31,-25 0-16,25 1 32,0-1-15,0 0-17,0 0 1,0 0-1,0 1 1,0-1 15,0 0 1,0 0-17</inkml:trace>
  <inkml:trace contextRef="#ctx0" brushRef="#br0" timeOffset="95520.61">11559 13047 0,'0'-25'32,"-25"25"-17,0 0 1,1 0 0,-1 0-16,0 0 15,0 0-15,-24 0 16,24 0-1,-25 0-15,1 0 16,24 0-16,0 0 16,-25 0-1,50-49 1,0 24 0,0 0-16,0 0 15,0 1-15,0-1 16,0-25-1,0 25-15,25 25 16,0 0 0,0 0-16,0 0 15,24 0-15,-24 50 16,0 0 0,0-1-16,24 26 15,-24-26-15,0 1 16,-25 24-16,0-24 15,0 24-15,0 1 16,0-26-16,0 1 16,-25 0-16,0-26 15,0-24-15,-24 25 16,-1 0 0,1-25-16,-1 0 0,25 0 15,-49 0-15,74-25 16,-25 0-16,0 1 15,25-1-15,0 0 16,0 0 15,0 0-15,25 25-16,0 0 0,-1 0 16,76 0-16,-51 0 15,1 0 1,49 25-16,-24 0 15,-26 0-15,1 0 16,-1-1-16,-24-24 16,25 50-16,-25-50 15,24 0-15,-24 0 16,0 0-16,24 0 16,1 0-16,0 0 15</inkml:trace>
  <inkml:trace contextRef="#ctx0" brushRef="#br0" timeOffset="95975.52">12030 13221 0,'50'0'47,"-1"0"-31,-24 0-16,0 0 15,0 0-15,0 0 16,0 0-16,-1 0 16</inkml:trace>
  <inkml:trace contextRef="#ctx0" brushRef="#br0" timeOffset="96358.78">12874 12874 0,'49'49'32,"-49"1"-17,0-1-15,25 26 16,0 74-16,0 0 16,-1-1-16,1-24 15,-25-49-15,0-50 16,0-1 31,-25-24-32,-24-24-15</inkml:trace>
  <inkml:trace contextRef="#ctx0" brushRef="#br0" timeOffset="96624.28">12650 13320 0,'50'0'15,"0"0"-15,-1 0 16,1 0-16,24 0 15,-24 0-15,-25 0 32,-1 0-32,1-25 15,0 25 17</inkml:trace>
  <inkml:trace contextRef="#ctx0" brushRef="#br0" timeOffset="97221.63">13395 13494 0,'24'0'32,"1"0"-1,0 0-31,0 0 16,0-25-16,-1-49 15,1 24-15,-25 0 16,0 26-16,0-1 15,0-25-15,0 25 16,0 0-16,0 1 16,-25-1-16,-24 25 15,24 0 1,0 0-16,-24 0 0,-1 0 16,25 0-1,25 25-15,0-1 16,0 51-16,0-25 15,0-1 1,0 1-16,50-1 16,-50 1-16,49-25 15,1 0 1,0-1-16,24-24 0,-24 0 16,-1 0-1,1 0-15,-25 0 16,-1 0-16,1 0 15,0 0 1,0 0-16,0-24 16,-25-1-1</inkml:trace>
  <inkml:trace contextRef="#ctx0" brushRef="#br0" timeOffset="97741.73">13915 13122 0,'25'0'15,"-25"49"-15,25 26 16,0-1-16,-25 1 15,0-1-15,25-49 16,-25 49-16,0-49 16,0 0-1,0-50 63,0 0-62,0 0-16,0-24 16,0-1-16,0 25 15,24-24-15,1-1 16,0 50-16,0-25 16,-25 1-16,25-26 15,-1 50 32,1 0-16,0 25-15</inkml:trace>
  <inkml:trace contextRef="#ctx0" brushRef="#br0" timeOffset="98900.26">14436 13271 0,'0'24'47,"0"26"-47,0 0 15,0-1-15,0 1 16,0-1-16,0-24 0,0 0 16,0 0-1,0-75 63,0 25-62,0 1-16,25-51 16,-25 50-16,50-24 15,-25 24-15,-25 0 16,24 25-16,-24-25 16,25 25-1,-25-24 16,25 24 1,25 24-17,-50 26 1,24-25-16,-24 0 16,25 49-1,0-24 1,-25-26-1,25-24 17,-25-24 61,0-1-77,25-50 0,-1 51-16,1-1 15,-25 0-15,25 25 16,0 0 31,0 0-47,-1 25 31,1 24-31,0-24 16,-25 0-1,25 25 1,-25-26-16,25-24 0,-25 25 16,24-25 77,1 0-77,0-25 0,-25 1-1</inkml:trace>
  <inkml:trace contextRef="#ctx0" brushRef="#br0" timeOffset="109023.72">15925 13122 0,'-25'24'47,"25"51"-32,0-1-15,0 26 16,0-76-16,0 76 16,25-26-16,24 25 15,-49-49-15,0-25 16,25-1-16,-50-73 109,0-1-109</inkml:trace>
  <inkml:trace contextRef="#ctx0" brushRef="#br0" timeOffset="109451.05">15949 12923 0,'0'0'16,"50"0"-16,0 0 16,-26 0-16,26 0 15,-25 0-15,0 0 16,-1 25 0,26 0-16,-25 0 15,0-1-15,-25 26 63,0-25-63,-75 24 15,50-24-15,-49 25 16,0 24-16,49-24 16,0-25-16,0 0 15</inkml:trace>
  <inkml:trace contextRef="#ctx0" brushRef="#br0" timeOffset="110517.02">16619 12898 0,'-25'25'78,"1"-25"-78,-26 50 16,50-1-16,0-24 15,0 0 1,0 25-16,0-26 0,0 1 16,0 0-16,25 0 15,0 0-15,-1-25 16,1 0-1,25 0-15,-1 0 16,-24 0-16,25 0 16,-25 25-16,-1-25 15,1 24 1,-25 26 15,0-25-31,0 0 16,0-1-16,0 1 15,0 25-15,-25-25 16,-24-25-16,24 0 16,0 0-16,0 0 15,1 0 17,-26-25-17</inkml:trace>
  <inkml:trace contextRef="#ctx0" brushRef="#br0" timeOffset="111162.03">17239 13022 0,'25'0'31,"-25"50"-15,50 0-16,-26 24 16,1 1-16,-25 24 15,50-25-15,-50-24 16,0-25-16,0 24 16,0-74 77,0 1-93,0-26 16,0 0-16,0-24 16,0 24-1,0-24-15,74-1 0,26-49 16,-1 75-16,-50 24 15,51 0 1,-26 25-16,-24-25 16,-26 25-16,1 0 15,0 0-15,0 0 16,0 0 0,-1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4:51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6722 6995 0,'0'-25'62,"0"0"-46,0 1 0,0-1-1,0 0-15,-25 25 16,25-25 0,0 0-1,-25 25-15,25-25 16,0 1 31,-24 24-32,24-50-15,0 25 32,-25 0-32,0 1 46,25-1-30,-25 25 0,0-25-1,25 0 1,0 0-16,-24 25 16,24-24-16,-25-1 15,0 25-15,25-25 16,-25 25-16,0 0 31,1 0-15,-1 0-1,0 0 1,0 0 0,0 0-1,1 0 1,-1 0-1,0 0 17,0 0-17,0 0-15,1 25 16,-1-25-16,0 25 16,0-1-1,-24 1 1,24 0-1,0 0 1,0-25 0,0 25-16,25-1 15,-24 26 1,24-25 15,0 0-15,0-1-16,0 1 15,0 25-15,0 0 16,0-1-16,0 1 16,0-25-16,0 49 0,0-24 15,0 49 1,0-74-16,0 49 16,0 25-16,0-24 15,0-26-15,0 1 16,0 24-16,0-49 15,0 25-15,0-26 16,0 1-16,0 0 16,0 0-1,0 24 1,0-24 0,0 0-16,0 25 15,0-25-15,0-1 16,0 1-1,0 0 1,0 0-16,0 0 16,0-1-1,0 1 1,0 0 15,24-25-31,1 25 16,-25 0-1,25 24-15,0-49 16,0 0 0,-25 25-1,24-25 1,1 0 0,-25 25-1,25-25 1,0 0-16,0 0 15,-1 0 1,1 0 0,0 0-1,0 0 1,0 0 31,-1 0-32,1 0-15,0 0 16,0 0-16,0 0 31,-25-25-31,24 0 0,1 0 32,0 1-32,0 24 15,-25-25 1,25 25-1,-1-25-15,-24 0 32,0 0-17,25 25-15,-25-24 16,0-1-16,0 0 16,0 0-1,0-24 1,0 24 15,0 0-31,0-25 16,0 25-16,0-24 15,0 24-15,0 0 16,0-24 0,0 24-16,0-25 15,0 1-15,25-26 0,-25 26 16,0-1-1,0-24-15,0-1 0,25 1 16,-25 24 0,0-24-16,0 49 15,0-25-15,0-24 16,0 49 0</inkml:trace>
  <inkml:trace contextRef="#ctx0" brushRef="#br0" timeOffset="13488.26">9203 9004 0,'0'-25'31,"0"-24"-15,0 24-16,0-25 15,0 1-15,0-1 16,-25 0 15,25 1-31,0 24 16,-25 0 0,25 0-16,-25 1 15,25-1 1,-25 0-1,-24 0 64,24 25-64,0 0-15,0 0 16,25-25-1,-49 25-15,24 0 0,-50-24 16,51 24-16,-51-25 16,50 25-16,1 0 15,-51 0-15,26 0 16,-1 0 0,0 0-16,26 0 15,-26 0-15,0 0 16,1 0-16,24 0 15,-25 0-15,26 0 16,-1 0-16,-25 0 16,1 0-16,-1 0 15,0 0 1,25 0-16,1 0 16,-26 0-16,0 0 15,1 0-15,24 0 16,0 0-16,-24 0 15,24 0-15,-25 0 16,25 0 0,1 0-16,-26 0 15,25 0-15,0 0 16,-24 0-16,24 0 16,0 0-16,0 0 0,-24 0 15,-1 0 1,1 0-1,24 0-15,-25 0 16,1 0-16,24 0 16,-50 0-16,51 0 15,-26 0-15,25 0 16,0 0-16,0 0 16,1 0-16,-1 0 15,-25 0 1,1 0-16,-1 0 15,25 0 1,-24 25 0,-1-1-16,25-24 15,-24 0 1,24 0-16,0 0 16,-25 0-16,1 50 15,-1-50 1,25 0-16,-24 25 15,24-25-15,0 25 16,0-25 0,1 0-1,-1 24 1,0-24 0,0 25-1,0 0 1,1 0-1,-1 0 17,25-1-17,0 1 1,0 0 0,0 0-1,0 0-15,0-1 16,0 26-16,0 24 15,0-49-15,0 25 16,0-25-16,0 24 16,0 26-16,0-50 15,0-1-15,0 26 16,25-25 0,-25 0-1,0-1-15,0 1 16,24 0-16,-24 0 0,0 24 15,0-24 1,0 0 0,25-25-1,-25 25 1,25 0 0,0-1 15,-25 1-31,25 0 15,-1-25-15,26 50 16,-25-50-16,49 24 16,25 1-16,1-25 15,-1 0-15,0 0 16,-25 0-16,1 50 16,24-50-16,-24 0 15,24 25-15,-50-1 16,26-24-1,-26 25-15,1-25 16,24 0-16,1 0 0,-26 0 16,26 0-1,-1 0-15,25 0 16,-49 0-16,24 0 16,1 0-16,-26 0 15,1 0-15,49 0 16,-74 0-16,25 0 15,-1 0-15,26 0 16,-26 0-16,-24 0 16,25 0-16,-1 0 15,26 0-15,-50 0 16,24 0 0,26 0-16,-51 0 15,1 0-15,25-25 0,-25 25 16,-1-24-16,1-1 15,0 25-15,25-25 16,-26 0 0,1 25-1,0-25-15,-25-24 16,0 24-16,25-25 16,0 26-1,-25-1 1,25 0-16,-25 0 15,0 0 1,0-24-16,24 49 16,-24-25-16,0 0 15,50 0 1,-25-24-16,0 49 16,-1 0-1,-24-25 16,0 0-31,0 0 0,0-24 16,0 24-16,0 0 16,0-24-16,0 24 31,0-50-31,0 50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5:24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18926 8979 0,'0'-25'31,"0"1"-31,0-26 31,0 25-15,-25 0-16,0 1 16,1-1-1,24 0-15,-25 0 16,0 0 0,0 1-16,-24-1 15,24-25-15,0 25 16,0 25-1,0-24-15,1-1 16,-26 25 0,25-25-16,-25 25 15,26 0-15,-51-50 16,26 50-16,-1 0 16,-24 0-16,24-24 15,0 24-15,-49-25 16,25 25-1,-25 0-15,24 0 0,1 0 16,24 0-16,-24 0 16,-50 0-16,0 0 15,24 0-15,-24 0 16,25 0 0,0 0-16,0 0 15,0 0-15,24 0 16,1 0-16,-25 0 15,24 0-15,1 0 16,-1 0-16,1 0 16,24 0-16,-24 0 15,-25 0-15,24 0 16,1 0-16,-1 0 16,26 0-16,-1 0 15,-24 0-15,24 0 16,-24 0-16,24 0 15,0 0-15,-24-25 16,24 0 0,-24 25-16,24 0 15,1 0-15,-1-25 16,1 25-16,-1 0 16,25 0-16,-49 0 0,24 0 15,25 0 1,1 0-16,-1 0 15,-25 0-15,1 0 16,24 0 0,0 0-16,-25 0 15,26 0 1,-1 0-16,0 0 16,-50 0-16,51 0 15,-1 0 1,0 0-16,0 0 15,-24 0-15,24 0 0,0 0 16,-25 0-16,26 0 16,-1 25-16,0-25 15,-25 25 1,26-25 0,-26 25-16,25 0 15,0-1 1,1-24-16,-26 50 15,25 0 1,0-1 0,25-24-1,-24 0-15,24 0 16,0-1-16,-25 1 16,25 0-16,0 25 15,0-26-15,0 26 16,0-25-16,0 0 15,0-1 1,0 26-16,0 0 16,0-1-16,0 1 0,0 0 15,0-26-15,0 26 16,0 0 0,0-26-16,0 51 15,0-26-15,0 26 16,0-26-16,0 1 15,0 0-15,0-26 16,25 51-16,-25-50 16,0-1-1,24 1-15,-24 0 16,0 0-16,0 0 16,0 49-1,25-49-15,-25 0 16,0 0-1,25-1 1,-25 1 0,25-25-1,-25 25 17,25-25-32,-1 0 15,51 0-15,-50 0 16,24 25-16,1-25 15,-1 0-15,51 25 16,-26-25-16,-24 0 16,49 0-16,-25 0 15,26 24-15,-1-24 16,50 0-16,-25 0 16,0 0-16,24 0 15,1 0-15,-25 0 16,25 0-1,-50 0-15,50 0 16,-50 0-16,1 0 0,24 0 16,-25 0-16,0 0 15,25 0-15,-49 0 16,24 0 0,25 0-16,-50 0 15,25 0-15,25 0 16,-49 0-16,24 0 15,25 0-15,-25 0 16,25 0-16,0 0 16,-24 0-16,24 0 15,-25 0-15,-25 0 16,25 0-16,1 0 16,-51 0-16,1 0 15,24 0-15,-24 0 16,-25 0-16,0 0 15,24 0-15,-24 0 16,0 0 0,49 0-1,-49 0-15,0 0 0,-25-24 16,49 24 0,-24-25-16,25 0 15,-1 0 1,-49 0-16,25 1 15,0 24-15,0-25 16,-25 0-16,25 0 16,-25 0-16,0 0 15,0 1 1,0-1 0,0 0-16,0-25 31,0 26-31,0-26 15,0 25-15,0 0 16,0 1-16,0-1 0,0 0 16,0-25-16,-25 26 15,25-1 1,0 0-16,-25 0 16,25 0-16,0 1 15,0-1 1,-25 0-1,25 0 1,0 0 0,-25 1-1,25-1 32,0 0 16,0 0-48,0 0 17,-24 1-17,24-1 1,0 0-16,-25 0 15,25 0 17,-25 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6:00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6945 6995 0,'25'0'78,"0"0"-63,25 50-15,-1-50 16,1 24-16,-1-24 16,1 25-16,0 0 15,-26 0-15,26-25 16,24 0-16,-49 25 15,25-1 1,-1-24-16,1 0 16,49 0-16,-49 25 15,49-25-15,-25 0 16,26 0-16,-51 0 16,1 0-16,24 0 15,26 0-15,-1 0 16,0 0-16,25 0 15,-25 0-15,0 0 16,1 0-16,-26 0 16,-24 0-16,24 0 15,-24 0-15,-1 0 16,1 0-16,0 0 16,-1-25-16,1 25 15,-25 0-15,49 0 16,-24 0-1,24 0-15,-49-24 0,0 24 16,49 0-16,-24 0 16,-26 0-1,51 0-15,-50 0 16,49 0-16,-49 0 16,25 0-16,24 0 15,-24 0-15,24 0 16,0 0-16,1 0 15,24 24-15,-49 1 16,24-25-16,-49 25 16,0-25-16,49 25 15,-24 0-15,-1-25 16,1 49-16,-1-24 16,26 0-16,-26-25 15,1 74-15,25-49 16,-51 0-1,51-25-15,-50 25 16,-1-1-16,26 1 16,0 0-16,-26 0 0,26-25 15,24 49-15,-49-49 32,-25 25-32,25-25 15,0 0 95,-25-25-95,25 1 1,49-26-16,-24 0 15,-1 26-15,1 24 16,24-50 0,-24 50-16,-1-50 15,1 26-15,0 24 16,24-25-16,-24 25 16,-1-25-16,1 25 15,-25 0-15,24-25 16,26 25-16,-26 0 15,26-25-15,-26 25 16,51-24-16,-26 24 16,-24 0-16,-1 0 15,-24 0-15,49 0 16,-24 0-16,0 0 16,-1 0-16,26 0 15,-26 0 1,26 0-16,-1 0 15,-24 0-15,-1 0 16,1 0-16,24 0 0,-24 0 16,0 0-16,-1 0 15,1 0 1,-1 0-16,26 0 16,-26 0-16,1 0 15,-25 0-15,49 0 16,-49 0-16,25 0 15,-25 0-15,-1 0 16,1 0-16,0 0 16,25 24-16,-26-24 31,1 0-31,0 0 0,0 25 16,0-25-1,-1 0-15,26 0 0,-25 25 16,24-25-16,-24 25 15,25-25 1,-25 0-16,-1 0 16,26 0-16,-25 0 15,0 0-15,-1 0 16,26 0-16,-25 0 16,0 0-16,24 0 15,-24 0-15,0 0 16,0 0-1,-1 0-15,1 0 32,0 0-32,0 0 15,0 0-15,0 0 32,-1-25-17,1 25 1,-25-25-1</inkml:trace>
  <inkml:trace contextRef="#ctx0" brushRef="#br0" timeOffset="3162.87">20216 7119 0,'25'25'63,"74"0"-48,-25-1-15,-24-24 16,49 50-16,-25-50 16,-24 0-1,25 0-15,49 25 16,-25-25-16,50 0 15,-25 0-15,24 0 16,26 0-16,-50 0 16,50 0-16,-50 0 15,-25 0-15,0 0 16,-49 0-16,-1 0 16,26 0-16,-1 0 15,-24 0-15,24 0 16,-49 0-16,25 0 15,-1 0-15,-24 0 16,25 0-16,-25 0 16,-1 0-1,26 0-15,24 0 16,-24 0-16,49 0 0,-24 0 16,24 0-16,-25 0 15,-24 0-15,49-25 16,-49 25-1,-1 0-15,26 0 16,-26 0-16,26 0 16,-26 0-16,1 0 15,0 0-15,24 0 16,-24 0-16,-26-25 16,1 25-16,25 0 15,-25 0-15,-1 0 16,26 0-16,-25 0 15,24 0 1,1 0-16,0 0 0,-1 0 16,-24 0-1,25 0-15,-26 0 16,1 25 0,50 0-16,-26 0 15,1-1-15,-1-24 0,-24 25 31,0-25-15,0 0 0,0 25-16,0 0 15,-1-25-15,1 25 16,25-1-16,-25-24 16,-1 25 15,1-25-16,-25 25 1,25-25 15,-25-25 219,0 0-218,0-24-17,25-1-15,0 25 16,-1 25-16,1-24 15,-25-1 1,25 25 0,-25-25-16,25 25 15,0 0-15,24-25 16,-24 25-16,0-25 16,0 25-1,-1 0 1,26 0-1,-50-24-15,25 24 16,24 0 0,-24 0-16,0 0 15,25 0-15,-1 0 0,50 0 16,-74 0-16,50 0 16,-26 0-16,1 0 15,24 0 1,-24 0-16,24 0 15,-24 0-15,24 0 16,1 0-16,-26 0 16,26 0-16,24 0 0,-74 0 15,74 0 1,0 0-16,-49 0 16,24 0-16,26 0 15,-51 0-15,26 0 16,-26 0-16,1 0 15,-25 0-15,24 0 16,-24 0-16,25 0 16,-1 0-16,-24 0 15,25 0 1,-1 0-16,1 0 16,-1 0-16,-24 0 15,25 0-15,24 0 0,-49 0 16,0 0-1,0 0 1,24 0-16,1 0 16,24 0-16,-49 0 15,25 0-15,-1 0 16,-24 0-16,0 0 16,25 0-16,-26 0 15,26 0 1,0 0-16,-1 0 15,-24 0 1,0 0-16,0 0 16,24-25-16,-24 25 15,0 0 1,0 0 0,-1 0-1,1 0-15,25 0 16,-25-25-16,24 25 15,1 0 1,-25 0 0,-1 0-1,1 0-15,0 0 16,0-25 15,0 25-15,0-25-1,-1 25 1,-24-24 15,0-1-15,25 25 15</inkml:trace>
  <inkml:trace contextRef="#ctx0" brushRef="#br0" timeOffset="44619.71">29766 9723 0,'-50'-99'31,"25"74"-31,-24-49 16,49 49-1,-25 0 1,25 1 0,-25 24-1,25-25-15,-25 0 16,0 0 15,1 0-15,-26 1-16,25-1 15,-24 0 1,24 0 0,-25 0-16,25 25 15,-49-24-15,49-1 16,-24 25-16,-1 0 16,0-25-16,-24 25 15,24 0-15,1 0 16,-1 0-16,0 0 15,1 0-15,-26 0 16,26 0-16,-26 0 16,1 0-1,24 0-15,1 0 16,-1 0-16,-24 0 16,-1 0-16,26 0 15,-26 0-15,1 0 16,49 0-16,-25 25 15,26-25-15,-1 0 16,-25 25-16,1-25 16,-1 24-1,25-24-15,25 25 16,-49-25-16,24 50 16,0-50-16,-49 49 15,24 1-15,25-25 16,-49 24-1,-1 1-15,26 0 0,-26-1 16,51-24 0,-1 0-16,-25 24 0,25-24 15,-24 0-15,-1 49 16,25-49 0,0 25-16,1-25 15,-1 49-15,0-49 16,25 25-16,-25-1 15,-24-24-15,49 0 16,0 0-16,0-1 16,-25 1-16,25 50 15,-25-51-15,0 51 16,0-26 0,1 26-16,24-26 0,-25 26 15,25-26-15,0 1 16,0 0-16,0-26 15,-25 26-15,25-25 16,0 0 0,0 24-16,0 26 15,0-26-15,0 1 16,0 24-16,0 50 16,0-74-16,0 24 0,0-24 15,0 0 1,0 24-16,0-24 15,25-1-15,0 26 16,-25-26-16,0 1 16,24-25-16,-24 24 15,25 26-15,0-51 16,-25 26-16,50-25 16,-50 0-16,24 49 15,-24-24 1,25-1-16,0 26 0,-25-50 15,0 24-15,50 50 16,-50-49-16,24 0 16,1-26-16,-25 26 15,50-25 1,-50 0-16,25-1 16,-1 26-16,-24-25 15,50 0-15,-50-1 16,25 1-16,0 25 15,-25-25-15,25-1 16,-1 1-16,1-25 16,25 50-16,-25-25 15,24 0-15,26 49 16,-26-49-16,26 24 16,-51-24-1,26 0-15,24 0 16,-49 0-16,25-1 15,-1 1 1,1 0-16,0-25 16,-1 50-16,26-50 15,-51 24-15,1 1 16,25 0-16,24-25 16,-49 25-16,25-25 15,-1 0-15,1 0 16,49 49-16,0-49 15,-49 0-15,0 0 16,24 0-16,-49 0 16,49 0-16,-49 0 15,25 0-15,-26 0 16,26 0 0,0 0-1,-26 0-15,26 0 16,-25 0-16,25 0 0,-26 0 15,26 0-15,0-49 16,-1 49-16,1-25 16,-25 0-1,49-24-15,-24 24 16,-26 0-16,26-25 16,-25 26-16,24-1 15,-49 0-15,50-25 16,-25 50-16,0-49 15,24 24-15,-24-25 16,0 26-16,0 24 16,-1-25-16,51-25 15,-75 25-15,25-24 16,-25 24-16,49 0 16,-49-25-16,25 1 15,0-1-15,0 1 16,-25-1-1,0 0-15,0 1 16,24-26-16,-24 1 16,0 24-16,0-24 15,0 49-15,0-74 0,0 49 16,0-24 0,0-1-16,0 26 15,0-26-15,0-24 16,0 74-16,0-49 15,0 0-15,0 24 16,0 0-16,0-24 16,0 49-16,0-49 15,0 49-15,0-25 16,0-24 0,0 24-16,0-24 15,0-1-15,0-24 0,0 50 16,0-1-16,0-24 15,0 24-15,0 25 16,0-49 0,0 49-16,0-49 15,0 24-15,0-24 16,0 49-16,0-25 16,0 25-16,0-24 15,0 24-15,0 0 16,0 0-16,0 1 15,0-1-15,0 0 16,0 0-16,0-24 16,0 24-16,0 0 15,0-25-15,0 25 16,0 1 0,0-1 30,0 0-30,-24 0 0,24 0-1,-25 1 1,0-1 0,0 0 15,0 0-16,1 25 17,24-25-17,-25 25 1,0 0 15,0 0-15,0 0 15,1 0 0,-1 0 32,0 0-32,0-24 16,25-1 219,-25 25-266,1 0 437,-1 0-421,0 0 109,0-25-110,0 25 1,1 0-16,-1 0 16,0 0-16</inkml:trace>
  <inkml:trace contextRef="#ctx0" brushRef="#br0" timeOffset="58886.95">31576 6623 0,'0'-25'16,"0"0"15,0 0-15,25 1-1,-25-1 1,0 0-1,0 0-15,0 0 16,0 1 0,0-1-16,0 0 15,0 0 1,0 0 0,0 1-1,0-1-15,0 0 16,0 0-1,0 0 1,-25 25-16,25-24 31,-24-1-15,24 0 0,0 0-16,0-24 15,0 24 1,-25 25-1,25-25-15,0 0 16,0 0-16,0 1 16,0-1-1,-25-25-15,0 25 94</inkml:trace>
  <inkml:trace contextRef="#ctx0" brushRef="#br0" timeOffset="64389.85">18355 4142 0,'0'25'31,"0"0"-31,0 49 16,-24-49 0,24 25-16,-50-1 15,50-24-15,-50 0 16,26 25-16,-1-26 15,0 1-15,-25 0 16,26 25 0,-1-50-16,-50 24 15,51 1-15,-26 0 0,25-25 32,0 0-17,1 0 1,24-25 15,0 0-15,0 1-16,0-1 15,0-25-15,24 1 16,-24 24-16,25 0 16,25 25-16,-1 0 15,-49-25 1,25 25-16,0 0 15,25 0-15,-1 25 16,-24 0-16,74 24 16,0 26-16,-24-26 31,-1-24-31,-49 0 16,0-25-16,25 0 15,-26 0-15,1 0 16,0 0-1,-25-25-15,0-49 16,0 24-16,25-24 16,-25 24-16,25 1 15,-25-1-15,24 25 16,-24 0-16,0 75 109,0 0-109,0 49 0,0-74 16,0 49 0,0-24-16,0 24 15,0 25-15,25-74 16,-25 0-16,0 0 15,25 0-15,-25-1 16,25 26 0,-25-25-16,0 0 15</inkml:trace>
  <inkml:trace contextRef="#ctx0" brushRef="#br0" timeOffset="64807.9">19918 4043 0,'0'75'31,"0"-1"-31,25 0 16,0 26-16,-25-51 0,25 26 16,-25 49-16,49-25 15,-24 25-15,-25-50 16,0-49 0,0 0-16,-25-50 62,-24-49-62</inkml:trace>
  <inkml:trace contextRef="#ctx0" brushRef="#br0" timeOffset="65061.02">19745 4638 0,'0'-24'16,"74"24"-1,0 0 1,-24 0-16,-25 0 0,24 0 16,1 0-1,24 0-15,26-25 16,-76 0-16,51-25 15,-1 26-15,-24-1 16,-1-25-16</inkml:trace>
  <inkml:trace contextRef="#ctx0" brushRef="#br0" timeOffset="65690.53">20439 3845 0,'0'49'31,"25"51"-31,0 24 16,-25-100-16,24 76 16,1-1-16,0 25 15,-25-25-15,25 0 16,0-24-16,-25-51 16,0 1-1,0-50 63,24 1-62,26-51-16,0 26 16,-25 24-16,-1 0 15,1 25 1,0 0-1,0 0 1,0 0 0,-25 25-16,24 24 15,-24 26-15,25-26 16,0 1-16,0 0 16,-25-25-1,0-1-15,25 1 16,-1-25-1</inkml:trace>
  <inkml:trace contextRef="#ctx0" brushRef="#br0" timeOffset="66746">21233 4316 0,'-25'0'16,"0"0"0,0 0-1,1 0-15,-1 50 16,25 24-1,-25 0-15,25-49 16,0 25-16,0-25 16,0-1-16,25-24 47,0 0-47,-1 0 15,1-24-15,0-1 16,0-25-16,-25 1 15,25-1-15,-25 0 16,24 26-16,-24-1 16,25 74 62,0 26-78,-25-1 15,0-49-15,0 0 16,25 0 0,0-25-1,-1 0 32,-24-25-31,0 0-16,0-49 15,50-26-15,-50 76 16,25-26 0,0 50-16,-1 0 31,1 0-15,0 0-16,-25 50 15,25 24 1,0-24-16,-1-1 15,-24-24-15,0 0 16,0 0-16,0-1 47,25-24 0,-25-24-47,25-26 15,0-49-15,25 49 16,-50 1-16,49-1 16,-24 25-1,0 25 48,0 25-63,-25 25 15,0-26 1,24 26-16,1-25 16,0-25 31</inkml:trace>
  <inkml:trace contextRef="#ctx0" brushRef="#br0" timeOffset="67260.23">22746 4043 0,'-50'50'47,"-24"-25"-47,24 24 16,1-24-16,24 0 16,25 24-16,0-24 15,0 0-15,0 0 16,0 0-1,49-1 1,51 1-16,24 0 16,-75 0-1,1 0-15,0-1 16,-1 1-16,-24-25 16,-25 25-1,0 0-15,0 24 31,-50-24-15,-24 0-16,49-25 16,0 0 31,25-25-32</inkml:trace>
  <inkml:trace contextRef="#ctx0" brushRef="#br0" timeOffset="67715.83">23416 4341 0,'0'-25'15,"-50"25"17,25 0-17,0 50-15,-49-1 16,74-24-1,0 0 1,0 0-16,0-1 16,50 51-1,-26-75-15,76 25 16,-26-1-16,0-24 16,-24 0-16,-25 0 15,24 0 1,-24 0-16,0 0 15,0 0-15,-25-24 16,0-1-16,0-25 16,0 1-16,0 24 15,-25-25-15</inkml:trace>
  <inkml:trace contextRef="#ctx0" brushRef="#br0" timeOffset="68085.82">23391 4043 0,'49'0'16,"1"0"-16,0 0 15,-1 0-15,-24 0 16,25 25 0,-50 0-16,24-25 62,1-25-46,0-74-16,25 74 15,-50-49-15,49-26 16,-49 51-16,25 24 16,25 0-16</inkml:trace>
  <inkml:trace contextRef="#ctx0" brushRef="#br0" timeOffset="68820.03">24780 4142 0,'-25'25'78,"0"50"-78,-24 24 15,49-50-15,0 51 16,0-51-16,0-24 16,0 25-16,49-75 62,1-50-62,-25 1 16,24 0-16,-24 24 15,0-49-15,49 0 16,-24-25-16,-25 24 16,-25-24-16,0 100 15,0-26-15,0 25 32,0 50 14,0 25-46,0 24 16,0-49-16,0 74 16,0-74-16,0 74 15,0-25-15,0 1 16,25-26-16,-1-24 16,-24 0-16,25 0 15,-25 0 1,25-25 15,-25 49-15</inkml:trace>
  <inkml:trace contextRef="#ctx0" brushRef="#br0" timeOffset="69168.78">25375 4564 0,'25'-99'16,"-25"49"-16,25 1 16,-25-1-16,25-24 15,-25 49-15,24 25 47,26 0-31,-50 25-16,25 49 15,-25-49 1,0 24-16,0 26 16,0-1-16,25-24 15,-25-25-15,24-1 16,-24 26-16,0-25 15</inkml:trace>
  <inkml:trace contextRef="#ctx0" brushRef="#br0" timeOffset="69492.92">26119 4390 0,'0'25'16,"0"25"-1,-24-25 1,-1-1-16,25 1 16,0 0-16,0 0 15</inkml:trace>
  <inkml:trace contextRef="#ctx0" brushRef="#br0" timeOffset="70194.4">26839 3870 0,'-25'0'47,"0"49"-32,0-24-15,0 25 16,1-1-16,-1-24 15,0 25-15,25-1 32,25-49 30,24 0-46,1-49-16,-25 24 15,24-50-15,1 1 16,-50-50-16,0 74 16,25-24-16,-25-25 15,0 74-15,0-50 16,0 51 0,0 48 62,0 26-63,0 0-15,0 24 16,25 25-16,-1 1 16,-24-26-16,25 0 0,0-24 15,-25-25 1,0 0-16,25-1 47</inkml:trace>
  <inkml:trace contextRef="#ctx0" brushRef="#br0" timeOffset="70674.97">27211 4068 0,'25'0'47,"-1"0"-31,1 0-16,0 25 15,0-25 1,-25 25 0,0-1-16,0 26 15,0 0-15,0 24 16,0-49-16,-25 49 15,-49 50 1,49-25-16,0-24 16,25-50-16,0-1 15,25-48 63,49-1-78,-24 0 16</inkml:trace>
  <inkml:trace contextRef="#ctx0" brushRef="#br0" timeOffset="71005.38">27980 3944 0,'24'0'0,"-24"25"15,0 24 1,0-24-16,0 50 15,0-1-15,0 25 16,-24-24-16,24 49 16,0-100-16,0 26 15,0-25-15</inkml:trace>
  <inkml:trace contextRef="#ctx0" brushRef="#br0" timeOffset="71557.07">28625 3572 0,'-25'0'31,"-25"0"-31,-49 49 15,49-24-15,26 0 16,-1-25 0,25 25-16,-25 0 15,25 0 1,0 24-16,50-49 16,-26 50-16,26-50 15,24 25-15,1-25 16,-1 24-16,25 26 15,-24-50-15,-26 25 16,-49 0 31,0-1-31,-24-24-16,-1 0 31,-25 0-31,1 0 15,24 0-15,0 0 0,-25 0 16</inkml:trace>
  <inkml:trace contextRef="#ctx0" brushRef="#br0" timeOffset="72025.95">29071 4266 0,'25'0'16,"0"0"-16,-25-24 15,25-26-15,-1-24 16,1 24-16,-25-74 16,50 50-16,-50-1 15,0 50 1,0 1-16,25 48 62,-25 26-62,0 0 16,0-1-16,0 26 16,24-26-1,-24 26-15,25-1 16,0-24-16</inkml:trace>
  <inkml:trace contextRef="#ctx0" brushRef="#br0" timeOffset="72427.73">29716 3746 0,'25'0'0,"-25"24"16,0 51 0,0-50-16,0 74 15,0-50-15,0 1 16,0 24-16,-25-49 16,25 0-16,-25 0 15</inkml:trace>
  <inkml:trace contextRef="#ctx0" brushRef="#br0" timeOffset="72969.67">30386 3225 0,'0'-25'16,"-25"25"0,-49 0-1,49 0-15,-25 25 16,50-1-16,0 1 47,0 0-47,0 0 15,99 24 1,-49-49-16,0 25 16,24 0-16,-49 0 15,49 0-15,-49-1 16,0 26-16,-25-25 16,0 0 15,0 24-31,0-24 15,-25-25-15,0 0 16,-24 0-16,24 0 16,0 0-16</inkml:trace>
  <inkml:trace contextRef="#ctx0" brushRef="#br0" timeOffset="73496.36">30832 3547 0,'25'0'0,"0"0"16,0 0-16,-1 0 16,1 0-1,0 0-15,0 0 16,0 0 0,-25 25-1,0 24 1,-25 26-16,0-50 15,-74 74-15,24-25 0,1-24 16,49-25-16,-24-25 16,73 0 62,26 0-78,0 0 15,49 0-15,-25-25 16,25 25-16,-49-50 16,24 50-1</inkml:trace>
  <inkml:trace contextRef="#ctx0" brushRef="#br0" timeOffset="76906.38">18479 1662 0,'-24'0'62,"-26"0"-46,25-25-16,-24 25 16,-1 0-16,25-25 15,0 25-15,1-25 16,-1 1-16,25-1 15,-25 25 1,25-25-16,0-25 16,0 26-1,0-1-15,0-25 16,25 50-16,0 0 16,24 0-16,1 0 15,-1 0-15,26 0 16,-50 0-16,24 0 15,1 0-15,0 0 16,24 25 0,-74 0-16,25 0 15,0-1-15,-25 26 16,0-25-16,0 0 16,0 49-16,-25-24 15,0-25-15,-25 24 16,-49 1-16,49-1 15,-24 1-15,49 0 16,-49-50-16,49 24 16,0-24-16,0 0 15,1 0 32,48 0 31,26 0-62,0 0-16,-1 0 16,1 0-16,-1 25 15,26-25-15,-1 25 16,-24-25-16,0 25 15,24-25-15,-24 0 16,-1 0-16,-24 0 16,0 0-16,49 0 15,-49 0-15,0 0 16,49-25-16,-49 0 16,0 0-16,24-24 15,-24 24-15,25-25 16,-25 1-16</inkml:trace>
  <inkml:trace contextRef="#ctx0" brushRef="#br0" timeOffset="78213.9">20117 893 0,'24'0'15,"26"50"-15,0 24 16,-50 0-16,24 1 16,1-1-16,-25 1 15,25 24 1,-25-50-16,0 1 0,0-25 16,0 0 62,-25-25-78,-24 0 15,-26-25-15</inkml:trace>
  <inkml:trace contextRef="#ctx0" brushRef="#br0" timeOffset="78442.02">20017 1315 0,'75'0'0,"-1"-25"16,1 25-16,24-25 16,-50 0-1,-24 25-15,0 0 0,0 0 31</inkml:trace>
  <inkml:trace contextRef="#ctx0" brushRef="#br0" timeOffset="78964.7">21034 943 0,'0'-25'16,"-24"25"-1,-1 25 1,-50 24-1,26 1-15,-1-50 16,25 25-16,25-1 16,-24 1-16,24 0 47,0 25-47,74-26 15,-24-24-15,24 50 16,-24-50-16,-1 25 15,-24 0-15,0-25 16,0 0-16,-25 24 16,24 1-16,-24 0 31,0 0-15,0 49-1,-24-74-15,-26 25 16,0-25-16,1 0 15,24 0-15,0 0 0,0 0 32,1 0-17</inkml:trace>
  <inkml:trace contextRef="#ctx0" brushRef="#br0" timeOffset="81073.09">23366 1339 0,'0'-24'15,"-25"24"17,0 0-1,1 0-31,-1 0 16,-25 24-16,25-24 15,1 25-15,-1 50 16,0-26-16,25-24 15,0 0-15,0 0 79,25-25-48,0 0-31,24-25 15,1 0-15,-25-25 16,-25 26-16,24-51 16,26 50-16,-50-24 15,0 24-15,0-74 16,0 74-16,0-49 16,0 24-16,0 0 15,0-24-15,0 24 16,0 125 78,0-1-79,0 1-15,50-1 16,-50-24-16,24-1 15,1 50-15,0-49 16,0 24-16,-25-49 16,25-25-16</inkml:trace>
  <inkml:trace contextRef="#ctx0" brushRef="#br0" timeOffset="81778.95">23986 843 0,'0'50'16,"0"49"0,0 0-1,0-49-15,0 49 16,0 0-16,0-49 15,-25 24-15,25 1 16,0-50-16,0-1 16</inkml:trace>
  <inkml:trace contextRef="#ctx0" brushRef="#br0" timeOffset="82248.38">24805 1067 0,'-50'49'47,"25"-24"-47,-49 25 16,-1-1-16,51-24 15,-1 25 1,-25-26-16,25-24 16,25 25 46,50 0-62,0-25 16,-1 0-16,50 0 15,-49 0-15,-25 0 16,0 0-16,-1 0 47</inkml:trace>
  <inkml:trace contextRef="#ctx0" brushRef="#br0" timeOffset="82620.69">24284 992 0,'0'0'0,"0"75"15,0-26-15,0 1 0,0 24 16,0-24-16,0-25 16,25-1-16,-25 26 15,0-25-15,0 0 16,0-1-1,24 1-15,1 0 32,0 0-17,0 0 1,0-25 0</inkml:trace>
  <inkml:trace contextRef="#ctx0" brushRef="#br0" timeOffset="83119.93">25698 967 0,'24'0'15,"26"25"-15,-25 25 16,0 24-16,-1-24 16,-24-25-16,50 49 0,-50-49 15,25 24 1,25 26-16,-26-50 15,1-25-15,0 0 16,0 0 15,-25-25 1,25-50-32,-25 26 15,24-50 1,1 24-16,0 26 15,-25 24-15,25-25 0,0 50 16</inkml:trace>
  <inkml:trace contextRef="#ctx0" brushRef="#br0" timeOffset="83777.2">26715 893 0,'-50'0'15,"25"0"1,0 0-16,1 0 0,-1 0 16,-25 25-1,50 0-15,0 49 16,0-49-16,0 24 15,0 1-15,0-25 16,25 0 0,0-1-1,0-24-15,-1 0 16,1 0-16,0 0 16,0 0-1,0 0-15,-25-74 31,0 49-31,0 0 0,0 1 16,0-1-16,0 0 31,0 50 47,0 49-78,24 1 16,-24-51-16,25 1 16,0 0-16,0 0 15,-25 0 1,0-50 31</inkml:trace>
  <inkml:trace contextRef="#ctx0" brushRef="#br0" timeOffset="84082.03">26814 1240 0,'25'0'16,"-1"0"-16,1 0 15,25 25-15,-25 0 16,-1-25 0,26 0-16,-25 0 15,0 0-15,24 0 0,-24 0 16,0 0-16,25 0 15,-1 0-15,1 0 16,-25 0 0,-1-25-16</inkml:trace>
  <inkml:trace contextRef="#ctx0" brushRef="#br0" timeOffset="84844.59">26144 521 0,'25'25'62,"49"24"-46,-24-24-1,-25-25-15,0 0 0,-1 0 47</inkml:trace>
  <inkml:trace contextRef="#ctx0" brushRef="#br0" timeOffset="85593.04">27781 620 0,'0'25'63,"-49"-25"-47,24 0-16,25 25 15,-25 0-15,0-25 16,25 24 31,0 1-47,0 0 15,0 49-15,50-49 16,-1 0-16,1 0 16,-25-25-16,74 25 15,-74-1-15,0-24 16,-1 0-16,1 0 47,-25 25-32,0 0 1,0 0 0,-49 0-16,-1 24 15,0-49 1,26 25-16,-1-25 15,0 0 1,0 0 15,0 0-31</inkml:trace>
  <inkml:trace contextRef="#ctx0" brushRef="#br0" timeOffset="91938.9">4291 3671 0,'0'25'32,"25"-25"-32,0 25 15,0 0-15,24-1 16,-24-24-16,0 25 16,24 0-1,26 0-15,-1-25 16,25 25-16,1-25 15,-1 24-15,0-24 0,-24 0 16,-26 0 0,1 0-16,-1 0 15,51 25-15,-26-25 16,0 0-16,26 0 16,-1 0-16,-25 0 15,26 0-15,-1 0 16,0 0-16,25 0 15,-25 0-15,0 0 16,25 0-16,-24 0 16,-1 0-16,50 0 15,-25 0 1,49 0-16,-49 0 0,0 0 16,25 0-16,0 0 15,49 0-15,-49 0 16,0 0-1,25 0-15,-50 0 16,0 0-16,-25 0 16,0 0-16,25 0 15,-49 0-15,-1 0 16,25 0-16,-24 0 16,-1 0-16,1 0 15,24 0-15,-25 0 16,25 0-16,25 0 15,0 0-15,25 50 16,-25-1-16,25-24 16,-25 25-16,0-25 15,-25 24-15,-24-24 16,24 0 0,0 0-16,0 24 15,1-24-15,-26 0 16,25 24-16,-49-49 0,-25 25 15,0-25-15,-25 25 16,24-25 93,-24-25-77,0 0-17,25-24-15,25 24 16,-25 0-16,-1 0 0,1 25 16,25-24-16,-25-1 15,49 0 1,0 0-16,1 25 15,-26-25-15,-24 25 16,25 0-16,24-49 16,50 49-16,-24-25 15,24 0-15,-25 0 16,25 25-16,-50 0 16,50-24-16,-49-1 15,24 0-15,0 25 16,-24 0-16,24 0 15,0 0-15,-25-25 16,26 25-16,-26-25 16,25 25-16,-49 0 15,24-24 1,1-1-16,-1 25 16,0 0-16,1 0 15,-1 0-15,1 0 0,24 0 16,0 0-16,-24 0 15,49 0 1,-50 0-16,0 0 16,26 0-16,-26 0 15,50-25-15,-25 0 16,1 25-16,24-25 16,-25 25-16,50 0 15,-75 0-15,0 0 16,1 0-16,-1 0 15,-24 0-15,24-24 16,1 24-16,-26 0 16,51 0-16,-51 0 15,1 0-15,24 0 16,-24 0-16,-1 0 16,-24 0-1,0 0 1,0 0 15</inkml:trace>
  <inkml:trace contextRef="#ctx0" brushRef="#br0" timeOffset="96053.33">7441 17735 0,'0'-24'46,"0"-1"-46,0 0 16,0-25 0,-24 26-1,-1-1-15,0-25 16,-25 25 0,1 0-1,-1 1-15,25-1 0,-24 25 16,-26-25-1,51 0-15,-1 25 16,0-25-16,-25 25 16,-24-24-16,24-1 15,25 25-15,-24-25 16,-1 25-16,1 0 16,-1 0-16,0 0 15,-49 0-15,25 0 16,-1 0-1,26 0-15,-50 0 0,24 0 16,26 0-16,-51 0 16,51 0-16,-26 0 15,1 0-15,-50 0 16,99 0 0,-74 0-16,0 0 15,24 0-15,-49 0 16,0 0-16,25 0 15,-25 0-15,25 0 0,24 0 16,-49 0 0,50 0-16,-25 0 15,-25 0-15,49 0 16,26 0-16,-26 0 16,1 0-16,24 0 15,1 0-15,-1 0 16,0 0-16,26 0 15,-51 0-15,50 0 16,-24 0 0,24 0-16,-25 0 0,25 0 15,-24 0-15,24 0 16,-25 0 0,1 0-16,-1 0 0,-24 0 15,24 0 1,1 0-16,-1 0 15,0 25-15,1 0 16,-1-25-16,1 0 16,-51 49-16,26-49 15,49 0-15,-25 25 16,1-25-16,-1 25 16,1 0-16,-1-25 15,25 24-15,-24-24 16,-1 50-16,25-50 15,0 0-15,-24 25 16,24-25 0,-25 25-16,50 0 15,-24 24 1,-1-24-16,0 25 16,0-26-1,25 1 1,0 0-16,0 0 0,0 0 15,0-1 1,0 1-16,0 0 16,0 0-16,0 0 15,0-1-15,0 1 16,0 0 0,0 0-16,0 0 31,0-1 0,0 1-15,0 0-1,25 0-15,0 24 16,-25-24-16,25 0 0,24 0 16,-24 0-1,49-1 1,-49 1-1,0-25-15,25 25 16,-26-25-16,1 0 16,50 25-16,-26-25 15,-24 49 1,25-24-16,-1-25 16,51 25-1,-76 0-15,1-25 0,25 0 16,-25 25-16,-1-25 15,26 0-15,-25 25 16,-25-1-16,49-24 16,1 0-1,-25 25-15,24-25 16,26 0-16,-1 0 16,-49 0-16,25 0 15,24 0-15,-49 0 0,49 0 16,-49 0-1,25 0-15,24 0 16,-24 0-16,-1 0 16,1 0-16,0 0 15,49 0-15,-50 0 16,26 0-16,24 0 16,-74 0-16,49 0 15,1 0-15,-26 0 16,1 0-1,-1 0-15,1 0 16,0 0-16,49 0 0,0 0 16,-49 0-16,-25 0 15,49 0-15,-49 0 16,24 25 0,-24-25-16,0 0 15,25 0-15,-26 0 16,26 0-16,0 0 15,-1 0-15,1 0 16,-25 0 0,24 0-16,-24 0 15,0 0-15,0 0 16,-1 0-16,26 0 16,-25 0-16,24 0 15,-24 0-15,25 0 16,-1 0-1,-24 0-15,0 0 16,25 0 0,-25 0-16,-1 0 15,26 0-15,24 0 16,1 0-16,-26 0 16,1 0-16,0-25 0,-1 25 31,1 0-31,-25 0 15,24 0-15,1 0 16,-25-25-16,-1 25 16,51 0-16,-50 0 15,49 0-15,-49 0 16,0-49-16,-1 49 16,26 0-1,-25 0 1,0 0-1,0 0-15,-1 0 0,26-25 16,-25 25-16,-25-25 16,49 25-16,-49-25 15,25 0 1,0 25-16,-25-24 16,25 24-16,0-25 15,-25 0-15,24 0 16,1 25-16,25-49 15,-50 24-15,25 0 16,-25-25-16,24 26 16,-24-1-16,25 0 15,0 0-15,0 0 16,0 25 0,-1-24-16,1-1 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8:45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12005 11187 0,'0'-25'32,"0"0"-1,-49 0-15,24 1-1,0-1 16,0 0-31,1 25 16,24-25-16,-25 0 16,0 25-16,25-24 15,-25 24-15,0-25 16,1 25 0,-1-25-16,0 25 31,0 0 16,0 0-32,1 0 17,-1 0-17,-25 0 1,25 0-1,1 0 1,-1 0 0,0 0-16,0 0 15,0 0 17,25 25-32,-24-25 15,-1 25-15,0-1 16,0 1-1,25 0 17,-25 0-32,25 0 15,0-1 1,-24-24-16,24 25 0,-25 25 16,25-25-1,0 0 1,0-1-16,0 1 15,0 0 1,0 0-16,0 0 16,0-1-16,0 26 15,0-25-15,0 0 16,0-1 0,-25 1 15,25 0-31,0 0 15,0 0 1,0-1-16,0 1 31,0 0 1,0 0-17,0 0-15,0-1 16,0 1-16,0 0 31,0 0-15,0 0-1,0-1 1,25-24-16,-25 25 16,25 0-16,-25 0 15,24-25 1,-24 25 15,25-25-31,0 24 31,-25 1-15,25-25 0,0 25 15,24-25 0,-24 0-15,25 0-1,-26 0 17,1 0-17,0 0-15,0 0 16,0 0-16,-1 0 15,1 0 17,0 0-17,0 0 1,24 0-16,-24 0 16,0 0-1,0 0-15,0 0 16,-1 0-1,1 0-15,0 0 16,0 0-16,0 0 16,-1 0 15,1-25-15,0 0-1,0 1 16,-25-1 1,25 25-17,-25-25-15,0 0 47,24 0-47,1 1 31,-25-1 16,0 0-15,0 0-17,0 0 1,0 1 15,0-1-15,0 0-1,0 0 17,0 0-1,0 1-16,0-1 17,0 0-1,0 0 16</inkml:trace>
  <inkml:trace contextRef="#ctx0" brushRef="#br0" timeOffset="6845.68">22374 4514 0,'-25'0'47,"-25"0"-31,26-24 15,-1 24-15,0 0-16,0 0 15,0 0 1,1 0-16,-1 0 15,0 0-15,-25 0 16,26 0-16,-1 24 16,0-24-16,25 25 15,-25 0-15,0 0 16,25 0-16,-24 24 16,24 1-1,0-25-15,0-1 16,0 26-16,0-25 15,0 25-15,24-1 32,1 1-17,-25-25 1,25-1-16,0 1 16,24-25-16,-24 25 15,50 0-15,-51-25 16,26 0-16,0 0 15,-26 0-15,1 0 16,0 0-16,0 0 16,0 0-1,-1 0 1,1 0-16,25 0 16,-25 0 15</inkml:trace>
  <inkml:trace contextRef="#ctx0" brushRef="#br0" timeOffset="8032.34">22647 4514 0,'24'25'47,"-24"0"-47,0 49 15,25 1-15,-25-1 16,0-24-16,0 0 16,0-1-16,0 1 15,0-25-15,0-1 16,0 26-16,0-25 15,0 0 1,0-1 0,0-73 77,0-1-93,0 1 0,-25-51 16,25 26 0,0 24-16,0 1 15,0-26-15,0 50 16,0-24-16,0 24 16,0-25-16,25 26 15,0-1 1,0 0-1,0 25 1,0 0-16,-1 0 16,1 0-1,0 0-15,0 0 16,24 0 0,-24 0-16,25 50 15,-50-26 48,0 1-63,-75 0 15,51 0-15,-26 49 16,0-24-16,26-25 16,-26 24-16,0-24 15,1 0-15,-1 0 16,25 0-16,0-25 15,1 0 17,73 0 46,1 0-63,-25 0-15,74 24 0,0 51 16,-49-50 0,49 49-16,-49-74 15,-26 25-15,26 0 16,-25-25-16,0 24 16,49-24-16,-49 25 15,0-25 48</inkml:trace>
  <inkml:trace contextRef="#ctx0" brushRef="#br0" timeOffset="8630.39">23366 4390 0,'25'0'32,"0"25"-32,49 0 15,-74 0 1,50 24-16,-1 1 0,-24-25 16,0-25-16,-25 25 15,25-25-15,-1 24 31,1-24 16,0 0 0,0-24-47,0-1 16,-25 0-16,24-25 15,1 1-15,0-1 16,0 25-16,25 1 16,-50-1-16,24 0 15</inkml:trace>
  <inkml:trace contextRef="#ctx0" brushRef="#br0" timeOffset="9217.23">23763 4688 0,'0'25'31,"0"24"-15,0-24 0,0 25-16,0 0 15,0-26 1,0 1-16,0 25 15,0-25-15</inkml:trace>
  <inkml:trace contextRef="#ctx0" brushRef="#br0" timeOffset="10083.71">24333 5135 0,'0'24'63,"0"26"-47,-24-50-16,24 25 15,0 0-15,-25-1 16,0-24-16,25 25 15,-25-25-15,0 25 16,1 0 0,-1-25-1,0 25 1</inkml:trace>
  <inkml:trace contextRef="#ctx0" brushRef="#br0" timeOffset="11215.56">25375 4341 0,'0'74'31,"0"-24"-31,0 24 16,0 25-16,25-24 15,-25-1-15,0-49 16,0 50-16,0-26 15,0 26-15,0-51 32,0 1 46,0-74-63,-25 24-15,0-25 16,25-24-16,0-26 16,0 51-16,0-1 15,0-49-15,0 25 16,25 24-16,-25 25 16,50-24-16,-25 24 15,-1 0-15,1 0 16,0 25-1,0 0-15,0 0 16,-1 0 0,26 25-1,-50 0 1,0 0-16,25-1 16,-25 26-16,0 0 15,0-1-15,0 1 16,0-25-16,-75 24 15,51 1-15,-26-1 16,25 1-16,-24-25 16,24-25-16,0 0 15,0 0-15,0 0 16,1 0 15,73 0 32,26 0-48,-26 25-15,1-25 16,-1 25-16,-24-1 0,0-24 16,25 25-1,-26-25 79,1 0-63,0 0-15</inkml:trace>
  <inkml:trace contextRef="#ctx0" brushRef="#br0" timeOffset="11664.26">26491 4812 0,'25'0'0,"0"0"32,25 0-32,-26 0 0,1-25 15,25 25-15,-1 0 16,51 0 0,-76 0-16,1 0 15,0 0 1</inkml:trace>
  <inkml:trace contextRef="#ctx0" brushRef="#br0" timeOffset="12060.37">26491 4564 0,'50'0'32,"0"0"-17,-1 0 1,-24 0-16,25 0 0,-1 0 15,-24-50-15,49 50 16</inkml:trace>
  <inkml:trace contextRef="#ctx0" brushRef="#br0" timeOffset="13326.34">28104 4440 0,'-25'0'46,"0"0"-46,-25 0 16,-24 0 0,49 0-16,-24 0 15,24 0-15,0 0 16,0 0-16,0 0 16,1 0-1,24-25-15,0 0 16,0-24 15,0 24-31,49 0 0,-24 25 16,49 0-1,1-25-15,-26 25 16,1 0-16,0 0 16,-1 0-16,-24 0 15,0 0-15,25 0 16,-26 50-16,1-25 15,-25 0-15,0-1 16,0 26-16,0 0 16,0-1-1,0-24-15,0 25 0,0-1 16,-49 1-16,24-25 16,-74 74-16,49-25 15,-25 1-15,26-26 16,-26 1-1,1-50-15,24 74 16,1-49-16,-1-25 16,1 0-16,-1 0 15,0 0-15,26 0 47,-1 0-31,25-25-16,0 1 15,0-1-15,0 0 16,0 0 0,0 0-16,0 1 15,25 24 1,-1-25 0,1 25-1,0 0-15,0 0 0,0 0 16,-1 0-16,1 0 15,0 0-15,0 0 16,0 0 0,-1 0-16,26 25 15,-25-1-15,0-24 16,-1 25-16,26 0 16,0 0-1,-26-25 1,26 25-16,-25-25 15,-25 24-15,25-24 16,24 0 0,1 25-16,-25-25 15,49 0-15,-24 0 16,-25 0-16,-1 0 16,1 0-16</inkml:trace>
  <inkml:trace contextRef="#ctx0" brushRef="#br0" timeOffset="19216.54">22845 6028 0,'0'49'62,"0"1"-46,0 24-16,0-49 15,25 49-15,0 1 16,-25-26 0,49 26-16,-49-26 0,25 51 15,0-26-15,-25-49 16,0 24-16,0-24 16,0 50-16,0-50 15,0-1 1,0 1-16,0 0 15,-50-99 64,50 24-64,-49-49-15,49 49 16</inkml:trace>
  <inkml:trace contextRef="#ctx0" brushRef="#br0" timeOffset="20029.62">22895 5904 0,'0'-25'0,"25"25"47,-1 0-31,1 0-16,0 25 15,0-25 1,49 49-16,-49-24 16,0 0-16,0 0 15,-25-1-15,0 1 16,0 25 0,0-25-1,0-1-15,0 26 16,-25-25-16,0 0 15,0-1-15,-24 26 16,-1-50-16,0 25 0,26-25 16,-1 0-1,0 0-15,0 0 16,100 49 109,-51-24-125,26 0 0,49 25 16,-74-26-1,49 51-15,-49-75 16,50 49-1,-26 1 1,-24-50 0,0 25-16,0 0 31,-1-25 0,1 0 0,0 0-31,0 0 16,0 0-16,-1 0 16,1-25-16,0 0 15</inkml:trace>
  <inkml:trace contextRef="#ctx0" brushRef="#br0" timeOffset="20727.93">23515 5953 0,'25'0'16,"-1"50"-1,1 24-15,50 1 16,-26-1-16,-24-24 16,25-1-16,-26-24 15,1 0 1,0-25 62,0 0-62,0-50-16,24 1 15,26-26-15,-26 1 0,-24 49 16,0-25-16,-25 1 15,25 24 1,-25 0 0,0 0 46,0 50-46</inkml:trace>
  <inkml:trace contextRef="#ctx0" brushRef="#br0" timeOffset="21266.6">23937 6375 0,'-25'25'47,"25"-1"-31,0 1-16,0 0 0,0 25 15,0-26 1,0 51-16,0-50 15,0 24-15,0 1 16,0-1-16,0 1 16,0 0-16,0-25 15,0-1-15,0 1 16</inkml:trace>
  <inkml:trace contextRef="#ctx0" brushRef="#br0" timeOffset="21684.36">24581 6796 0,'0'75'63,"-24"-25"-48,-1-1-15,25-24 16,-50 49-16,50-49 31</inkml:trace>
  <inkml:trace contextRef="#ctx0" brushRef="#br0" timeOffset="22965.74">25623 6003 0,'0'25'47,"25"24"-47,0 50 15,0-49-15,-25 49 16,49 0-16,-24 1 16,-25-51-1,25 26-15,-25-26 0,0-24 16,0 0-16,0 0 15,0-1-15,0 1 16,-25-25 93,-25-74-109,26-1 16,-1-24-16,0 25 16,25-50-16,0 49 15,0 26-15,0-50 16,0 49-16,25-49 16,0 74-16,-1-25 15,-24 26 16,25 24-15,0 0 0,25 0-1,-26 0-15,26 24 16,-25 26 0,25 0-16,-26-1 15,1-49 1,-25 25 15,0 0-15,-25-25-16,1 25 15,-26-1-15,0 1 16,-24-25 0,24 50-16,1-50 0,24 0 15,0 25-15,25-1 94,50 26-94,24-25 16,-24 0-16,74 24 0,-75-49 15,1 25 1,0 0-16</inkml:trace>
  <inkml:trace contextRef="#ctx0" brushRef="#br0" timeOffset="23428.34">26863 6524 0,'25'0'31,"25"0"-15,-1 0-16,-24 0 16,75 0-1,-26 0-15,-49 0 16,0 0-16,-1 0 15</inkml:trace>
  <inkml:trace contextRef="#ctx0" brushRef="#br0" timeOffset="23829.03">26938 6424 0,'25'0'31,"-1"0"-15,1-24-16,0-1 16,0 25-16,0 0 15,0 0-15,24 0 0,-24-25 16</inkml:trace>
  <inkml:trace contextRef="#ctx0" brushRef="#br0" timeOffset="24535.8">28029 6400 0,'25'0'63,"-25"-75"-63,0 26 15,25-26-15,-25 50 16,25-74-16,-25 74 16,0 1-16,25-1 15,-1 0 63,1 50-46,-25 0-32,50 49 15,-50 25-15,49-49 16,-49 49-16,0-74 15,0 74-15,0-25 16,0 1-16,0-1 16,0-49-1</inkml:trace>
  <inkml:trace contextRef="#ctx0" brushRef="#br0" timeOffset="25178.29">27955 6846 0,'25'0'31,"-1"0"-31,26 0 16,25 0-16,-26 0 16,26 0-16,-1 0 15,0 0-15,1 0 16,49 0-16,-50 0 16,1 0-16,24-25 15,-50 25-15,26 0 16,-50 0-16,-1 0 15,1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39:40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10046 8285 0,'0'-25'93,"0"-25"-93,0 26 0,50-51 16,-1 26-16,26-51 16,49 26-16,-50-1 15,0 26-15,50-26 16,0 1-1,-49 24-15,49-24 16,-25 24-16,-25 50 16,1-24-16,-25-1 0,-1 25 15,-24 0-15</inkml:trace>
  <inkml:trace contextRef="#ctx0" brushRef="#br0" timeOffset="792.02">9922 7813 0,'0'25'31,"0"25"-15,0-1-16,0 1 16,25 25-16,-1-1 15,-24-49 1,0 24-16,0 1 0,0-25 16,0 24 15,0-24-16,25-25 95,0 0-79,25-25-31,-25 25 0,24-24 16,1-1-16,-25 0 15,49 0-15,0 25 16,-24-49-16,24 49 16</inkml:trace>
  <inkml:trace contextRef="#ctx0" brushRef="#br0" timeOffset="1689.93">11757 6747 0,'-24'0'94,"-26"0"-94,50 99 15,0-24-15,0 24 16,0-25 0,0 25-16,25-49 15,-25-25-15,25 24 0,24 26 16,-24-50-1,0-1-15,0-24 16,-1 25 0,26-25 15,-25 0-15,0 0-1,-1-74 1,-24 49-16,0-25 15,0 1-15,0 24 16,0-25 0,0-24-16,0 49 15,0-49-15,0 24 0,-24 25 16,-1-24-16,0 24 16,-25-25-16,50 25 15,-24 1 1,-1-1-16,0 0 31,25 0-15,-25 25-16,0 0 15,1 0 1,-1 0 0,0 0-16,0 0 15</inkml:trace>
  <inkml:trace contextRef="#ctx0" brushRef="#br0" timeOffset="2107.67">11832 7144 0,'25'0'47,"-1"0"-47,1-25 16,0 25-16,25 0 16,-26 0-1,1 0-15,-25-25 16,25 25-16</inkml:trace>
  <inkml:trace contextRef="#ctx0" brushRef="#br0" timeOffset="2672.13">12328 7268 0,'0'-25'47,"0"0"-47,25-24 15,-25 24-15,0-25 16,25 1-16,-25-1 16,24 0-1,1 50 48,0 0-48,-25 25-15,50 0 16,-50 49 0,24-49-16,1 25 15,0-1-15,-25-24 16,25 0-1</inkml:trace>
  <inkml:trace contextRef="#ctx0" brushRef="#br0" timeOffset="3021.68">12874 6896 0,'0'0'0,"74"0"32,-49 0-32,24 0 0,-24-25 15,0 25-15,25 0 16,-26-25-1,1 25 1,-25-25 31</inkml:trace>
  <inkml:trace contextRef="#ctx0" brushRef="#br0" timeOffset="3600.32">12750 6722 0,'24'0'47,"1"0"-32,0 0 1,49 0-16,-49 0 0,0 0 16,25 0-1,-26 0 1</inkml:trace>
  <inkml:trace contextRef="#ctx0" brushRef="#br0" timeOffset="4589.03">13643 5680 0,'0'25'0,"24"0"16,1 24-16,0 26 15,0-50-15,0 24 16,-25-24-16,0 0 15,24 0 1,-24 0-16,0-1 16,0 1 31</inkml:trace>
  <inkml:trace contextRef="#ctx0" brushRef="#br0" timeOffset="5134.01">13618 5680 0,'0'0'0,"49"0"16,-24 0-16,25-25 15,-1 1-15,26-26 16,-26 50-1,-24-25 1,0 25 47,0 25-48,0 99-15,-1-99 16,-24 24-1,25 1-15,-25-25 0,25 0 32,-25 24-32,50-24 15,-26 0-15,1-25 32,0 0 14,0-25-46,-25 0 16,25-24-16,-25-1 16</inkml:trace>
  <inkml:trace contextRef="#ctx0" brushRef="#br0" timeOffset="5622.31">13866 6251 0,'25'0'78,"-1"0"-62,26 0 0,49 0-16,0-50 0,-49 50 15,49-49 1,-74 49-16,25-50 16,24 50-16,-49 0 78</inkml:trace>
  <inkml:trace contextRef="#ctx0" brushRef="#br0" timeOffset="6182.04">14188 6524 0,'75'0'32,"-26"-25"-32,1 25 15,-25 0 1,0 0 15,-25 49 16,0 1-47,-50 24 16,0-49-1,-24 50-15,49-51 16,0 26-16,0-50 16,75 0 46,0 0-62,24 0 16,-24 0-16,24-25 15,-24 0 1,-1 1-16,1 24 0,0 0 16</inkml:trace>
  <inkml:trace contextRef="#ctx0" brushRef="#br0" timeOffset="7279.48">12080 7764 0,'-25'0'94,"0"74"-78,25-24-16,-49-1 15,49 26-15,0-25 16,0-26-16,0 26 15,0-25-15,0 0 16,0-1-16,0 26 16,49 0-1,-49-26 1,75 1-16,-51 0 16,1-25-1,0 0-15,0 0 0,0 0 31,0 0-15,-25-25 0,0 0-16,24-24 15,1-1-15,-25 25 16,0-24-16,0 24 16,0 0-16,0-49 15,0 24-15,0 0 16,0 26-16,0-26 15,0 0-15,0 1 16,0 24 0,-25-25-16,1 26 15,-1 24 1,-25-25-16,25 25 16,0 0-1,1 0-15,-1 0 16,-25 0-16,25 0 15,1 0-15,-1 0 0,0 0 32</inkml:trace>
  <inkml:trace contextRef="#ctx0" brushRef="#br0" timeOffset="7650.96">11931 8136 0,'25'0'47,"0"0"-31,49 0-16,-49 0 15,0-25-15,24 0 16,-24 25-16,25 0 16,-25-24-16,-1-1 15</inkml:trace>
  <inkml:trace contextRef="#ctx0" brushRef="#br0" timeOffset="8431.84">12774 8111 0,'-24'0'47,"-26"0"-31,25 0-1,-24-49 1,49 24 15,0 0-15,0 0-1,24 25 1,26 0-16,-25 0 16,0 0-16,-1 0 15,26 0 1,-25 0-1,-25 25-15,25 0 16,-25 24-16,0-24 16,0 0-16,0 25 15,0-26 1,0 51-16,0-26 16,-25 1-16,0-50 15,0 25-15,0 0 16,1-25 46,24-25-46,49 25 31,-24 0-47,25 0 15,-1 0 1,-24 0-16,25 0 0,-26 0 16,51 0-16,-1 0 15,-24 0 1,-25 0-16,24-25 0,-24 0 16,0-24-1,0 24-15</inkml:trace>
  <inkml:trace contextRef="#ctx0" brushRef="#br0" timeOffset="8765.17">13419 7764 0,'25'0'16,"0"0"0,0 0-1,0 0-15,-1 0 0,51 0 16,-50 0-1,24-25-15,-24 25 16,0 0-16,0-25 16</inkml:trace>
  <inkml:trace contextRef="#ctx0" brushRef="#br0" timeOffset="9063.36">13122 7640 0,'0'-25'0,"24"25"32,1 0-32,0-25 15,0 25 1,25 0-16,-26 0 16,1 0-16,74 0 15,-49-49-15</inkml:trace>
  <inkml:trace contextRef="#ctx0" brushRef="#br0" timeOffset="9506.89">14833 7119 0,'50'74'47,"-50"-24"-31,0-25-1,0 0-15,25-1 16,-1 1-16</inkml:trace>
  <inkml:trace contextRef="#ctx0" brushRef="#br0" timeOffset="9996.33">14734 7069 0,'0'-24'15,"74"24"16,-49 0-31,0 0 16,49 0-16,50 0 16,-74 0-16,24 0 15,-49-25-15,0 25 16,25-25-16,-50 50 78,0 0-78,24-1 16,-24 51-1,0-26-15,0 1 16,25-25-16,-25 0 16,25-25 30</inkml:trace>
  <inkml:trace contextRef="#ctx0" brushRef="#br0" timeOffset="10353.48">14957 7565 0,'75'0'16,"-26"0"-16,-24-24 0,25-1 15,-26 0-15,26 0 16,-25 25-16,24-25 16,1-24-1,-25 24-15,0 25 0,0-25 16,-1 25-16,1 0 31</inkml:trace>
  <inkml:trace contextRef="#ctx0" brushRef="#br0" timeOffset="10966.45">15280 7590 0,'24'0'31,"1"0"-31,50 0 0,-50 0 16,49 0-16,-74 50 94,-25-25-94,0-1 15,1 26-15,24-25 16,-50 24-16,50 1 63,25-25-48,0-25 1,-25 25-1,24-25 32,-24 24-31,0 1 0,-24 0-16,-1 25 15,-50-25-15,50 24 16,-24-49-16,49 25 15,-25-25-15</inkml:trace>
  <inkml:trace contextRef="#ctx0" brushRef="#br0" timeOffset="13687.59">20861 4266 0,'-25'0'16,"0"0"93,0 0-78,1 0-15,-1 0-16,0 0 16,0 0-1,-25 50-15,1-25 0,-1 24 16,-24-24-16,24 50 16,1 24-16,-1-74 15,50-1-15,-25 51 16,25-26-1,0 1-15,0 0 16,0 24-16,0-24 16,0 24-16,0-24 15,0-1-15,25 1 0,0 74 16,-25-99 0,0 24-16,25 1 15,-25 24-15,0 1 16,24-26-16,1 26 15,-25-50-15,0 49 16,0 1-16,0-26 16,0 1-16,0 49 15,0-49-15,-25-26 16,1 1 0,-26 25-16,25-1 0,-24 1 15,-26-25 1,50 0-16,-24-25 15,24 49-15,-25-49 16,1 0 0,24 0-16,0 0 15,0 0-15,1 0 16,-1 0-16,0 0 31,25 25 47,25-25-62,0 0 0,-25 25-16,24-25 15,1 25 1,0-25-16,0 24 15,0 26-15,24-50 16,-24 25-16,0 0 16,0-1-1,-25 1-15,24-25 16,-24 25 0,25 25-1,-25-26-15,0 1 16,0 0-16,25 0 15,0 0-15,-25 0 16,0-1-16,0 26 16,0-25-16,0 49 15,0-49 1,0 0-16,0 24 16,0 1-16,25 0 0,-25-26 31,0 26-31,24-25 0,-24 0 31,0-1-15,0 26-1,25-50-15,-25 25 16,25 24 0,0-24-1,-25 0-15,25 0 16,24 0 15,-24 24-15,0-49-16,0 25 15,24 0-15,-24-25 16,49 0-16,1 0 16,-25 0-1,-26 0 1,1 0-16,0 0 15,25 0-15,-26 0 16</inkml:trace>
  <inkml:trace contextRef="#ctx0" brushRef="#br0" timeOffset="15547.38">21555 4316 0,'0'25'16,"50"-25"62,-25 0-78,49 0 15,-24-25 1,-1-25-16,1 26 16,-25 24-16,24 0 0,-24 0 15,0 0 1,0 0-16,0 0 47,24 49-32,1 1 1,-1-25 0,1-1-16,-25-24 15,0 0-15,49 0 16,-49 0-16,49 0 16,-49 0-16,49 0 15,-24 0-15,-25-24 16,0 24-1,-1 0 32,1 0-31,0 0 0,25 0-16,-1 0 15,1 0 1,0 0-16,24 0 15,-24 0-15,-1-25 16,26 0-16,-26-25 16,-24 50-1,0 0 17,0 0-17,-1 0 1,26 0-1,-25 0 1,0 0-16,24 0 16,26 0-16,-1 0 0,0 0 15,1 0-15,-1 0 16,-24 0 0,24 0-16,50 0 15,-49 25-15,49-25 16,-25 25-16,25-25 15,-50 0-15,26 0 16,24 0-16,-25 0 16,25 0-16,0 0 15,0 0-15,0 0 16,0 0-16,25 0 16,-25 0-16,25 0 15,-50 0-15,25 0 16,-25 0-16,0 0 15,1 0-15,-1 0 16,25 0 0,-75-25-16,1 25 15,0 0-15</inkml:trace>
  <inkml:trace contextRef="#ctx0" brushRef="#br0" timeOffset="17349.79">21555 5283 0,'0'25'79,"25"0"-64,25 0 1,-1-25-1,-24 0-15,50 0 16,-1 0-16,0 0 16,26 0-16,-1 0 15,-50-25-15,26 25 16,-26 0-16,-49-25 16,25 25 62,0 0-63,25 0 17,-26 0-32,26 0 15,-25 0-15,49 0 16,25 0-16,1 0 15,-1 0-15,-49 0 16,-26 0-16,1 0 16,0 0-1,0 0 17,0 0-17,-1 0 1,26 0-16,0 50 15,24-50-15,-49 0 16,24 0 0,26 0-16,-26 0 15,26 0-15,-1 0 16,-49 0-16,0 0 16,24 0 62,1 0-63,24 0 1,-49 0-16,50 0 16,-26 25-16,51-25 15,-76 0 1,26 0-16,0 0 15,-1 24-15,26-24 16,-26 0-16,26 0 16,49 0-16,-75 0 0,26 0 15,-1 0 1,-24 0-16,-1 0 16,-24 0-16,0 0 15,0 0-15,0 0 31,24 0 1,26 0-32,-1 0 31,0 0-31,1 0 0,24 0 16,25 0-16,-74 0 15,24 0-15,75 0 16,-25-24-16,0-26 15,-25 25 1,0-24-16,1-1 16,-51 0-16,26 26 15,-51 24-15,1-25 16,0-25-16</inkml:trace>
  <inkml:trace contextRef="#ctx0" brushRef="#br0" timeOffset="18947.86">21580 6176 0,'0'25'78,"0"0"-63,0 0 1,50 24 0,-1-49-1,1 0-15,-25 0 16,49 0-16,-24 0 16,24 0-16,25 0 15,1 0 1,-51-24-16,1 24 15,-1 0-15,1-25 16,-25 25-16,24 0 16,-24 0-16,25 0 47,-25 0-47,24 0 15,-24 25 1,25-25-16,-1 0 15,1 0-15,24 0 16,26 0-16,-26 0 16,0 0-16,50 0 15,-74 0 1,24 0-16,1 0 16,-26 0-16,-24 0 0,0 0 31,0 0 0,0 24-15,24-24-1,1 0-15,-1 0 16,26 25-16,-1-25 16,1 0-16,-1 0 15,50 0-15,-99 0 16,49 0-16,1 0 15,-1 0-15,25 0 16,-49 0-16,-25 0 16,24 0-16,-24 0 31,25 0 0,-25 0-15,-1 0-16,26 0 0,24 0 15,51 0-15,-101 0 16,76 0 0,-26 0-16,0 0 15,26 0-15,24 0 16,-25 0-16,0-25 16,-25 1-16,26 24 15,-51-25-15,1 25 16,0-25-16,-1 0 15,1 0-15,-25 25 16,-1 0 0</inkml:trace>
  <inkml:trace contextRef="#ctx0" brushRef="#br0" timeOffset="20270.79">21332 6871 0,'0'25'78,"25"49"-62,-25-49-16,25 25 15,-1-26 1,-24 1-16,25-25 16,0 25-16,25-25 15,-26 0-15,26 0 16,0 0-16,-26 0 15,51 0-15,-25 0 16,-1 0-16,-24 0 16,49 0-16,-24 0 15,0 0 1,-1 0-16,1 0 16,24-25-16,-24 25 15,-1 0-15,26 0 0,-1 0 16,1 0-16,-1 0 15,-24 0 1,49 0-16,-49 0 16,24 0-16,-24 0 15,49 0-15,-74 0 16,24 0-16,26 0 16,-26 0-16,26 25 15,-51-25 1,26 0-16,-25 0 15,24 25-15,-24-25 16,0 0-16,0 0 16,24 0-16,-24 0 15,0 0-15,49 0 16,-49 0-16,25 0 16,-1 0-1,26 0-15,-50 0 16,49 0-16,-24 0 15,-1 0 1,-24 0-16,0 0 16,25 0-1,-26 0-15,51 0 16,-26 25-16,1 24 16,24-49-16,26 0 15,-51 0-15,26 0 16,-51 0-16,51 0 15,74 0-15,-25 0 16,49-25-16,-24-24 16,25 24-1,-1 0-15,-49 0 16,25 1-16,-49-1 16,-1 25-16,-25 0 15,-49-25-15</inkml:trace>
  <inkml:trace contextRef="#ctx0" brushRef="#br0" timeOffset="38392.24">15280 9897 0,'0'25'47,"24"0"-32,26-1 17,-25-24-17,0 0-15,49 25 16,-49-25-1,0 0-15,24 0 16,1 0-16,0 0 16,-1 0-16,1 0 15,-25 0-15,49 0 16,-49 0 0,24 0-16,1 0 0,-25 0 15,24 0 1,1 0-16,0-25 0,-1 25 15,26 0-15,-26-24 16,1 24 0,0-25-16,-1 25 15,-24 0-15,25 0 16,-26 0-16,1 0 16,50 0-1,-51 0 1,1 0-16,25 49 15,-25-24 1,-1-25 0,51 50-16,-50-25 15,24 0-15,-24-1 16,0 1 0,0-25-1,-1 25 1,1-25-16,0 25 15,0-25 1,-25 25-16,25-25 16,-1 0-1,-24 24-15,25-24 47,0 0-31,0 0-1,0 0-15,-1 0 16,1 0 0,0 0-16,25-24 15,-26-1 1,26 0-16,0 0 16,-25 25-1,24 0-15,1-25 0,-25 25 16,49 0-16,-24-24 15,-1 24 1,1 0-16,-25 0 16,49 0-16,-24 0 15,-1 0-15,1 0 16,-25 0-16,-1 0 16,26 0-16,0 0 15,-1 0-15,1 0 16,-1 0-16,51 24 15,-75-24 1,24 0-16,1 0 0,-1 0 16,26 0-16,-1 0 15,-24 0-15,-1 0 16,51 0-16,-51-24 16,1-1-1,-25 0-15,24 25 16,-24 0-16,-25-25 15,25 25 1,-25-25-16,0 0 31,0 1-15</inkml:trace>
  <inkml:trace contextRef="#ctx0" brushRef="#br0" timeOffset="42679.98">21481 9897 0,'49'0'47,"1"0"-47,0 50 15,-26-50-15,1 0 16,50 0-16,-26 0 16,1 0-16,0 0 15,-1 0-15,26 0 16,-1 0-16,0 0 16,-24 0-16,-25 0 15,49 0-15,-24-25 16,-1 25-16,-24 0 15,50-25-15,-51 25 16,1 0-16,0 0 16,25 0-1,-26 0-15,1 0 16,0 0 0,25 0-16,-25 0 0,24 0 15,-24 0 1,49 0-16,-49 0 15,25 0-15,-1 0 16,1 0 0,-25 25-1,0-25-15,-1 0 16,1 25 0,0-1-16,0-24 31,0 0-31,-25 25 172,24 0-157,-24 0 1,0 0 171,50 0-187,-50-1 16,25 1 0,0 0-1,-1-25 95,1 0-110,-25-25 15,25 25 1,25-25-16,-26 25 16,1 0-16,50-24 15,-51 24-15,26 0 16,-25-25-16,0 25 15,24 0 1,-24 0-16,25-25 16,-25 25-1,-1 0 1,1 0-16,0 0 16,0 0-16,0 0 31,24 0 0,-24 0-15,0 0-1,0 0 1,-1 0-16,1 0 31,0 0 0,0 0-15,0 0 0,-1 0-16,1 0 15,25 0 1,-25 0-16,-1 0 16,26 0-1,0 0-15,-26 0 0,1 0 16,25 0-16,24 0 15,1 0-15,-51 0 16,51 0-16,-25 0 16,24-25-1,-24 25-15,-1 0 16,1 0-16,-25-25 16,74 0-16,-74 25 15,49-24-15,-24 24 16,49 0-16,-74 0 15,24-25-15,-24 25 16,25 0-16,-26-25 31,1 25-31,0 0 125,-25-25-109,0 0 0,0 1-1,0-1 1,0 0-16,25 25 15,-25-25-15</inkml:trace>
  <inkml:trace contextRef="#ctx0" brushRef="#br0" timeOffset="100107.21">26888 13568 0,'25'0'110,"25"0"-95,-26 0 32,1 0-47,0 25 16,0-25 0,0 0 15,0 0-16,-1 0 1,1 25 0,0-25-16,0 0 15,24 0-15,-24 0 16,0 0 0,0 0-16,0 0 15,24 0 1,-24 0-16,0 0 0,24 0 15,-24 0 1,0 0-16,0 0 16,24 0-16,-24 0 15,0 0 1,0 0-16,0 0 16,-1 0-16,1 0 15,0 0-15,0 0 16,0 0-1,-1 0-15,1 0 16,0 0 0,0 0-1,0 0 1,-1 0-16,1 0 0,0 0 16,0 0-16,0 0 15,0 0-15,-1 0 16,1 0-1,-25 25 1,50-1 0,-25-24-1,-1 25-15,1-25 0,0 25 16,25-25-16,-26 25 31,1-25-31,0 25 16,0-1 15,0-24-15,-1 25-16,1-25 15,0 25 17,-25 0-17,25-25-15,0 25 31,-1-25 110,1-50-110,0 50-15,0-25-16,0 25 16,-1 0-16,-24-25 15,50 25-15,-25 0 31,0-24-15,-1-1-16,1 25 16,25 0-1,-25 0 17,-1 0-17,1 0-15,0 0 16,25-25-1,-25 0 1,24 25-16,-24 0 16,0 0-16,0 0 15,-1 0-15,26 0 32,0 0-32,-1 0 15,-24 0-15,0 0 16,0 0-16,-1 0 15,26 0-15,-25 0 16,0 0 0,-1 0 15,1 0 0,0 0-15,25 0-1,-1 0 1,-24 0 0,0 0-16,-25-25 15,49 1 1,-24 24 0,-25-25-16,25 25 15,0-25 16,0 0 1,-25 0-17,24 25 1,-24-24 46</inkml:trace>
  <inkml:trace contextRef="#ctx0" brushRef="#br0" timeOffset="106689.47">21679 4316 0,'50'0'110,"0"0"-110,24 0 0,0 0 15,1 0-15,-1 0 16,50 0 0,-74 0-16,24 0 15,25 0-15,25 0 16,0 0-16,25 0 16,-49 0-16,24 0 15,24 0-15,-48 0 16,24 0-16,24 0 15,-48 0-15,24 0 16,0 0-16,-50 0 16,25 0-16,1 0 15,-26 0-15,0 0 16,1 0-16,-1 0 16,-24 0-16,24 0 15,1 0 1,-51 0-16,51 0 15,-1 0-15,-24 0 16,24 0-16,-24 0 0,0 0 16,-26 0-16,51-25 15,-26 25 1,26 0-16,-26-25 16,51 25-16,-51 0 15,1 0-15,24-24 16,-24 24-16,24 0 15,-49 0-15,49 0 16,1 0-16,-1 0 16,1 0-16,-1 0 15,-24 0 1,49 0-16,-49 0 0,24 0 16,0 0-16,-24 0 15,-25-25-15,24 25 16,1-25-16,24 25 15,-49 0 1,25 0-16,-1-25 16,-24 25-16,25 0 15</inkml:trace>
  <inkml:trace contextRef="#ctx0" brushRef="#br0" timeOffset="108235.13">21580 5308 0,'25'0'31,"0"0"-15,-1 0-1,1 0 1,0 0-16,25 0 16,-25 0-16,-1 0 15,26 0-15,0 0 16,24 0-16,25 0 15,-24 0-15,-1 0 16,50 0-16,-99 0 16,49 0-16,75 0 15,-50 0 1,50 0-16,0 0 16,-25 0-16,25 0 0,-25 0 15,0 0 1,0 0-16,-25 0 0,0 0 15,1 0 1,-1 0-16,-25 0 16,25 0-16,-24 0 15,-1 0-15,25 0 16,-24 0-16,-1 0 16,1 0-16,-51 0 15,26 0-15,0 0 16,-1 0-16,26 0 15,-50 0-15,24 0 16,1 0-16,24 0 16,1 0-16,-26 0 15,26 0-15,-1 0 16,-24 0-16,24 0 16,-24 0-1,24 0-15,0 0 16,-24 0-16,0 0 15,24 0-15,-24 0 16,24 0-16,-24 0 0,24 0 16,-49 0-1,0 0 1,0 0-16,-1 25 16</inkml:trace>
  <inkml:trace contextRef="#ctx0" brushRef="#br0" timeOffset="109601.96">21530 6201 0,'25'0'78,"0"0"-62,25 0-16,-1 0 15,51 0 1,-51 0-16,26 0 16,49 0-16,-75 0 15,1 0-15,24 0 16,1 0-16,24 0 15,50 0-15,-25 0 16,-25 0-16,0 0 16,25 0-16,25 0 15,-50 0-15,-24 0 16,49 0-16,-50 0 16,0 0-16,26 0 15,-26 0-15,0 0 16,1 0-16,24 0 15,-24 0 1,-1 0-16,25 0 16,-24 0-16,-1 0 0,25 0 15,-24 0-15,-1 0 16,0 0-16,-24 0 16,24 0-1,1 0-15,-1 0 16,-24 0-16,24 0 15,1 0-15,-50 0 16,49 0-16,-24 0 16,24 0-16,-24 0 15,-1 0-15,50 0 16,-49 0-16,24 0 16,-49 0-1,50 0-15,-26 0 16,1 0-16,0 0 15,-1 0-15,1 0 16,24 0-16,-49 0 31,0 0-31,0 0 32,-25 25 14</inkml:trace>
  <inkml:trace contextRef="#ctx0" brushRef="#br0" timeOffset="111874.18">21431 7193 0,'50'0'94,"-25"0"-78,49 0-16,25 0 15,1 0-15,-51 0 16,1 0-16,49 0 16,25 0-16,0 0 15,0 0-15,25 0 16,-25 0-16,0 0 15,25 0 1,-25 0-16,25 0 16,-50 0-16,0 0 15,25 0-15,-25 0 0,-24 0 16,49 0-16,-50 0 16,-49 0-1,25 0 1,-26 0-1,26 0-15,-25 0 16,24 0-16,-24 0 16,25 0-16,-25 0 15,49 0-15,-24 0 16,-26 0-16,26 0 16,0 0-1,24 0-15,-24 0 0,24 0 16,-24 0-16,24 0 15,-24 0-15,24 0 16,-24 0-16,-1 0 16,51 0-1,-51 0-15,-24 0 16,25 0-16,24 0 16,-49 0-16,0 0 15,49 0-15,-49 0 16,0 0-16,24 0 15,1 0-15,-1 0 16,-24 0-16,25 0 16,-1 0-16,1 0 15,-25 0-15,49 0 16,-49 0-16,0 0 16,0 0-16,24 0 15,-24 0-15,0 0 16,0 0-1,0 0 1,-1 0 0,1 0-16,0 0 15,0 0 1,0 0 0,-1 0-1,1 0 1,0 0-16,0 0 15,0 0-15,-1 0 16,26 0-16,0 0 16,-26 0-1,1 0-15,25 0 16,-25 0-16,-1 0 16,1 25-16</inkml:trace>
  <inkml:trace contextRef="#ctx0" brushRef="#br0" timeOffset="118276.08">28277 13940 0,'-24'25'62,"-1"25"-46,-25-1-16,1 1 16,24 24-16,-25 1 15,0 24-15,-24 0 16,24-24-16,-24-1 16,24 25-16,1-24 15,24-26-15,-49 26 16,49-1-16,0-24 15,-25-1-15,50 1 16,-24-1 0,-1 1-16,0 0 15,0-1-15,25 1 16,-25-50 0,25 25-16,-24 0 0</inkml:trace>
  <inkml:trace contextRef="#ctx0" brushRef="#br0" timeOffset="118971.46">27186 14833 0,'-25'0'15,"25"25"1,0 25-16,0-1 16,0 1-16,0-25 15,0-1-15,0 26 16,0 0-16,0-1 15,0-24 1,0 25-16,0-1 16,0-24-16,0 0 15,0 25-15,0-26 16,0 1-16,25-25 156,49 0-140,26 0-16,-76 0 0,51 0 15,98 0 1,-24 0-16,25 0 0,-25 0 16,24 0-1,-49 0-15,-49 0 16,24-25-16,-74 25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40:31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5085 6821 0,'0'0'15,"25"0"1,0 0 31,-1 25-47,26-25 16,49 25-16,0-25 15,1 0-15,-26 0 16,50 0-1,50 0-15,49 0 16,0 0-16,75 0 16,24 0-16,1 0 15,-1 0-15,-24 0 16,-25 0-16,0 0 16,24 0-16,-24 0 15,-25 0-15,0 0 16,0 0-16,-25 0 15,26 0-15,-26 0 16,50 0-16,24 0 16,-24 0-16,25 0 15,-1 0-15,-49 0 16,25 0 0,-25 25-16,25-25 15,0 25-15,-50-25 16,50 24-16,0-24 15,0 0-15,-50 0 0,50 0 16,0 0 0,-25 0-16,25 0 15,-25 0-15,0 0 16,25 0-16,-50 0 16,0 0-16,-24 0 15,24 0-15,-25 0 16,26 0-16,-51 0 15,26 0-15,24 0 16,25 0 0,-25 0-16,0 0 15,25 25-15,25 0 16,-49-25-16,24 0 0,0 0 16,-25 0-16,50 0 15,-25 0 1,25 0-16,-25 0 15,49 0-15,26 0 16,98 0-16,-24 0 16,-25 0-16,75 0 15,-125 0-15,1 0 16,-26 0-16,-49 0 16,25 0-16,0 0 15,25 0-15,24 0 16,1 0-16,-1 0 15,25 0-15,-74 0 16,-25 0-16,-49 0 16,-26 0-16,-24 0 15,0 0 1,50 0-16,-51 0 16,26-25-16,-25 25 15,24 0-15,-73 0 16,-1-25-16,-25 25 0,1 0 15,-26-24 1,1 24-16,-25 0 16,24-25-16,-24 0 15,25 25-15,-25 0 16,-1-25-16,1 25 16,0-25-16,0 0 15,-25 1-15,25-26 16,-1-24-16,-24 24 15,0 25-15,25-24 16,-25-1 0,0-49-16,0 24 0,0 1 15,0-50-15,0 74 16,0 1-16,0-50 16,-25 24-1,1-24-15,-26 0 16,50 49-16,-50-49 15,26 49-15,-26-49 16,25 49-16,0 1 16,1 24-16,-26-49 15,25 49-15,0 0 16,-24-25-16,-50 1 16,49-1-16,0 25 15,1 1 1,24 24-16,0 0 15,-25 0-15,1 0 16,-26 0-16,1 0 16,-25 0-1,-25 0-15,99 0 16,-74 0-16,-25 0 0,-25 0 16,-50 0-16,26-25 15,-26 25 1,26 0-16,-50 0 15,24-25-15,-24 25 16,-25 0-16,0 0 16,-50 0-16,-24 0 15,-1 0-15,1 0 16,-1 0-16,50 0 16,25 0-16,0 0 15,0 0-15,25 0 16,-50 0-16,25 0 15,-25 0 1,0 0-16,-24 0 0,-26 0 16,26 0-16,49 0 15,-25 0-15,25 0 16,-25 0 0,-25 0-16,1 0 15,-51 0-15,75 0 16,-99 0-16,-49 0 15,98 0-15,-24 0 16,-25 0-16,49 0 16,1 0-16,24 0 15,1 0-15,49 0 16,-25 0-16,25 0 16,-25 0-16,0 0 15,25 0-15,-50 0 16,-24 0-16,74 0 15,-25 0-15,50 0 16,-1 0 0,26 0-16,-25 0 15,24 0-15,1 0 16,-1 0-16,1 0 0,24 0 16,-49 0-16,50 0 15,-26 0 1,50 0-16,-49 0 15,49 0-15,0 0 16,-24 0-16,49 0 16,-25 0-16,25 0 15,-50-25-15,50 0 16,-50 0-16,50 1 16,-24 24-16,-1-25 15,0 25-15,25-25 16,-25 0-16,25 25 15,0 0-15,-25 0 16,25 0-16,0 0 16,-25 0-16,25 0 15,-25 0 1,1 0-16,-1 0 16,0 0-16,25 0 15,-50 0-15,25 0 16,-24 0-16,49 0 15,25 0-15,-1 0 16,51 0-16,-1 0 16,1 0-16,-1 0 15,0 0-15,1 0 16,-1 0-16,0 0 16,1 0-16,24 0 15,-25 0-15,1 0 16,24 0-1,0 25 17,0 0-32,1-25 15,-1 25-15,-25 24 16,25-24 0,1 0-1,-1 25-15,0-26 16,25 1-16,-50 0 15,26 0-15,-1 0 16,0-1-16,0 26 16,-24 24-16,-1-24 15,50 0-15,-50 24 16,50 0-16,-24-24 16,-1 0-16,25-26 15,-50 1-15,50 0 16,0 0-16,-25-25 15,25 25-15,0-1 16,0 51 0,0-50-1,0 24-15,50 51 16,-50-76-16,25 1 16,-25 0-1,0 0-15,25-25 16,-25 25-1,0-1 1,0 1-16,0 25 16,24-25-16,-24 24 15,0-24 1,0 0-16,0 0 16,0 24 15,0-24-16,0 0 1,0 0-16,25-1 16,0 1-16,-25 0 93,0 0-77,0 0-16,0-1 16,0 1-1,0 0 1,0 0 0,0 0-16,25-25 15,-25 24-15,0 1 16</inkml:trace>
  <inkml:trace contextRef="#ctx0" brushRef="#br0" timeOffset="4209.42">23738 5135 0,'-25'0'16,"0"0"0,1 0-1,-26-50 1,0 25 0,50 0-16,0-24 15,0-1-15,-49-74 16,49 25-16,0 24 15,0-49-15,0 100 16,0-51-16,0-24 16,0 25-16,0-50 15,25 24-15,-1 26 16,26 0 0,-50 49-16,50-74 15,-50 74 1,49 0-16,-49 0 15,25 0-15,0 25 16,-25-25 0,25 25-1,-1 0 32</inkml:trace>
  <inkml:trace contextRef="#ctx0" brushRef="#br0" timeOffset="4830.46">23416 3497 0,'0'-24'47,"0"-1"-47,49 25 15,-24-25-15,49 0 0,-24 25 16,0-25-1,24 25-15,-49 0 16,24 0-16,-24 0 16,0 0-16,0 0 15,0 0-15,0 0 16,-1 0 0,1 25-1,0 25 1,-25-25-16,74 74 15,-49-50-15,0 51 16,-25-51-16,25 1 16,-25-25-1,0 0-15,0-1 0,0 1 16,0 0-16</inkml:trace>
  <inkml:trace contextRef="#ctx0" brushRef="#br0" timeOffset="6060.84">24309 1116 0,'0'25'31,"0"74"-31,24-49 16,26 24-16,-25 50 15,0-49-15,-25-1 16,24 1 0,26 49-16,-50-50 0,0 0 15,50 26 1,-50-51-16,0-24 0,0 0 16,24 0-16,-24-1 15,0 1 1,0 0-1,0-50 48,0-24-47,0-1-16,-24-74 15,-1 50 1,0 24-16,0-24 0,0-50 15,25 74-15,0 0 16,0 1-16,0-26 16,0 50-16,0-24 15,0-1 1,0 1-16,0-1 16,25 25-1,0 25 1,0 0-1,0 0-15,-1 0 16,1 0-16,25 0 16,-25 0-1,-1 25 1,-24 0 0,0 24-16,0-24 15,0 0-15,0 25 16,0-1-16,0-24 15,-24 49 1,-1-49-16,-25 25 0,25-25 16,-24 24-1</inkml:trace>
  <inkml:trace contextRef="#ctx0" brushRef="#br0" timeOffset="7211.37">25078 1687 0,'0'49'47,"0"26"-47,0-50 0,0-1 15,0 26-15,0-25 16,0 24 0,0 1-16,0 0 15,49-26 1,-49 26-1,25-50-15,0-25 110,0 0-95,-25 1 1,24-1 0,-24 0-1,0 0-15,0 0 16,0 1 0,0-1-16,0 0 15,0-25 1,0 26-1,0-26-15,0 25 16,-24 0-16,24 1 16,-50-1-16,25 25 15,0 0 32,1 0-31,-1 0-1,0 49-15,25 1 0,0 24 16,0-24 0,0 24-16,0-24 15,25 0 1,-25-26-16,25 1 16,-1 0-1,1-25-15,0 0 16,0 0-16,0 0 15,-1 0-15,26 0 16,0 0 0,24 0-16,-49 0 15,0-25 1,-1 0-16,-24 1 16,25-1-1,-25 0-15,0 0 16,0 0-16</inkml:trace>
  <inkml:trace contextRef="#ctx0" brushRef="#br0" timeOffset="8808.12">25598 1712 0,'25'0'93,"-25"49"-77,0-74 93,0 1-93,0-1 0,0 0 15,50 99 47,-50-24-62,25 24-16,-25 1 15,0-26-15,0 1 16,0-25-16,0 0 15,0-1 79,0-48-63,0-26-31,0 0 16,0 26-16,0-26 16,0 25-1,0-24-15,0 24 16,0 0 0,0 0-16,0 0 15,49 1-15,-24-1 16,0 25 15,0 0-15,24 0-1,-24 0 1,0 0-16,0 0 16,49 25-16,-74 24 15,25-24 1,0 0-1,-25 0-15,25 24 16,-25 1-16,0-25 16,0-1-16,0 1 15,0 25-15,0-1 16,0-24 0,0 0-16,24-25 15,-24-25 79,0 0-94,0-49 16,0 24-1,25 26-15,-25-1 0,25-50 16,0 51-1,-25-1 1,25 25 15,-1-25-15,1 25-16,-25-25 16,25 25-16,0 0 15,24 0 1,-24 0-1,25 0-15,-25 25 16,-1 0 0,-24 0-16,0 24 15,0 1 1,0-25-16,0 24 16,0 1-1,0-25 1,0-1-1,0-48 79</inkml:trace>
  <inkml:trace contextRef="#ctx0" brushRef="#br0" timeOffset="9923.45">26566 1736 0,'25'25'31,"-25"0"-31,24 0 16,1 49-1,-25-49-15,0 25 16,25-26-16,-25 1 16,25 25-16,-25-1 15,25-49 16,-1 0-15,1 0-16,0 0 16,0-24-1,24-1-15,-24-25 16,-25 25-16,25 25 16,-25-49-16,0 24 15,0 0-15,0-24 16,0 24-1,0 0-15,0 0 16,0 75 62,0-25-62,0 24-16,0 50 15,0 1-15,0 48 16,0 1-16,0 25 16,0-25-16,0-50 15,0 25-15,0-50 16,0-24 0,-25 0-16,0-50 0,1 0 31,-1 0-16,-25 0-15,25 0 16,-49-50 0,49 25-16,-49-24 15,74 24-15,-50-25 16,50 25-16,0-24 16,0-1-1,0 1-15,0-26 16,75-24-1,24 49-15,-50 1 16,26-26 0,-1 1-16,-49 74 0,49-75 15,-49 51-15,0-1 16</inkml:trace>
  <inkml:trace contextRef="#ctx0" brushRef="#br0" timeOffset="10597.11">27310 1265 0,'0'50'47,"0"-1"-47,0-24 16,0 25-16,0-1 16,0 50-1,0-49-15,0 0 16,0 49-16,25 0 15,-25-24-15,25-1 16,-1 25-16,-24-74 16,0 0-16,0 0 15,25-25 63</inkml:trace>
  <inkml:trace contextRef="#ctx0" brushRef="#br0" timeOffset="11328.83">27905 1736 0,'-25'0'31,"1"0"-31,-26 0 16,0 0-16,1 0 15,-1 0 1,1 50-16,49-25 0,0 49 16,-50 1-16,50-51 15,0 26-15,0 0 16,0-1 0,0-24-1,25-25 1,24 0-1,-24 0-15,0 0 16,49-25 0,-74 0-16,50-24 15,-50 24-15,25-25 16,-25 26-16,25-51 16,-25 26-16,0-1 15,0 0-15,0 1 16,0 74 78,24 74-79,-24-25 1,0-24-16,25 49 15,-25-49-15,0-26 16,0 26-16,25-50 94</inkml:trace>
  <inkml:trace contextRef="#ctx0" brushRef="#br0" timeOffset="12317.35">28054 1712 0,'0'24'47,"0"26"-32,0-25-15,0 49 16,0 25-16,0-24 15,0-26 1,0-24-16,0 25 16,25-25-16,-25-75 78,25 25-63,0-74-15,-25 74 16,24-49-16,26-1 16,0 1-16,-1 24 15,-49 26-15,25-26 16,0 25-16,0 25 16,-1 0-1,1 0 1,0 0-16,0 0 15,0 0-15,-1 50 16,1-1-16,0-24 16,25 50-1,-26 24-15,26-50 16,24 26-16,-49-50 0,0-1 16,0 26-16,0-25 15,-1-25 1,1 0-1,0 0 1,25 0-16,-26 0 16,1-50-16,0 1 15,-25-1-15,0 0 16,0-24-16,0 49 16,0-24-16,0-26 15,0 50-15,0-24 16,0 24-16,-25 0 15,-24-25-15,24 50 16,0 0 0,0 0-1,-24 0-15,24 25 16,-25 25 0,50 49-16,0-49 15,0 24-15,0 50 16,0-74-16,0-25 15,50-1-15,-25-24 16,24 0-16,-24 0 16,49 0-16,1 0 15,-1 0-15,1 0 16,24 0-16,0-49 16,-24 49-16,-26-25 15,50 0-15</inkml:trace>
  <inkml:trace contextRef="#ctx0" brushRef="#br0" timeOffset="12554.66">30113 2009 0</inkml:trace>
  <inkml:trace contextRef="#ctx0" brushRef="#br0" timeOffset="19494.55">28327 12278 0,'0'-24'15,"-25"24"-15,0-25 0,25 0 16,-49-25-16,49-24 16,-25 49-16,0-25 15,0-24 1,25 24-16,-24 1 15,24-1-15,0 25 0,-25-24 16,0 24 0,25 0-16,-25 0 0,0 1 31,25-1-15,-25 25-16,25-25 15,-24 25 1,-26 0-1,25 0-15,-49-25 16,24 25-16,-24 0 16,24 0-16,-24 0 15,-50-25 1,49 25-16,1 0 16,-25 0-16,-25 0 0,0 0 15,-75 0-15,-24 0 16,-25 0-16,-74 0 15,-1 0 1,1 0-16,-26 0 16,75 0-16,-99 0 15,0 0-15,-74 0 16,74 0-16,-50 0 16,75 0-16,24 0 15,-49 0-15,-74 0 16,123 0-16,1 0 15,-1 0-15,26 0 16,49 0-16,-25 0 16,-25 0-16,75 0 15,-25 0-15,25 0 16,-1 0-16,1 0 16,0 0-1,25 0-15,-1 0 16,25 0-16,-24 0 15,24 0-15,-24 0 16,24 0-16,1 0 16,-26 0-16,1 0 15,-1 0-15,1 0 16,-1 0-16,26 0 16,-1 0-16,25 0 15,-24 0-15,24 0 16,0 0-16,-49 0 15,49 0-15,-50 0 16,51 0-16,-51 0 16,50 0-1,0 0-15,-24 0 16,49 0-16,0 0 0,25 0 16,-1 0-16,-24 0 15,25 0-15,-25 0 16,0 0-1,25 0-15,-25 0 16,-25 0-16,0 0 16,0 0-16,1 0 15,23 0-15,-23 0 16,-1 0-16,0 0 16,0 0-16,0 0 15,-49 0-15,49 0 16,-25 0-16,26 0 15,-51 0-15,50 0 16,1 0-16,-26 0 16,25 0-16,0 0 15,25 0-15,-25 0 16,-24 0 0,24 0-16,0 0 15,25 0-15,50 0 0,-50 0 16,49 0-16,1 0 15,-25-24-15,24-1 16,-24 25 0,49 0-16,1 0 15,-26 0-15,1 0 16,24 0-16,-24 0 16,24 0-16,1 0 15,-26 0-15,26 0 16,-1 0-16,0 0 15,-49 0-15,25 0 16,-1 0-16,1 0 16,-25 0-1,24 0-15,1 0 0,-25 0 16,49 0-16,0 0 16,-24 0-16,24 0 15,-24 0 1,24 0-16,-24 0 15,-50 0-15,74 0 16,-24 0-16,0 0 16,24 25-16,-24-25 15,49 0-15,0 0 16,0 0-16,0 24 16,1-24-1,-1 0 1,0 0 15,25 25-31,0 0 16,-25 25-16,0-26 15,0 1 1,25 0-16,-49 0 16,49 24-16,-50 1 15,25 24-15,-24-49 0,24 25 16,0 49-16,-24 0 15,-1-49 1,0 24-16,26 1 16,-1-26-16,-25 26 15,50-1-15,-25 1 16,1-1-16,-1-24 16,25-1-16,0 26 15,-25-51-15,25 51 16,0-26-16,0 26 15,0-1 1,0 26-16,0-51 0,0 26 16,0-1-16,0-24 15,0 49-15,25 0 16,0-25-16,-1-24 16,-24-25-1,0 24-15,25-24 16,-25 25-16,25-25 15,-25-1 1,25 1 0,0 0-1,-25 0 1,24-25 31,-24 25-32,25-1 1,0 1 15,0-25 1,0 0-32,-25 25 15,24-25-15,26 0 16,0 0-1,-1 0 1,-24 25-16,0-25 16,0 0-16,24 25 15,-24-25-15,0 0 16,0 0-16,24 0 16,1 24-16,-25-24 15,49 25-15,-24-25 16,-1 0-16,1 0 15,-25 0-15,49 0 16,1 0-16,24 0 16,0 0-16,-25 0 15,1 0-15,24 0 16,-24 25 0,-1-25-16,25 0 15,-24 25-15,24 0 16,0 0-16,25-25 15,-25 0-15,25 24 16,-25-24-16,1 25 16,24-25-16,-50 25 15,25 0-15,-24-25 16,-1 0-16,-24 25 16,-1-25-16,51 24 15,-51-24-15,26 0 16,-51 0-16,26 0 15,0 0-15,24 25 16,-49-25 0,24 0-16,-24 0 0,0 25 15,25-25 1,24 0-16,-49 25 0,49-25 16,26 0-16,-51 0 15,26 0 1,-26 0-16,26 0 15,49 0-15,0 0 16,24 0-16,51 0 16,-50 0-16,74 0 15,-25 0-15,50 0 16,-49 0-16,74 0 16,-25 0-16,25 0 15,-25 0 1,25 0-16,-25 0 0,-25 0 15,50 0-15,-25 0 16,25 0-16,-1 0 16,-48 0-16,49 0 15,-25 0 1,-25 0-16,25 0 16,25 0-16,-50 0 15,0 0-15,50 0 16,-50 0-16,25 0 0,-49 0 15,24 0 1,0 0-16,-24 0 16,-1 0-16,50 0 15,-25 0-15,1 0 16,-1 0-16,50 0 16,-25 0-16,0 0 15,0 0-15,0 0 16,0 0-16,-25 0 15,25 0 1,-24 0-16,24 0 0,-75 0 16,75 0-16,0 0 15,25 0 1,-74 0-16,49 0 0,-50 0 16,25 0-1,-49 0-15,24 0 16,1 0-16,-1 0 15,-24 0-15,0 0 16,-50 0-16,49 0 16,-24 0-16,0 0 15,0 0-15,0 0 16,-1 0-16,1 0 16,-25 0-1,25 0-15,0 0 0,0 0 16,-25 0-16,0 0 15,0 0-15,0 0 16,-25 0-16,50 0 16,-50-25-1,0 0-15,25 25 16,0 0-16,-49-25 16,49 1-16,-25-1 15,25 25-15,-25-25 0,0 0 16,-24 0-1,49 25-15,-50-24 16,1-1-16,-1 25 16,1 0-16,24-25 15,-50 0-15,51 0 16,-26 0-16,0 1 16,-24-1-16,0 0 15,24 0-15,-49 0 16,24 1-1,1-1-15,0 0 16,-26 0-16,26-24 0,-50 24 16,50-25-16,-50 1 15,24 24-15,26-25 16,-25 25 0,0 1-16,0 24 15,24-25-15,-24 0 31,0 0 1,0 0-17,-25 1-15,24 24 16,-24-25 0,25 25-16,-25-25 15,0 0 1,0 0-16,25 1 15,-25-26-15,0 25 16,0 0 0,0-24-16,0 24 15,0 0-15,0 0 16,0 1-16,0-26 16,0 25-16,0 0 15,0 0 1,0 1-1,0-1 1,0-25-16,0 1 16,0 24-16,0 0 15,0 0-15,0 0 16,0 1-16,0-1 16,0 0-16,0-25 15,0 26 1,0-1-1,0 0-15,0 0 0,0 0 16,0 1 15,0-1-15,0 0 0,0 0-16,0 0 15,25 1 1,-25-1-1,0 0 17,0 0-17,0 0 1,0 1 0,0-1-1,0 0 1,0 0 15,0 0 0,0 1 1,0-1-17,0 0 1,0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41:50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4316 3746 0,'25'0'94,"24"0"-78,1 0-16,74 0 15,-74 24-15,24-24 16,0 0-16,26 0 15,24 25-15,25-25 16,-1 0-16,26 0 16,24 0-16,26 0 15,-26 0-15,50 0 16,-25 0 0,50 0-16,-49 0 15,24 0-15,-25 0 16,0 0-16,-25 0 15,51 0-15,-26 0 0,50 0 16,-1 0 0,-23 0-16,-1 0 15,-25 0-15,25 0 16,-50 0-16,50 0 16,-74 0-16,49 0 15,-49 0-15,49 0 16,0 0-16,-24 0 15,-26 0-15,1 0 16,0 0 0,-1 0-16,1 0 15,24 0-15,-24 0 0,0 0 16,-26 0-16,-23 0 16,-1-25-16,-25 25 15,-25 0 1,50 0-16,-25 0 15,25 0-15,-24 0 16,-1 0-16,0-24 16,-25 24-16,1 0 0,24 0 15,-24 0 1,-1 0-16,0 0 16,26 0-16,-51 0 15,26 0-15,49 0 16,-50 0-16,0 0 15,50 24-15,-24-24 16,49 0-16,-25 0 16,24 0-16,-24 0 15,0 25 1,50 0-16,-75 0 16,25-25-16,0 0 0,25 0 15,-25 0 1,-25 0-16,25 0 0,0 0 15,0 0 1,0 0-16,-24 0 16,-1 0-16,25 0 15,-25 0-15,-24 0 16,-1 0-16,-24 0 16,24 0-16,-24 0 15,-1 0-15,1 0 16,-1 0-16,26 0 15,-26 0 1,-24 0-16,25 0 0,0 0 16,24 0-16,-24 0 15,24 0-15,0 0 16,-24 0-16,24 0 16,26 0-1,-26 0-15,25 0 16,25 0-16,-25 0 15,1 0-15,49 0 16,-50 0-16,25-25 16,0 25-16,25-25 15,-25 25-15,0 0 16,49 0-16,-49 0 16,25-25-16,-25 25 15,25-24-15,-25-1 16,-25 25-16,25-25 15,-25 25-15,50 0 16,-49 0-16,24 0 16,0 0-1,-50 0-15,25 0 16,-24 0-16,-1 0 0,0 0 16,1 0-1,-1 0-15,-24 0 16,49 0-16,0 0 15,-49 0-15,24 0 16,1 0-16,-1 0 16,-24 0-16,24 0 15,25 0-15,-24 0 16,-26 0-16,26 0 16,-26 0-16,26 0 15,-26 0-15,-24 0 16,25 0-16,-25 0 15,0 0 1,-1 0-16,1 0 0,25 0 16,-25 0-1,24 0-15,1 0 16,-25 0 0,24 0-16,-24 0 15,0 0-15,24 0 16,-24 0-16,0 0 15,0 0 1,0 0 0,-1 0-1,1 0-15,0 0 16,25 0 0,-26 0 15,1 0-16,0 0 17,0 0-32,0 0 15,24 0-15,-24 0 16,0 0-16,0 0 0,24 0 16,-24 0-16,0 0 15,0 0 1,0 0-16,24 0 15,-24 0-15,0 0 16,0 0 0,-1 0-16,1 0 31,0 0-15,0 0-1,0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5-28T08:42:23.1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9500 7441 0,'25'0'78,"25"0"-62,24 0-16,-24 0 16,49 0-16,0 0 0,-49 0 15,24 0 1,50 0-16,25 0 15,-25 0-15,-25 0 16,25 0-16,-25 0 16,-24 0-16,24 0 15,0 0-15,0 0 16,1 0-16,-26 0 16,1 0-16,24 0 15,-25 0 1,1 0-16,-1 0 15,25 0-15,-24 0 0,-1 0 16,25 0-16,-24 0 16,-26 0-16,51 0 15,-51 25 1,26 0-16,-1-25 16,0 0-16,-24 50 15,-25-50-15,0 24 16,-1 1-16,26-25 15,-25 50-15,0-25 16,24 24 0,-49-24-1,25-25 110,0-25-93,-25 0-32,25 1 15,24-1-15,-24 25 16,0-50-16,24 25 15,-24 25-15,25-49 16,-25 49-16,24 0 16,1-25-16,0 25 15,-26 0-15,1 0 16,25 0-16,-1 0 16,1 0-16,0 0 15,-26 0 1,1 0-16,0 0 0,25 0 15,-1 0 1,1 0-16,-25 0 16,24 0-1,26 0-15,-26 0 16,1 0-16,-1 0 16,1 0-16,0 0 15,-1 0-15,1 0 16,-1 0-16,-24 0 15,50 0-15,-1 0 16,-24 0-16,-1 0 16,51 0-16,-51 0 15,1 0-15,-25 0 16,24 0-16,1 0 16,-1 0-16,1 0 15,0 25-15,-26-25 16,51 0-1,-50 0-15,24 0 16,-24 0-16,25 0 0,-26 0 31,1 0-31,0 0 16,25 0 0,-25 0-16,-1 0 15,1 0 1,0 0-16,0 0 15,24 0-15,-24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003D7-F006-429C-AC02-5DBD206B9474}" type="datetimeFigureOut">
              <a:rPr lang="vi-VN" smtClean="0"/>
              <a:t>11/06/2022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D59DC-C98B-4B2D-885F-E2B9A055DAB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2824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BD59DC-C98B-4B2D-885F-E2B9A055DAB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10136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6C2E09-F76E-1687-5ED0-551253343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2FA66E5-0A88-0DFC-A6B5-77E2F5CB1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C005DEB-D621-9326-8017-5BC2561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E6730-CE74-48EF-AA83-6AF6FDBFD268}" type="datetime1">
              <a:rPr lang="vi-VN" smtClean="0"/>
              <a:t>11/06/2022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802E5F4-7420-DB90-DEF0-57285E83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78743C3-A169-069E-5989-2A6DA6B3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70479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3BAB9F-2B7E-EC27-58DF-5F9921F9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89E7346-37B1-7E75-9155-2226CEDF1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86E7E78-4F92-6FD0-9628-F831DD53B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A746-F658-4947-B880-282BA238C176}" type="datetime1">
              <a:rPr lang="vi-VN" smtClean="0"/>
              <a:t>11/06/2022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A651F49-1BC1-DFF2-C9BA-CE8EC29B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213705D-A2CE-F57E-158B-8ABD1013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192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98D4F3-E985-59AE-39F7-7A3D8ECD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6D6853D-7AA0-2015-3458-CDD6AC14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C7FDDE5-B485-BD9C-CAC9-1409DD32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862-80EB-431D-87AE-1FB68698211B}" type="datetime1">
              <a:rPr lang="vi-VN" smtClean="0"/>
              <a:t>11/06/2022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36E06AA-8403-787E-23ED-2D102E92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1EFA9DD-7D66-6CBB-70F9-18FEF560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688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1494DF-C0D5-6493-0D91-FE903E1F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29EADE8-0963-B9F3-E3D4-30E340B81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67EEA11-FEA4-2B36-0353-DFDE664D8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CB71D5F-8675-6AE0-DB9D-D48DB553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CD4-6B52-4F96-ADE2-92B2D57FAFFF}" type="datetime1">
              <a:rPr lang="vi-VN" smtClean="0"/>
              <a:t>11/06/2022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D60FCA1-9C95-EB4A-6E1B-FF28055D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FF3695F-3254-B086-5189-06DC8C56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1220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2C6C85-5A9F-3642-EA1B-E6794C14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9E9AFD3-5212-54F0-06FB-41CE52B3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963FD12-4E76-43F1-00A8-FAA34B347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4F3E0DFC-B80B-F2CA-6E35-D799EAD7C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3D333443-ECAF-3073-7073-618E5C24D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4AEA0843-718A-E610-F037-FD6158C5D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B7DD0-4AAD-4FB3-B49F-0FA734411E3F}" type="datetime1">
              <a:rPr lang="vi-VN" smtClean="0"/>
              <a:t>11/06/2022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D0B669D-318D-330A-9FA2-78932E01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7327AE2-634E-D12A-C4DF-7ABDA988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212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99E2C4-3B6E-A57D-BEB6-F6A44446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381530F7-CDA0-83AE-CE01-C82F2D5E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DDB77-2B12-4B85-8FE9-9A9FF6D1B8D5}" type="datetime1">
              <a:rPr lang="vi-VN" smtClean="0"/>
              <a:t>11/06/2022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CC6C5AD-A291-BEE4-E205-F3C31F5E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14DC1B8-A2CD-35B3-EFBB-CD3976BB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788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2F6968CC-498A-4417-10D5-9299697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3950-C55E-42F1-A017-27C02B9FAE6B}" type="datetime1">
              <a:rPr lang="vi-VN" smtClean="0"/>
              <a:t>11/06/2022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9E2DB94D-0CA9-8A10-E610-5305E883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8143B43-55E5-3E6A-E3A9-EF4AA5B4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896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97CAE91-73CA-E0AE-F695-E2767EE6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F83273B-3F9D-E3A4-3BDA-962463F06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D0700A3-6EA1-EEBF-8EC0-6E394AD3D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B3E0627-CC0C-B53E-0F0D-F265D36A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0721F-F123-43E1-A96F-17D522C785A1}" type="datetime1">
              <a:rPr lang="vi-VN" smtClean="0"/>
              <a:t>11/06/2022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2D056F0-BCF4-9B25-87CE-61FA7592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62CF49A-3C3A-033F-EFD2-E33F9900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5069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35199E9-C586-E680-213B-9FA4D15A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F7B97841-CDE8-894E-5C44-B0B54F06A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A2718D5-7D2E-0597-D1AF-221398A42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FC8BEBA-3D45-2FE2-0CC4-5BD03993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D2BE-5294-472B-BF4C-AE064E73FA08}" type="datetime1">
              <a:rPr lang="vi-VN" smtClean="0"/>
              <a:t>11/06/2022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29C9522-E339-FA01-FC2E-439789F2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D266957F-749E-83DF-07D0-096B9813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69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100D6F3-51DE-2676-33B6-76D93308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48766C0-7883-ACFA-FAC1-382EEE2D1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DE76D0-2543-6E86-95ED-E3B625B8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A74F-BA40-410D-8EE5-85F1A6D76FBC}" type="datetime1">
              <a:rPr lang="vi-VN" smtClean="0"/>
              <a:t>11/06/2022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2457D25-BA8C-FB94-3378-70DB4E05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888200B-5D5C-B93D-329B-E268BDCE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965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F1469F38-F304-21AB-D509-C41A556D5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7D4576F1-6245-5EB3-F5A8-9A1FDB514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FAF0644-700F-D974-F751-09CBFDA0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815F-772D-4733-9A6F-4E31C9CC4C67}" type="datetime1">
              <a:rPr lang="vi-VN" smtClean="0"/>
              <a:t>11/06/2022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FA40B35-5A47-7D89-0903-4CE9DF6F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9EB2E58-558A-9308-74E1-9FA4B209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705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5042E637-FC7B-B94F-DE2B-04CDEC4E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1155184-EB01-DEE7-D447-2AAE7B7F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E678F06-9F77-9169-CED3-7A975C5AC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BADF-D36D-437C-8867-6211631BA7C9}" type="datetime1">
              <a:rPr lang="vi-VN" smtClean="0"/>
              <a:t>11/06/2022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58BAFCB-1824-B342-BDF4-7CD5D386F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5924ABE-AD31-B1F2-C0B1-79999142E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84B7-EBC3-4123-95E5-6F3F5D7BCE1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347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0.png"/><Relationship Id="rId7" Type="http://schemas.openxmlformats.org/officeDocument/2006/relationships/customXml" Target="../ink/ink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arxiv.org/abs/1803.00745" TargetMode="External"/><Relationship Id="rId7" Type="http://schemas.openxmlformats.org/officeDocument/2006/relationships/customXml" Target="../ink/ink3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rxiv.org/abs/1811.1118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rsc.org/en/content/articlehtml/2021/sc/d0sc06627c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quantum-journal.org/papers/q-2022-03-30-677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31.png"/><Relationship Id="rId7" Type="http://schemas.openxmlformats.org/officeDocument/2006/relationships/image" Target="../media/image7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111.png"/><Relationship Id="rId5" Type="http://schemas.openxmlformats.org/officeDocument/2006/relationships/image" Target="../media/image50.png"/><Relationship Id="rId10" Type="http://schemas.openxmlformats.org/officeDocument/2006/relationships/image" Target="../media/image100.png"/><Relationship Id="rId4" Type="http://schemas.openxmlformats.org/officeDocument/2006/relationships/image" Target="../media/image41.png"/><Relationship Id="rId9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B2CA5AD-8471-ED52-3741-67253B2E8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General parameter-shift rule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E3C167B-5895-924C-CFDA-ED67483E28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Vu Tuan Hai</a:t>
            </a:r>
          </a:p>
          <a:p>
            <a:r>
              <a:rPr lang="en-US"/>
              <a:t>28/5/2022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8A34D08-1D74-4D92-F57E-3312D628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3D0FDFAE-EE31-F821-7656-3F0B207D9EE7}"/>
                  </a:ext>
                </a:extLst>
              </p14:cNvPr>
              <p14:cNvContentPartPr/>
              <p14:nvPr/>
            </p14:nvContentPartPr>
            <p14:xfrm>
              <a:off x="4563000" y="3429000"/>
              <a:ext cx="5349240" cy="630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3D0FDFAE-EE31-F821-7656-3F0B207D9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3640" y="3419640"/>
                <a:ext cx="5367960" cy="8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8319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224B37-7CC5-AC14-0DDB-9E86EACC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Basic definition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57E610E-9662-27DE-3E35-DA4A980C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3921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Variational quantum algorithm (VQA) is a quantum-classical hybrid scheme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E0A4B94-00BD-3983-75DA-2D90567854C0}"/>
              </a:ext>
            </a:extLst>
          </p:cNvPr>
          <p:cNvSpPr/>
          <p:nvPr/>
        </p:nvSpPr>
        <p:spPr>
          <a:xfrm>
            <a:off x="2094271" y="3855397"/>
            <a:ext cx="3347884" cy="1799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Quantum part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E81E24C-FEB9-7847-36ED-07573009FC86}"/>
              </a:ext>
            </a:extLst>
          </p:cNvPr>
          <p:cNvSpPr/>
          <p:nvPr/>
        </p:nvSpPr>
        <p:spPr>
          <a:xfrm>
            <a:off x="7243916" y="3855396"/>
            <a:ext cx="3347884" cy="1799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Classical part</a:t>
            </a:r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D365FC62-FCB3-9930-D4AC-BDD364698AF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29149" y="4755049"/>
            <a:ext cx="116512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EF2B09A-738F-2E7A-2887-A6258716E96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442155" y="4755048"/>
            <a:ext cx="1801761" cy="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kết nối: Mũi tên Gấp khúc 11">
            <a:extLst>
              <a:ext uri="{FF2B5EF4-FFF2-40B4-BE49-F238E27FC236}">
                <a16:creationId xmlns:a16="http://schemas.microsoft.com/office/drawing/2014/main" id="{7E358DA5-5C81-1125-7870-D05FA5A56777}"/>
              </a:ext>
            </a:extLst>
          </p:cNvPr>
          <p:cNvCxnSpPr>
            <a:stCxn id="5" idx="3"/>
            <a:endCxn id="4" idx="0"/>
          </p:cNvCxnSpPr>
          <p:nvPr/>
        </p:nvCxnSpPr>
        <p:spPr>
          <a:xfrm flipH="1" flipV="1">
            <a:off x="3768213" y="3855397"/>
            <a:ext cx="6823587" cy="899651"/>
          </a:xfrm>
          <a:prstGeom prst="bentConnector4">
            <a:avLst>
              <a:gd name="adj1" fmla="val -3350"/>
              <a:gd name="adj2" fmla="val 151639"/>
            </a:avLst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A909B85-D00F-7C1D-2B26-80B740B53B1A}"/>
              </a:ext>
            </a:extLst>
          </p:cNvPr>
          <p:cNvSpPr txBox="1"/>
          <p:nvPr/>
        </p:nvSpPr>
        <p:spPr>
          <a:xfrm>
            <a:off x="838200" y="4937785"/>
            <a:ext cx="116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Input</a:t>
            </a:r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6C296308-C507-71CC-4D6B-F433777129E5}"/>
              </a:ext>
            </a:extLst>
          </p:cNvPr>
          <p:cNvSpPr txBox="1"/>
          <p:nvPr/>
        </p:nvSpPr>
        <p:spPr>
          <a:xfrm>
            <a:off x="5750642" y="4937785"/>
            <a:ext cx="116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Cost value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CFEAD2A3-0E3A-4C38-9B75-1A70CD993514}"/>
                  </a:ext>
                </a:extLst>
              </p:cNvPr>
              <p:cNvSpPr txBox="1"/>
              <p:nvPr/>
            </p:nvSpPr>
            <p:spPr>
              <a:xfrm>
                <a:off x="6925596" y="2887445"/>
                <a:ext cx="116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CFEAD2A3-0E3A-4C38-9B75-1A70CD993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596" y="2887445"/>
                <a:ext cx="1165122" cy="369332"/>
              </a:xfrm>
              <a:prstGeom prst="rect">
                <a:avLst/>
              </a:prstGeom>
              <a:blipFill>
                <a:blip r:embed="rId2"/>
                <a:stretch>
                  <a:fillRect l="-4188"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0484CBA-E1E8-584F-DA14-352C8C54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168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224B37-7CC5-AC14-0DDB-9E86EACC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Basic definition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DE0A4B94-00BD-3983-75DA-2D90567854C0}"/>
                  </a:ext>
                </a:extLst>
              </p:cNvPr>
              <p:cNvSpPr/>
              <p:nvPr/>
            </p:nvSpPr>
            <p:spPr>
              <a:xfrm>
                <a:off x="3308963" y="1881454"/>
                <a:ext cx="2027787" cy="17993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4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DE0A4B94-00BD-3983-75DA-2D9056785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963" y="1881454"/>
                <a:ext cx="2027787" cy="17993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D365FC62-FCB3-9930-D4AC-BDD364698AF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898014" y="2781106"/>
            <a:ext cx="2410949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EF2B09A-738F-2E7A-2887-A6258716E96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336750" y="2781106"/>
            <a:ext cx="2036213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0A909B85-D00F-7C1D-2B26-80B740B53B1A}"/>
                  </a:ext>
                </a:extLst>
              </p:cNvPr>
              <p:cNvSpPr txBox="1"/>
              <p:nvPr/>
            </p:nvSpPr>
            <p:spPr>
              <a:xfrm>
                <a:off x="723842" y="2949030"/>
                <a:ext cx="2036212" cy="476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vi-VN" sz="2400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0A909B85-D00F-7C1D-2B26-80B740B53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42" y="2949030"/>
                <a:ext cx="2036212" cy="476990"/>
              </a:xfrm>
              <a:prstGeom prst="rect">
                <a:avLst/>
              </a:prstGeom>
              <a:blipFill>
                <a:blip r:embed="rId3"/>
                <a:stretch>
                  <a:fillRect l="-4790" t="-6410" b="-2948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6C296308-C507-71CC-4D6B-F433777129E5}"/>
              </a:ext>
            </a:extLst>
          </p:cNvPr>
          <p:cNvSpPr txBox="1"/>
          <p:nvPr/>
        </p:nvSpPr>
        <p:spPr>
          <a:xfrm>
            <a:off x="5648659" y="2965004"/>
            <a:ext cx="1412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Measure</a:t>
            </a:r>
            <a:endParaRPr lang="vi-V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33140D-AEA9-B113-6A21-12339466EF44}"/>
                  </a:ext>
                </a:extLst>
              </p:cNvPr>
              <p:cNvSpPr txBox="1"/>
              <p:nvPr/>
            </p:nvSpPr>
            <p:spPr>
              <a:xfrm>
                <a:off x="7255037" y="2526516"/>
                <a:ext cx="3500049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33140D-AEA9-B113-6A21-12339466E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037" y="2526516"/>
                <a:ext cx="3500049" cy="509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226C2A39-6AB0-2B29-E2BF-77E696CF61CD}"/>
                  </a:ext>
                </a:extLst>
              </p:cNvPr>
              <p:cNvSpPr txBox="1"/>
              <p:nvPr/>
            </p:nvSpPr>
            <p:spPr>
              <a:xfrm>
                <a:off x="7980752" y="4158792"/>
                <a:ext cx="42112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Observable, simply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endParaRPr lang="vi-VN" sz="3200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226C2A39-6AB0-2B29-E2BF-77E696CF6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752" y="4158792"/>
                <a:ext cx="4211248" cy="584775"/>
              </a:xfrm>
              <a:prstGeom prst="rect">
                <a:avLst/>
              </a:prstGeom>
              <a:blipFill>
                <a:blip r:embed="rId5"/>
                <a:stretch>
                  <a:fillRect l="-3618" t="-12500" b="-343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BF10E786-DE13-F0D8-6642-897B8D7ECEC5}"/>
              </a:ext>
            </a:extLst>
          </p:cNvPr>
          <p:cNvCxnSpPr>
            <a:cxnSpLocks/>
          </p:cNvCxnSpPr>
          <p:nvPr/>
        </p:nvCxnSpPr>
        <p:spPr>
          <a:xfrm flipV="1">
            <a:off x="9666514" y="3035694"/>
            <a:ext cx="0" cy="115893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F69610EC-4C2C-F27C-491B-6CBFB7630C44}"/>
                  </a:ext>
                </a:extLst>
              </p:cNvPr>
              <p:cNvSpPr txBox="1"/>
              <p:nvPr/>
            </p:nvSpPr>
            <p:spPr>
              <a:xfrm>
                <a:off x="838199" y="4158792"/>
                <a:ext cx="6889955" cy="2300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/>
                  <a:t>Training the hybrid quantum-classical loop to solve the optimization task:</a:t>
                </a:r>
              </a:p>
              <a:p>
                <a:endParaRPr lang="en-US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vi-VN" sz="320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F69610EC-4C2C-F27C-491B-6CBFB7630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58792"/>
                <a:ext cx="6889955" cy="2300245"/>
              </a:xfrm>
              <a:prstGeom prst="rect">
                <a:avLst/>
              </a:prstGeom>
              <a:blipFill>
                <a:blip r:embed="rId6"/>
                <a:stretch>
                  <a:fillRect l="-2210" t="-34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ACDCC74-DAB7-29F6-6B6E-12C8E659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3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Viết tay 2">
                <a:extLst>
                  <a:ext uri="{FF2B5EF4-FFF2-40B4-BE49-F238E27FC236}">
                    <a16:creationId xmlns:a16="http://schemas.microsoft.com/office/drawing/2014/main" id="{1D162A02-BF27-5F9C-950F-7A2D0F80B4A7}"/>
                  </a:ext>
                </a:extLst>
              </p14:cNvPr>
              <p14:cNvContentPartPr/>
              <p14:nvPr/>
            </p14:nvContentPartPr>
            <p14:xfrm>
              <a:off x="5768640" y="437400"/>
              <a:ext cx="3643560" cy="1179360"/>
            </p14:xfrm>
          </p:contentPart>
        </mc:Choice>
        <mc:Fallback xmlns="">
          <p:pic>
            <p:nvPicPr>
              <p:cNvPr id="3" name="Viết tay 2">
                <a:extLst>
                  <a:ext uri="{FF2B5EF4-FFF2-40B4-BE49-F238E27FC236}">
                    <a16:creationId xmlns:a16="http://schemas.microsoft.com/office/drawing/2014/main" id="{1D162A02-BF27-5F9C-950F-7A2D0F80B4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59280" y="428040"/>
                <a:ext cx="3662280" cy="11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849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EA204C3-EBF7-F5C9-4BF9-0FE3D6BE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39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b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func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4000"/>
                  <a:t> </a:t>
                </a:r>
              </a:p>
              <a:p>
                <a:pPr marL="0" indent="0">
                  <a:buNone/>
                </a:pPr>
                <a:r>
                  <a:rPr lang="en-US" sz="2400"/>
                  <a:t>Or simply:</a:t>
                </a:r>
                <a:endParaRPr lang="en-US" sz="4000"/>
              </a:p>
              <a:p>
                <a:pPr marL="0" indent="0">
                  <a:buNone/>
                </a:pPr>
                <a:r>
                  <a:rPr lang="en-US" sz="4000" b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4000"/>
                  <a:t> </a:t>
                </a:r>
              </a:p>
              <a:p>
                <a:pPr marL="0" indent="0">
                  <a:buNone/>
                </a:pPr>
                <a:endParaRPr lang="en-US" sz="40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/>
                  <a:t> is eigenvalue.</a:t>
                </a:r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39201"/>
              </a:xfrm>
              <a:blipFill>
                <a:blip r:embed="rId2"/>
                <a:stretch>
                  <a:fillRect l="-928" t="-4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4CFB67D-5280-8957-9924-4F6EEA93CC4A}"/>
              </a:ext>
            </a:extLst>
          </p:cNvPr>
          <p:cNvSpPr txBox="1"/>
          <p:nvPr/>
        </p:nvSpPr>
        <p:spPr>
          <a:xfrm>
            <a:off x="838200" y="6308209"/>
            <a:ext cx="700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0" i="0" u="none" strike="noStrike">
                <a:solidFill>
                  <a:srgbClr val="2A6496"/>
                </a:solidFill>
                <a:effectLst/>
                <a:latin typeface="Calibri (Thân)"/>
                <a:hlinkClick r:id="rId3"/>
              </a:rPr>
              <a:t>Mitarai et al. (2018)</a:t>
            </a:r>
            <a:r>
              <a:rPr lang="vi-VN" b="0" i="0">
                <a:solidFill>
                  <a:srgbClr val="353535"/>
                </a:solidFill>
                <a:effectLst/>
                <a:latin typeface="Calibri (Thân)"/>
              </a:rPr>
              <a:t>, and extended in </a:t>
            </a:r>
            <a:r>
              <a:rPr lang="vi-VN" b="0" i="0" u="none" strike="noStrike">
                <a:solidFill>
                  <a:srgbClr val="2A6496"/>
                </a:solidFill>
                <a:effectLst/>
                <a:latin typeface="Calibri (Thân)"/>
                <a:hlinkClick r:id="rId4"/>
              </a:rPr>
              <a:t>Schuld et al. (2018)</a:t>
            </a:r>
            <a:endParaRPr lang="vi-VN">
              <a:latin typeface="Calibri (Thân)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8A07643-9772-AAEE-2C32-F784D8A3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4</a:t>
            </a:fld>
            <a:endParaRPr lang="vi-VN"/>
          </a:p>
        </p:txBody>
      </p: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A4FC3045-696F-FA05-37FC-B5725C8F0B8F}"/>
              </a:ext>
            </a:extLst>
          </p:cNvPr>
          <p:cNvCxnSpPr/>
          <p:nvPr/>
        </p:nvCxnSpPr>
        <p:spPr>
          <a:xfrm>
            <a:off x="7342909" y="4925070"/>
            <a:ext cx="387882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ình chữ nhật 6">
                <a:extLst>
                  <a:ext uri="{FF2B5EF4-FFF2-40B4-BE49-F238E27FC236}">
                    <a16:creationId xmlns:a16="http://schemas.microsoft.com/office/drawing/2014/main" id="{DE5C3186-5F61-98AE-8DAD-168E82F42288}"/>
                  </a:ext>
                </a:extLst>
              </p:cNvPr>
              <p:cNvSpPr/>
              <p:nvPr/>
            </p:nvSpPr>
            <p:spPr>
              <a:xfrm>
                <a:off x="9857509" y="4544072"/>
                <a:ext cx="787400" cy="76199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1600" b="1"/>
              </a:p>
            </p:txBody>
          </p:sp>
        </mc:Choice>
        <mc:Fallback xmlns="">
          <p:sp>
            <p:nvSpPr>
              <p:cNvPr id="7" name="Hình chữ nhật 6">
                <a:extLst>
                  <a:ext uri="{FF2B5EF4-FFF2-40B4-BE49-F238E27FC236}">
                    <a16:creationId xmlns:a16="http://schemas.microsoft.com/office/drawing/2014/main" id="{DE5C3186-5F61-98AE-8DAD-168E82F42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509" y="4544072"/>
                <a:ext cx="787400" cy="761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91B0023-A07A-6AA9-D778-AE5B26B5638B}"/>
                  </a:ext>
                </a:extLst>
              </p:cNvPr>
              <p:cNvSpPr txBox="1"/>
              <p:nvPr/>
            </p:nvSpPr>
            <p:spPr>
              <a:xfrm>
                <a:off x="7342909" y="5514009"/>
                <a:ext cx="2120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vi-VN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91B0023-A07A-6AA9-D778-AE5B26B56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909" y="5514009"/>
                <a:ext cx="21209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Viết tay 8">
                <a:extLst>
                  <a:ext uri="{FF2B5EF4-FFF2-40B4-BE49-F238E27FC236}">
                    <a16:creationId xmlns:a16="http://schemas.microsoft.com/office/drawing/2014/main" id="{E27465C8-FDE5-47AC-686B-79610712AB29}"/>
                  </a:ext>
                </a:extLst>
              </p14:cNvPr>
              <p14:cNvContentPartPr/>
              <p14:nvPr/>
            </p14:nvContentPartPr>
            <p14:xfrm>
              <a:off x="2419920" y="1535760"/>
              <a:ext cx="8510400" cy="3429360"/>
            </p14:xfrm>
          </p:contentPart>
        </mc:Choice>
        <mc:Fallback xmlns="">
          <p:pic>
            <p:nvPicPr>
              <p:cNvPr id="9" name="Viết tay 8">
                <a:extLst>
                  <a:ext uri="{FF2B5EF4-FFF2-40B4-BE49-F238E27FC236}">
                    <a16:creationId xmlns:a16="http://schemas.microsoft.com/office/drawing/2014/main" id="{E27465C8-FDE5-47AC-686B-79610712AB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0560" y="1526400"/>
                <a:ext cx="8529120" cy="34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37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740693-8D85-FB02-CD81-FA7A6889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A5EE54-5606-7B00-5F5E-ECD2FB474E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b="0"/>
                  <a:t> 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A5EE54-5606-7B00-5F5E-ECD2FB474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12858BE-0CD6-6F5D-40D2-3B800FCC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5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7CF266FA-D69A-4CC1-8EF0-0AE6D99720F6}"/>
                  </a:ext>
                </a:extLst>
              </p14:cNvPr>
              <p14:cNvContentPartPr/>
              <p14:nvPr/>
            </p14:nvContentPartPr>
            <p14:xfrm>
              <a:off x="2116440" y="2330640"/>
              <a:ext cx="1205640" cy="122364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7CF266FA-D69A-4CC1-8EF0-0AE6D99720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7080" y="2321280"/>
                <a:ext cx="1224360" cy="12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79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740693-8D85-FB02-CD81-FA7A6889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A5EE54-5606-7B00-5F5E-ECD2FB474E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/>
                  <a:t> 	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Higher-order function.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=???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A5EE54-5606-7B00-5F5E-ECD2FB474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12858BE-0CD6-6F5D-40D2-3B800FCC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6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0EC99490-9B09-4775-E32B-E8A6F7103300}"/>
                  </a:ext>
                </a:extLst>
              </p14:cNvPr>
              <p14:cNvContentPartPr/>
              <p14:nvPr/>
            </p14:nvContentPartPr>
            <p14:xfrm>
              <a:off x="4902480" y="3000240"/>
              <a:ext cx="1973880" cy="68796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0EC99490-9B09-4775-E32B-E8A6F71033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3120" y="2990880"/>
                <a:ext cx="1992600" cy="70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15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EA204C3-EBF7-F5C9-4BF9-0FE3D6BE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Four – term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66987" cy="4339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3000" b="0"/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DD7070-0E51-3FDE-F8B1-1F0A80E71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66987" cy="4339201"/>
              </a:xfrm>
              <a:blipFill>
                <a:blip r:embed="rId2"/>
                <a:stretch>
                  <a:fillRect t="-2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4CFB67D-5280-8957-9924-4F6EEA93CC4A}"/>
              </a:ext>
            </a:extLst>
          </p:cNvPr>
          <p:cNvSpPr txBox="1"/>
          <p:nvPr/>
        </p:nvSpPr>
        <p:spPr>
          <a:xfrm>
            <a:off x="838200" y="6308209"/>
            <a:ext cx="700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0" i="0" u="none" strike="noStrike">
                <a:solidFill>
                  <a:srgbClr val="2A6496"/>
                </a:solidFill>
                <a:effectLst/>
                <a:latin typeface="Calibri (Thân)"/>
                <a:hlinkClick r:id="rId3"/>
              </a:rPr>
              <a:t>Kottmann (2021)</a:t>
            </a:r>
            <a:endParaRPr lang="vi-VN">
              <a:latin typeface="Calibri (Thân)"/>
            </a:endParaRPr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EF6B43F5-355F-7B87-B84F-3D4CD6AC2496}"/>
              </a:ext>
            </a:extLst>
          </p:cNvPr>
          <p:cNvCxnSpPr/>
          <p:nvPr/>
        </p:nvCxnSpPr>
        <p:spPr>
          <a:xfrm>
            <a:off x="7315200" y="3429000"/>
            <a:ext cx="387882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922DB415-F148-F9E9-0934-5C5024B46674}"/>
              </a:ext>
            </a:extLst>
          </p:cNvPr>
          <p:cNvCxnSpPr/>
          <p:nvPr/>
        </p:nvCxnSpPr>
        <p:spPr>
          <a:xfrm>
            <a:off x="7315200" y="4392562"/>
            <a:ext cx="387882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ình chữ nhật 9">
                <a:extLst>
                  <a:ext uri="{FF2B5EF4-FFF2-40B4-BE49-F238E27FC236}">
                    <a16:creationId xmlns:a16="http://schemas.microsoft.com/office/drawing/2014/main" id="{8C4B4F5C-53F5-A4A1-A31B-0E58CBFADAA6}"/>
                  </a:ext>
                </a:extLst>
              </p:cNvPr>
              <p:cNvSpPr/>
              <p:nvPr/>
            </p:nvSpPr>
            <p:spPr>
              <a:xfrm>
                <a:off x="9829800" y="4011564"/>
                <a:ext cx="787400" cy="76199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1600" b="1"/>
              </a:p>
            </p:txBody>
          </p:sp>
        </mc:Choice>
        <mc:Fallback xmlns="">
          <p:sp>
            <p:nvSpPr>
              <p:cNvPr id="10" name="Hình chữ nhật 9">
                <a:extLst>
                  <a:ext uri="{FF2B5EF4-FFF2-40B4-BE49-F238E27FC236}">
                    <a16:creationId xmlns:a16="http://schemas.microsoft.com/office/drawing/2014/main" id="{8C4B4F5C-53F5-A4A1-A31B-0E58CBFAD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800" y="4011564"/>
                <a:ext cx="787400" cy="761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639D9333-A7B1-A56C-C4E0-E2B2AB4B15C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0223500" y="3429000"/>
            <a:ext cx="0" cy="5825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4FE33886-0830-899A-51DC-B153B0CE66F7}"/>
              </a:ext>
            </a:extLst>
          </p:cNvPr>
          <p:cNvSpPr/>
          <p:nvPr/>
        </p:nvSpPr>
        <p:spPr>
          <a:xfrm>
            <a:off x="10153649" y="3355416"/>
            <a:ext cx="139699" cy="13969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BA76481F-5447-F8B9-0E2E-585FB6D3880F}"/>
                  </a:ext>
                </a:extLst>
              </p:cNvPr>
              <p:cNvSpPr txBox="1"/>
              <p:nvPr/>
            </p:nvSpPr>
            <p:spPr>
              <a:xfrm>
                <a:off x="7315200" y="4981501"/>
                <a:ext cx="2120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vi-VN" sz="2800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BA76481F-5447-F8B9-0E2E-585FB6D38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981501"/>
                <a:ext cx="2120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49CDE9B-629D-9A57-801D-81AAD954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7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Viết tay 5">
                <a:extLst>
                  <a:ext uri="{FF2B5EF4-FFF2-40B4-BE49-F238E27FC236}">
                    <a16:creationId xmlns:a16="http://schemas.microsoft.com/office/drawing/2014/main" id="{40CA9EB0-EABF-EC79-418D-CFE2DE229F5C}"/>
                  </a:ext>
                </a:extLst>
              </p14:cNvPr>
              <p14:cNvContentPartPr/>
              <p14:nvPr/>
            </p14:nvContentPartPr>
            <p14:xfrm>
              <a:off x="723240" y="187560"/>
              <a:ext cx="10653480" cy="6536880"/>
            </p14:xfrm>
          </p:contentPart>
        </mc:Choice>
        <mc:Fallback xmlns="">
          <p:pic>
            <p:nvPicPr>
              <p:cNvPr id="6" name="Viết tay 5">
                <a:extLst>
                  <a:ext uri="{FF2B5EF4-FFF2-40B4-BE49-F238E27FC236}">
                    <a16:creationId xmlns:a16="http://schemas.microsoft.com/office/drawing/2014/main" id="{40CA9EB0-EABF-EC79-418D-CFE2DE229F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3880" y="178200"/>
                <a:ext cx="10672200" cy="655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690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69D08A9-9A1B-0D0F-0FFC-5235E063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p:sp>
        <p:nvSpPr>
          <p:cNvPr id="7" name="Chỗ dành sẵn cho Nội dung 6">
            <a:extLst>
              <a:ext uri="{FF2B5EF4-FFF2-40B4-BE49-F238E27FC236}">
                <a16:creationId xmlns:a16="http://schemas.microsoft.com/office/drawing/2014/main" id="{67DF355D-8828-52F4-826E-DD170D9F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u="none" strike="noStrike">
                <a:solidFill>
                  <a:srgbClr val="333333"/>
                </a:solidFill>
                <a:effectLst/>
                <a:latin typeface="Calibri (Thân)"/>
                <a:hlinkClick r:id="rId2"/>
              </a:rPr>
              <a:t>General parameter-shift rules for quantum gradients</a:t>
            </a:r>
            <a:r>
              <a:rPr lang="en-US" b="0" i="0" u="none" strike="noStrike">
                <a:solidFill>
                  <a:srgbClr val="333333"/>
                </a:solidFill>
                <a:effectLst/>
                <a:latin typeface="Calibri (Thân)"/>
              </a:rPr>
              <a:t>, </a:t>
            </a:r>
            <a:r>
              <a:rPr lang="fr-FR" b="0" i="0" u="none" strike="noStrike">
                <a:solidFill>
                  <a:srgbClr val="333333"/>
                </a:solidFill>
                <a:effectLst/>
                <a:latin typeface="Calibri (Thân)"/>
              </a:rPr>
              <a:t>Quantum, volume 6, page 677</a:t>
            </a:r>
            <a:r>
              <a:rPr lang="en-US" b="0" i="0" u="none" strike="noStrike">
                <a:solidFill>
                  <a:srgbClr val="333333"/>
                </a:solidFill>
                <a:effectLst/>
                <a:latin typeface="Calibri (Thân)"/>
              </a:rPr>
              <a:t> </a:t>
            </a:r>
            <a:endParaRPr lang="en-US" b="0" i="0">
              <a:solidFill>
                <a:srgbClr val="333333"/>
              </a:solidFill>
              <a:effectLst/>
              <a:latin typeface="Calibri (Thân)"/>
            </a:endParaRPr>
          </a:p>
          <a:p>
            <a:pPr marL="0" indent="0">
              <a:buNone/>
            </a:pPr>
            <a:endParaRPr lang="vi-VN">
              <a:latin typeface="Calibri (Thân)"/>
            </a:endParaRP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B01DAF88-F73F-A342-3156-EDD98CDD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455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4">
            <a:extLst>
              <a:ext uri="{FF2B5EF4-FFF2-40B4-BE49-F238E27FC236}">
                <a16:creationId xmlns:a16="http://schemas.microsoft.com/office/drawing/2014/main" id="{99B17F2D-9CBD-9D4C-0C77-9EB0FDAEC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942" y="0"/>
            <a:ext cx="8498115" cy="6808288"/>
          </a:xfrm>
        </p:spPr>
      </p:pic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64469CD-7A95-DFF2-E003-ABC298A7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2822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FEDEC0-E9EE-57F1-1DA0-D43179C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Fourier transform: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 is the number of unique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16F4BE9-528A-84AD-59DD-C037010A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10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4841707F-A50C-FAE8-5635-ECED50CF8787}"/>
                  </a:ext>
                </a:extLst>
              </p14:cNvPr>
              <p14:cNvContentPartPr/>
              <p14:nvPr/>
            </p14:nvContentPartPr>
            <p14:xfrm>
              <a:off x="4027320" y="1535760"/>
              <a:ext cx="6429600" cy="28044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4841707F-A50C-FAE8-5635-ECED50CF87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7960" y="1526400"/>
                <a:ext cx="6448320" cy="28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608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FEDEC0-E9EE-57F1-1DA0-D43179C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Fourier transform: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/>
                  <a:t> are unknown and can be determined via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evaluation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C4978C5-2244-CE91-1BE8-DD06B609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11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7B153683-4824-3FD8-FA8D-19AA0567E823}"/>
                  </a:ext>
                </a:extLst>
              </p14:cNvPr>
              <p14:cNvContentPartPr/>
              <p14:nvPr/>
            </p14:nvContentPartPr>
            <p14:xfrm>
              <a:off x="3571920" y="1500120"/>
              <a:ext cx="7242120" cy="407232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7B153683-4824-3FD8-FA8D-19AA0567E8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2560" y="1490760"/>
                <a:ext cx="7260840" cy="40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37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FEDEC0-E9EE-57F1-1DA0-D43179C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General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0"/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func>
                          <m:func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6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600" b="0" i="0" smtClean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</m:nary>
                  </m:oMath>
                </a14:m>
                <a:r>
                  <a:rPr lang="en-US" sz="3600"/>
                  <a:t> </a:t>
                </a:r>
              </a:p>
              <a:p>
                <a:pPr marL="0" indent="0">
                  <a:buNone/>
                </a:pPr>
                <a:endParaRPr lang="en-US" sz="3600"/>
              </a:p>
              <a:p>
                <a:pPr marL="0" indent="0">
                  <a:buNone/>
                </a:pPr>
                <a:r>
                  <a:rPr lang="en-US" sz="3600"/>
                  <a:t>Or:</a:t>
                </a:r>
              </a:p>
              <a:p>
                <a:pPr marL="0" indent="0">
                  <a:buNone/>
                </a:pPr>
                <a:endParaRPr lang="en-US" sz="3600"/>
              </a:p>
              <a:p>
                <a:pPr marL="0" indent="0">
                  <a:buNone/>
                </a:pPr>
                <a:r>
                  <a:rPr lang="en-US" sz="3600" b="0"/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3600"/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622E742-9CCB-4BA4-9365-246FA228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9AECD07-3155-4401-8FBE-45627993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12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E2BFFD33-BAD4-0D94-6E96-222FF97EE71B}"/>
                  </a:ext>
                </a:extLst>
              </p14:cNvPr>
              <p14:cNvContentPartPr/>
              <p14:nvPr/>
            </p14:nvContentPartPr>
            <p14:xfrm>
              <a:off x="1509120" y="401760"/>
              <a:ext cx="9331920" cy="48672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E2BFFD33-BAD4-0D94-6E96-222FF97EE7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9760" y="392400"/>
                <a:ext cx="9350640" cy="48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9039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7C21F2-D839-C589-FF25-8078A7D1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Lagrange interpolation (developing)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A177494-B143-42FF-6DBE-4756AC844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𝑖𝑥𝐺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A177494-B143-42FF-6DBE-4756AC844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A006A57-BAE0-2457-7A05-7B706B48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13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0718E07A-AE9D-6DFE-4C50-BEC84BAB1657}"/>
                  </a:ext>
                </a:extLst>
              </p14:cNvPr>
              <p14:cNvContentPartPr/>
              <p14:nvPr/>
            </p14:nvContentPartPr>
            <p14:xfrm>
              <a:off x="1553760" y="1330560"/>
              <a:ext cx="7519320" cy="540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0718E07A-AE9D-6DFE-4C50-BEC84BAB16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4400" y="1321200"/>
                <a:ext cx="7538040" cy="7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3743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963F8B3-D4A3-5B8F-153B-D64C90AA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31049B7-567A-63F3-2193-3E75703B5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-&gt; Ap dụng các phương pháp bên deep learning theory principle</a:t>
            </a:r>
          </a:p>
          <a:p>
            <a:endParaRPr lang="en-US"/>
          </a:p>
          <a:p>
            <a:r>
              <a:rPr lang="en-US"/>
              <a:t>-&gt; Sử dụng HMM để giải hệ phương trình tuyến tính =&gt; fully quantum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B554DFC-23C4-97D0-3A29-F43BA694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6824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CF466A-A6D9-86EE-66A0-9BBE7BBA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Lagrange interpolation (developing)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334659B-CB3E-5625-6AF1-1529A7CC9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This approach uses less number of evaluation than general parameter-shift rule in case n = 4 and n = 5.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0E752A7-77FF-8E1E-1E1D-E573C1E4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15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4EF85E71-4947-01BD-C11D-7BF67F9327D9}"/>
                  </a:ext>
                </a:extLst>
              </p14:cNvPr>
              <p14:cNvContentPartPr/>
              <p14:nvPr/>
            </p14:nvContentPartPr>
            <p14:xfrm>
              <a:off x="3420000" y="2678760"/>
              <a:ext cx="2197080" cy="10764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4EF85E71-4947-01BD-C11D-7BF67F9327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0640" y="2669400"/>
                <a:ext cx="2215800" cy="12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5949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987D7D-BA9F-434A-3204-1A319304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Pseudo parameter-shift rule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5C6DC9D-A44E-8483-5ACA-970A13745D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/>
                  <a:t>Can we express: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/>
                  <a:t> can be found via minimizing the distance: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This optimization process 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number of evaluation.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5C6DC9D-A44E-8483-5ACA-970A13745D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36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E0A30D8-9522-1ACB-E46F-89D0ED58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2892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656BD93-51CB-2E66-1F75-5887577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Pseudo parameter-shift rule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FA78C59-B653-5BE4-3336-EE7FF682B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C79DFAB-3A1C-E325-8E1D-7961378B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7840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0350082-B551-B7BE-31FF-66BD7A9D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84B7-EBC3-4123-95E5-6F3F5D7BCE19}" type="slidenum">
              <a:rPr lang="vi-VN" smtClean="0"/>
              <a:t>18</a:t>
            </a:fld>
            <a:endParaRPr lang="vi-VN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27A957DF-1CF0-5656-2DDD-B0925AAB572F}"/>
              </a:ext>
            </a:extLst>
          </p:cNvPr>
          <p:cNvSpPr/>
          <p:nvPr/>
        </p:nvSpPr>
        <p:spPr>
          <a:xfrm>
            <a:off x="1576977" y="1312605"/>
            <a:ext cx="1371600" cy="11070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Quantum embedding</a:t>
            </a:r>
            <a:endParaRPr lang="vi-V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ình chữ nhật 5">
                <a:extLst>
                  <a:ext uri="{FF2B5EF4-FFF2-40B4-BE49-F238E27FC236}">
                    <a16:creationId xmlns:a16="http://schemas.microsoft.com/office/drawing/2014/main" id="{9D51D345-3C1F-75F5-D00F-6CDB6CD45652}"/>
                  </a:ext>
                </a:extLst>
              </p:cNvPr>
              <p:cNvSpPr/>
              <p:nvPr/>
            </p:nvSpPr>
            <p:spPr>
              <a:xfrm>
                <a:off x="5410200" y="1312606"/>
                <a:ext cx="1371600" cy="1107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Hình chữ nhật 5">
                <a:extLst>
                  <a:ext uri="{FF2B5EF4-FFF2-40B4-BE49-F238E27FC236}">
                    <a16:creationId xmlns:a16="http://schemas.microsoft.com/office/drawing/2014/main" id="{9D51D345-3C1F-75F5-D00F-6CDB6CD45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312606"/>
                <a:ext cx="1371600" cy="11070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B394142E-2BF9-4C68-FD9A-B2A41A78D73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128381" y="1866138"/>
            <a:ext cx="448596" cy="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BC136450-4A38-B4DA-9F60-C7EEECE4EAB1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948577" y="1866138"/>
            <a:ext cx="840658" cy="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9C55F208-2994-D95A-648B-DB145877B97B}"/>
                  </a:ext>
                </a:extLst>
              </p:cNvPr>
              <p:cNvSpPr txBox="1"/>
              <p:nvPr/>
            </p:nvSpPr>
            <p:spPr>
              <a:xfrm>
                <a:off x="115192" y="1696477"/>
                <a:ext cx="9037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Input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9C55F208-2994-D95A-648B-DB145877B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92" y="1696477"/>
                <a:ext cx="903748" cy="369332"/>
              </a:xfrm>
              <a:prstGeom prst="rect">
                <a:avLst/>
              </a:prstGeom>
              <a:blipFill>
                <a:blip r:embed="rId3"/>
                <a:stretch>
                  <a:fillRect l="-6081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4E50BDA1-1AFF-9451-6FCE-62150561BFF4}"/>
                  </a:ext>
                </a:extLst>
              </p:cNvPr>
              <p:cNvSpPr txBox="1"/>
              <p:nvPr/>
            </p:nvSpPr>
            <p:spPr>
              <a:xfrm>
                <a:off x="7364361" y="2685163"/>
                <a:ext cx="11651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Loss value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4E50BDA1-1AFF-9451-6FCE-62150561B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361" y="2685163"/>
                <a:ext cx="1165122" cy="646331"/>
              </a:xfrm>
              <a:prstGeom prst="rect">
                <a:avLst/>
              </a:prstGeom>
              <a:blipFill>
                <a:blip r:embed="rId4"/>
                <a:stretch>
                  <a:fillRect l="-4188" t="-4673" r="-209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E7090ABF-0C5E-84B9-383B-8F574F54FE5D}"/>
                  </a:ext>
                </a:extLst>
              </p:cNvPr>
              <p:cNvSpPr txBox="1"/>
              <p:nvPr/>
            </p:nvSpPr>
            <p:spPr>
              <a:xfrm>
                <a:off x="4827639" y="2690801"/>
                <a:ext cx="116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E7090ABF-0C5E-84B9-383B-8F574F54F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639" y="2690801"/>
                <a:ext cx="1165122" cy="369332"/>
              </a:xfrm>
              <a:prstGeom prst="rect">
                <a:avLst/>
              </a:prstGeom>
              <a:blipFill>
                <a:blip r:embed="rId5"/>
                <a:stretch>
                  <a:fillRect l="-4712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4D6B3080-E246-6877-13C2-F0C4033CC21C}"/>
                  </a:ext>
                </a:extLst>
              </p:cNvPr>
              <p:cNvSpPr txBox="1"/>
              <p:nvPr/>
            </p:nvSpPr>
            <p:spPr>
              <a:xfrm>
                <a:off x="3835810" y="1702448"/>
                <a:ext cx="116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4D6B3080-E246-6877-13C2-F0C4033CC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810" y="1702448"/>
                <a:ext cx="1165122" cy="369332"/>
              </a:xfrm>
              <a:prstGeom prst="rect">
                <a:avLst/>
              </a:prstGeom>
              <a:blipFill>
                <a:blip r:embed="rId6"/>
                <a:stretch>
                  <a:fillRect l="-4188" t="-8197" r="-3141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18AB290E-E46D-2465-0593-A4D2E1D89F60}"/>
              </a:ext>
            </a:extLst>
          </p:cNvPr>
          <p:cNvCxnSpPr>
            <a:cxnSpLocks/>
            <a:stCxn id="22" idx="3"/>
            <a:endCxn id="6" idx="1"/>
          </p:cNvCxnSpPr>
          <p:nvPr/>
        </p:nvCxnSpPr>
        <p:spPr>
          <a:xfrm flipV="1">
            <a:off x="5000932" y="1866139"/>
            <a:ext cx="409268" cy="2097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Hình chữ nhật 26">
                <a:extLst>
                  <a:ext uri="{FF2B5EF4-FFF2-40B4-BE49-F238E27FC236}">
                    <a16:creationId xmlns:a16="http://schemas.microsoft.com/office/drawing/2014/main" id="{EEDF1D11-1960-66CD-552A-67A7280D54E7}"/>
                  </a:ext>
                </a:extLst>
              </p:cNvPr>
              <p:cNvSpPr/>
              <p:nvPr/>
            </p:nvSpPr>
            <p:spPr>
              <a:xfrm>
                <a:off x="5410200" y="3331263"/>
                <a:ext cx="1371600" cy="1107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Checker / QOptimizer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Hình chữ nhật 26">
                <a:extLst>
                  <a:ext uri="{FF2B5EF4-FFF2-40B4-BE49-F238E27FC236}">
                    <a16:creationId xmlns:a16="http://schemas.microsoft.com/office/drawing/2014/main" id="{EEDF1D11-1960-66CD-552A-67A7280D5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3331263"/>
                <a:ext cx="1371600" cy="1107066"/>
              </a:xfrm>
              <a:prstGeom prst="rect">
                <a:avLst/>
              </a:prstGeom>
              <a:blipFill>
                <a:blip r:embed="rId7"/>
                <a:stretch>
                  <a:fillRect r="-22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Đường kết nối: Mũi tên Gấp khúc 28">
            <a:extLst>
              <a:ext uri="{FF2B5EF4-FFF2-40B4-BE49-F238E27FC236}">
                <a16:creationId xmlns:a16="http://schemas.microsoft.com/office/drawing/2014/main" id="{BDB56742-A78F-4B3C-441F-662AFD074CB2}"/>
              </a:ext>
            </a:extLst>
          </p:cNvPr>
          <p:cNvCxnSpPr>
            <a:stCxn id="6" idx="3"/>
            <a:endCxn id="27" idx="3"/>
          </p:cNvCxnSpPr>
          <p:nvPr/>
        </p:nvCxnSpPr>
        <p:spPr>
          <a:xfrm>
            <a:off x="6781800" y="1866139"/>
            <a:ext cx="12700" cy="2018657"/>
          </a:xfrm>
          <a:prstGeom prst="bentConnector3">
            <a:avLst>
              <a:gd name="adj1" fmla="val 42387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A9E6425B-E974-ABC2-EC07-F630E4C82864}"/>
              </a:ext>
            </a:extLst>
          </p:cNvPr>
          <p:cNvCxnSpPr>
            <a:cxnSpLocks/>
            <a:stCxn id="27" idx="0"/>
            <a:endCxn id="6" idx="2"/>
          </p:cNvCxnSpPr>
          <p:nvPr/>
        </p:nvCxnSpPr>
        <p:spPr>
          <a:xfrm flipV="1">
            <a:off x="6096000" y="2419672"/>
            <a:ext cx="0" cy="91159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: Mũi tên Gấp khúc 33">
            <a:extLst>
              <a:ext uri="{FF2B5EF4-FFF2-40B4-BE49-F238E27FC236}">
                <a16:creationId xmlns:a16="http://schemas.microsoft.com/office/drawing/2014/main" id="{E2ADCDEE-BC19-25C3-8B64-39E66B355B12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5000932" y="3884796"/>
            <a:ext cx="409268" cy="11070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Đường kết nối: Mũi tên Gấp khúc 36">
            <a:extLst>
              <a:ext uri="{FF2B5EF4-FFF2-40B4-BE49-F238E27FC236}">
                <a16:creationId xmlns:a16="http://schemas.microsoft.com/office/drawing/2014/main" id="{0759FE00-90C2-3C2A-F936-6469815D3E4E}"/>
              </a:ext>
            </a:extLst>
          </p:cNvPr>
          <p:cNvCxnSpPr>
            <a:cxnSpLocks/>
            <a:stCxn id="27" idx="2"/>
            <a:endCxn id="46" idx="2"/>
          </p:cNvCxnSpPr>
          <p:nvPr/>
        </p:nvCxnSpPr>
        <p:spPr>
          <a:xfrm rot="5400000" flipH="1" flipV="1">
            <a:off x="7982468" y="2501805"/>
            <a:ext cx="50055" cy="3822993"/>
          </a:xfrm>
          <a:prstGeom prst="bentConnector3">
            <a:avLst>
              <a:gd name="adj1" fmla="val -4566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Hộp Văn bản 40">
            <a:extLst>
              <a:ext uri="{FF2B5EF4-FFF2-40B4-BE49-F238E27FC236}">
                <a16:creationId xmlns:a16="http://schemas.microsoft.com/office/drawing/2014/main" id="{D497E210-11E0-E0A9-B1A6-7AACEBD9B6D1}"/>
              </a:ext>
            </a:extLst>
          </p:cNvPr>
          <p:cNvSpPr txBox="1"/>
          <p:nvPr/>
        </p:nvSpPr>
        <p:spPr>
          <a:xfrm>
            <a:off x="4696132" y="5078328"/>
            <a:ext cx="714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End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ình chữ nhật 45">
                <a:extLst>
                  <a:ext uri="{FF2B5EF4-FFF2-40B4-BE49-F238E27FC236}">
                    <a16:creationId xmlns:a16="http://schemas.microsoft.com/office/drawing/2014/main" id="{FF7881A4-A578-0381-7A3C-D3BF1B1DA59F}"/>
                  </a:ext>
                </a:extLst>
              </p:cNvPr>
              <p:cNvSpPr/>
              <p:nvPr/>
            </p:nvSpPr>
            <p:spPr>
              <a:xfrm>
                <a:off x="9162363" y="3369440"/>
                <a:ext cx="1513259" cy="101883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Hình chữ nhật 45">
                <a:extLst>
                  <a:ext uri="{FF2B5EF4-FFF2-40B4-BE49-F238E27FC236}">
                    <a16:creationId xmlns:a16="http://schemas.microsoft.com/office/drawing/2014/main" id="{FF7881A4-A578-0381-7A3C-D3BF1B1DA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363" y="3369440"/>
                <a:ext cx="1513259" cy="10188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ình chữ nhật 46">
                <a:extLst>
                  <a:ext uri="{FF2B5EF4-FFF2-40B4-BE49-F238E27FC236}">
                    <a16:creationId xmlns:a16="http://schemas.microsoft.com/office/drawing/2014/main" id="{F7094A04-A965-2CE8-5441-8C214BB8FCEC}"/>
                  </a:ext>
                </a:extLst>
              </p:cNvPr>
              <p:cNvSpPr/>
              <p:nvPr/>
            </p:nvSpPr>
            <p:spPr>
              <a:xfrm>
                <a:off x="9162362" y="1342615"/>
                <a:ext cx="1513260" cy="7077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Checker / COptimizer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Hình chữ nhật 46">
                <a:extLst>
                  <a:ext uri="{FF2B5EF4-FFF2-40B4-BE49-F238E27FC236}">
                    <a16:creationId xmlns:a16="http://schemas.microsoft.com/office/drawing/2014/main" id="{F7094A04-A965-2CE8-5441-8C214BB8F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362" y="1342615"/>
                <a:ext cx="1513260" cy="707725"/>
              </a:xfrm>
              <a:prstGeom prst="rect">
                <a:avLst/>
              </a:prstGeom>
              <a:blipFill>
                <a:blip r:embed="rId9"/>
                <a:stretch>
                  <a:fillRect l="-2800" b="-84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Đường kết nối: Mũi tên Gấp khúc 48">
            <a:extLst>
              <a:ext uri="{FF2B5EF4-FFF2-40B4-BE49-F238E27FC236}">
                <a16:creationId xmlns:a16="http://schemas.microsoft.com/office/drawing/2014/main" id="{86DB1BA8-FD07-E054-930D-E6BE3C79919D}"/>
              </a:ext>
            </a:extLst>
          </p:cNvPr>
          <p:cNvCxnSpPr>
            <a:cxnSpLocks/>
            <a:stCxn id="47" idx="0"/>
            <a:endCxn id="6" idx="0"/>
          </p:cNvCxnSpPr>
          <p:nvPr/>
        </p:nvCxnSpPr>
        <p:spPr>
          <a:xfrm rot="16200000" flipV="1">
            <a:off x="7992492" y="-583885"/>
            <a:ext cx="30009" cy="3822992"/>
          </a:xfrm>
          <a:prstGeom prst="bentConnector3">
            <a:avLst>
              <a:gd name="adj1" fmla="val 8617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Hộp Văn bản 52">
            <a:extLst>
              <a:ext uri="{FF2B5EF4-FFF2-40B4-BE49-F238E27FC236}">
                <a16:creationId xmlns:a16="http://schemas.microsoft.com/office/drawing/2014/main" id="{D5950F3C-375F-FAB6-8275-A3F1D582D27C}"/>
              </a:ext>
            </a:extLst>
          </p:cNvPr>
          <p:cNvSpPr txBox="1"/>
          <p:nvPr/>
        </p:nvSpPr>
        <p:spPr>
          <a:xfrm>
            <a:off x="6418723" y="4796387"/>
            <a:ext cx="189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Exit quantum part</a:t>
            </a:r>
            <a:endParaRPr lang="vi-VN"/>
          </a:p>
        </p:txBody>
      </p:sp>
      <p:cxnSp>
        <p:nvCxnSpPr>
          <p:cNvPr id="61" name="Đường kết nối Mũi tên Thẳng 60">
            <a:extLst>
              <a:ext uri="{FF2B5EF4-FFF2-40B4-BE49-F238E27FC236}">
                <a16:creationId xmlns:a16="http://schemas.microsoft.com/office/drawing/2014/main" id="{0E380E75-2055-D0FB-4209-E3D2C62F0480}"/>
              </a:ext>
            </a:extLst>
          </p:cNvPr>
          <p:cNvCxnSpPr>
            <a:cxnSpLocks/>
            <a:stCxn id="47" idx="2"/>
            <a:endCxn id="46" idx="0"/>
          </p:cNvCxnSpPr>
          <p:nvPr/>
        </p:nvCxnSpPr>
        <p:spPr>
          <a:xfrm>
            <a:off x="9918992" y="2050340"/>
            <a:ext cx="1" cy="131910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Đường kết nối: Mũi tên Gấp khúc 64">
            <a:extLst>
              <a:ext uri="{FF2B5EF4-FFF2-40B4-BE49-F238E27FC236}">
                <a16:creationId xmlns:a16="http://schemas.microsoft.com/office/drawing/2014/main" id="{10B006F6-2D45-B674-32E2-3268A4ED105A}"/>
              </a:ext>
            </a:extLst>
          </p:cNvPr>
          <p:cNvCxnSpPr>
            <a:cxnSpLocks/>
            <a:stCxn id="46" idx="3"/>
            <a:endCxn id="47" idx="3"/>
          </p:cNvCxnSpPr>
          <p:nvPr/>
        </p:nvCxnSpPr>
        <p:spPr>
          <a:xfrm flipV="1">
            <a:off x="10675622" y="1696478"/>
            <a:ext cx="12700" cy="218237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Hộp Văn bản 68">
                <a:extLst>
                  <a:ext uri="{FF2B5EF4-FFF2-40B4-BE49-F238E27FC236}">
                    <a16:creationId xmlns:a16="http://schemas.microsoft.com/office/drawing/2014/main" id="{E38FD402-CD98-7943-4183-977D479C7884}"/>
                  </a:ext>
                </a:extLst>
              </p:cNvPr>
              <p:cNvSpPr txBox="1"/>
              <p:nvPr/>
            </p:nvSpPr>
            <p:spPr>
              <a:xfrm>
                <a:off x="11026878" y="2690801"/>
                <a:ext cx="11651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Loss value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69" name="Hộp Văn bản 68">
                <a:extLst>
                  <a:ext uri="{FF2B5EF4-FFF2-40B4-BE49-F238E27FC236}">
                    <a16:creationId xmlns:a16="http://schemas.microsoft.com/office/drawing/2014/main" id="{E38FD402-CD98-7943-4183-977D479C7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6878" y="2690801"/>
                <a:ext cx="1165122" cy="646331"/>
              </a:xfrm>
              <a:prstGeom prst="rect">
                <a:avLst/>
              </a:prstGeom>
              <a:blipFill>
                <a:blip r:embed="rId10"/>
                <a:stretch>
                  <a:fillRect l="-4712" t="-4717" r="-157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Hộp Văn bản 69">
                <a:extLst>
                  <a:ext uri="{FF2B5EF4-FFF2-40B4-BE49-F238E27FC236}">
                    <a16:creationId xmlns:a16="http://schemas.microsoft.com/office/drawing/2014/main" id="{545014A3-4C95-45E2-1CED-37A7E65C0E48}"/>
                  </a:ext>
                </a:extLst>
              </p:cNvPr>
              <p:cNvSpPr txBox="1"/>
              <p:nvPr/>
            </p:nvSpPr>
            <p:spPr>
              <a:xfrm>
                <a:off x="8858498" y="2681944"/>
                <a:ext cx="116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70" name="Hộp Văn bản 69">
                <a:extLst>
                  <a:ext uri="{FF2B5EF4-FFF2-40B4-BE49-F238E27FC236}">
                    <a16:creationId xmlns:a16="http://schemas.microsoft.com/office/drawing/2014/main" id="{545014A3-4C95-45E2-1CED-37A7E65C0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498" y="2681944"/>
                <a:ext cx="1165122" cy="369332"/>
              </a:xfrm>
              <a:prstGeom prst="rect">
                <a:avLst/>
              </a:prstGeom>
              <a:blipFill>
                <a:blip r:embed="rId11"/>
                <a:stretch>
                  <a:fillRect l="-4188" t="-9836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Hộp Văn bản 74">
            <a:extLst>
              <a:ext uri="{FF2B5EF4-FFF2-40B4-BE49-F238E27FC236}">
                <a16:creationId xmlns:a16="http://schemas.microsoft.com/office/drawing/2014/main" id="{F2DCF9EB-D2FE-AE9E-6025-4A4AF2288408}"/>
              </a:ext>
            </a:extLst>
          </p:cNvPr>
          <p:cNvSpPr txBox="1"/>
          <p:nvPr/>
        </p:nvSpPr>
        <p:spPr>
          <a:xfrm>
            <a:off x="6418723" y="574406"/>
            <a:ext cx="189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Exit classical part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6858878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507</Words>
  <Application>Microsoft Office PowerPoint</Application>
  <PresentationFormat>Màn hình rộng</PresentationFormat>
  <Paragraphs>120</Paragraphs>
  <Slides>18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(Thân)</vt:lpstr>
      <vt:lpstr>Calibri Light</vt:lpstr>
      <vt:lpstr>Cambria Math</vt:lpstr>
      <vt:lpstr>Times New Roman</vt:lpstr>
      <vt:lpstr>Chủ đề Office</vt:lpstr>
      <vt:lpstr>General parameter-shift rule</vt:lpstr>
      <vt:lpstr>1. Basic definition</vt:lpstr>
      <vt:lpstr>1. Basic definition</vt:lpstr>
      <vt:lpstr>2. Parameter-shift rule</vt:lpstr>
      <vt:lpstr>Examples</vt:lpstr>
      <vt:lpstr>Examples</vt:lpstr>
      <vt:lpstr>2. Four – term parameter-shift rule</vt:lpstr>
      <vt:lpstr>2. General parameter-shift rule</vt:lpstr>
      <vt:lpstr>Bản trình bày PowerPoint</vt:lpstr>
      <vt:lpstr>2. General parameter-shift rule</vt:lpstr>
      <vt:lpstr>2. General parameter-shift rule</vt:lpstr>
      <vt:lpstr>2. General parameter-shift rule</vt:lpstr>
      <vt:lpstr>3. Lagrange interpolation (developing)</vt:lpstr>
      <vt:lpstr>Bản trình bày PowerPoint</vt:lpstr>
      <vt:lpstr>3. Lagrange interpolation (developing)</vt:lpstr>
      <vt:lpstr>4. Pseudo parameter-shift rule</vt:lpstr>
      <vt:lpstr>4. Pseudo parameter-shift rule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Parameter-shift rule</dc:title>
  <dc:creator>Tuan Hai</dc:creator>
  <cp:lastModifiedBy>Vũ Tuấn Hải</cp:lastModifiedBy>
  <cp:revision>26</cp:revision>
  <dcterms:created xsi:type="dcterms:W3CDTF">2022-05-17T07:27:23Z</dcterms:created>
  <dcterms:modified xsi:type="dcterms:W3CDTF">2022-06-11T14:18:33Z</dcterms:modified>
</cp:coreProperties>
</file>