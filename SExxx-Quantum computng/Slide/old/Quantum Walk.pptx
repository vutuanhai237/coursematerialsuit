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7" r:id="rId4"/>
    <p:sldId id="276" r:id="rId5"/>
    <p:sldId id="278" r:id="rId6"/>
    <p:sldId id="280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84" r:id="rId18"/>
    <p:sldId id="269" r:id="rId19"/>
    <p:sldId id="273" r:id="rId20"/>
    <p:sldId id="275" r:id="rId21"/>
    <p:sldId id="274" r:id="rId22"/>
    <p:sldId id="285" r:id="rId23"/>
    <p:sldId id="271" r:id="rId24"/>
    <p:sldId id="281" r:id="rId2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8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8557F-942D-4D79-9DBA-8CDE25DABF92}" type="datetimeFigureOut">
              <a:rPr lang="vi-VN" smtClean="0"/>
              <a:t>1/6/26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7B159-7645-448A-869E-8C0E0F79E3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35731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5CEC098-7121-4B38-8ECF-936989D40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13ED40E6-A590-45F7-8611-9386987E3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B00E92C-B2FD-42E5-A94C-5B75069FE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B58F8-38F2-4121-BC18-6B15C398FD89}" type="datetime1">
              <a:rPr lang="vi-VN" smtClean="0"/>
              <a:t>1/6/26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389ECCD-B0FA-465B-AFB7-17A5BB5A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33D90A7-8D9A-4AFD-BD4D-64792C4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27912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B5E092F-0B73-449B-8D1F-9AEF82D9C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6FC7FF3-81CF-4493-BD6B-72B6B2E73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13F5F15-BA73-4486-A89D-A79848C00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FAB1A-8D86-40F3-9364-CCE75F6AD91C}" type="datetime1">
              <a:rPr lang="vi-VN" smtClean="0"/>
              <a:t>1/6/26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EDE38EE-8FC5-4B8E-931F-617498386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AEBCE7B-F42A-4E9F-9DBA-6A883A72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1869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8630B12-38F1-427F-970A-8938DFE52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A4334B55-2455-4FCB-82DE-22DC99082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5222E07-8B19-486F-A152-A025A46D1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1C43-C551-4AE6-91EA-65529F79C25E}" type="datetime1">
              <a:rPr lang="vi-VN" smtClean="0"/>
              <a:t>1/6/26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CB6720B-E208-4CD6-A0D8-C0AC34B3B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7531B28-21F6-4CA4-97B0-B5708603B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5551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D59D49E-7316-4A14-A1F0-E44F42C13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A9FF922A-A834-45E1-B590-48DF4816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DC7C7A1-2C43-4FDB-B79A-C80B726FF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791EC4DE-A67E-4441-9243-1D3CA83DE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76F6-910B-42D4-95B0-FE1D6627009E}" type="datetime1">
              <a:rPr lang="vi-VN" smtClean="0"/>
              <a:t>1/6/26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160B54B-6AF3-40B5-9430-85946AC30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3AF21B59-57C5-4DD4-A17D-CAF25366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91185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2A1D085-310D-46CE-8AA6-D638CFBD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C00F051-8396-4C78-BC41-87ADAC987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C235878-554E-4F32-96F9-2F1B7DDF1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1D7657DB-ED34-4025-9B08-047B1AD79A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2EE091AD-9FB9-45C5-AE39-D0F592E9C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B22A7D55-2C00-474D-9E53-C9F8A4914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91FF-2E09-405A-BDE2-4EE2DDD4E68D}" type="datetime1">
              <a:rPr lang="vi-VN" smtClean="0"/>
              <a:t>1/6/26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4A17FD48-DFBE-4620-80FF-F7487ACD8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9154D39F-8641-488F-952E-7FD4F6AED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6466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0BD5D22-46AE-4412-9197-88DBAD566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6FA701C2-356C-45D7-AA60-8C5B0A7B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E42F-E64F-4F46-9923-15BD5CF12713}" type="datetime1">
              <a:rPr lang="vi-VN" smtClean="0"/>
              <a:t>1/6/26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9F4658E3-BC43-4FBF-8108-96D3CCFB1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F84A363-5AF3-4619-A2E5-829D86B29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72927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127AD835-E6F1-4B18-84AA-4A615508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26B39-0D09-44F9-B5B4-938C905124E2}" type="datetime1">
              <a:rPr lang="vi-VN" smtClean="0"/>
              <a:t>1/6/26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1D555FBA-7200-4C71-A81C-E556BD39D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523E8B6D-9D7E-4038-BD37-3CD5D07A9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42453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6AC978F-DE08-4846-A00E-59A1927F0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C52CFD67-9788-4DAC-B330-E284F7871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0338C364-B1E9-4611-9645-AB35A7E3D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95FD888C-2A45-43B7-BF28-CA60DE5C6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9B980-1A9E-4CC7-97E1-74242BE1F70B}" type="datetime1">
              <a:rPr lang="vi-VN" smtClean="0"/>
              <a:t>1/6/26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6F1FA9B8-98C7-4321-8498-397014D35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918B0B05-1319-4432-825D-CE584E7B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21236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AC8A173-8DBE-441E-83B2-4B42C24A7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76FC5226-EF8B-4CB3-A914-2E4428CC9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F1D1019-76B8-4064-B577-94C34B74D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3863B1CD-5B3D-4029-B03D-932FF728D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904E6-F1C8-40FF-9F48-47A42FFD6C8F}" type="datetime1">
              <a:rPr lang="vi-VN" smtClean="0"/>
              <a:t>1/6/26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96A9D3D4-F889-4BDC-8A08-3D0E113AA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342583FB-6B23-4ABE-8153-2B6B1D366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0399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6462041-966A-4FDE-AC86-0A4FAC68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AA682BF6-0A44-4F07-81FF-7F05296A3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109BD3F9-7EE5-41E3-8612-F5C7775AC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58176-9D1F-4C11-B5BA-06DB6A8EB1AD}" type="datetime1">
              <a:rPr lang="vi-VN" smtClean="0"/>
              <a:t>1/6/26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608D259-5FE8-485A-A568-2D916134E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27C69ED-87C5-4893-ADA6-3C1D3B405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6468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73B262D6-A3C0-422F-9A51-D959302D2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97C3754E-8A4A-4580-8EDD-CA0C944EB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5EC5287-11A1-4355-A1C4-1F3A7DD8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DBE23-DA8B-4564-8758-91325607C2D7}" type="datetime1">
              <a:rPr lang="vi-VN" smtClean="0"/>
              <a:t>1/6/26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B1A5B09-CB36-4CBB-8132-F5E998A3D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C864047-6346-4633-ABE2-35BFDA381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27873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4C55D00A-FDA3-4248-84BE-E6B68EFDF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405C4E7-75EC-43DB-8275-B132E6825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3E02367-80E3-4B50-A009-A310A16525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61035-3292-4F7C-A07C-37830550B457}" type="datetime1">
              <a:rPr lang="vi-VN" smtClean="0"/>
              <a:t>1/6/26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383CE9B-8226-4859-9B8D-F8FFFCED8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C9980EA-6030-46CE-B0EA-E877040A0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7BFFA-55D5-419F-87EC-45C1B812D54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1910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410.png"/><Relationship Id="rId4" Type="http://schemas.openxmlformats.org/officeDocument/2006/relationships/image" Target="../media/image3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710.png"/><Relationship Id="rId7" Type="http://schemas.openxmlformats.org/officeDocument/2006/relationships/image" Target="../media/image111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0.png"/><Relationship Id="rId11" Type="http://schemas.openxmlformats.org/officeDocument/2006/relationships/image" Target="../media/image150.png"/><Relationship Id="rId5" Type="http://schemas.openxmlformats.org/officeDocument/2006/relationships/image" Target="../media/image910.png"/><Relationship Id="rId10" Type="http://schemas.openxmlformats.org/officeDocument/2006/relationships/image" Target="../media/image140.png"/><Relationship Id="rId4" Type="http://schemas.openxmlformats.org/officeDocument/2006/relationships/image" Target="../media/image810.png"/><Relationship Id="rId9" Type="http://schemas.openxmlformats.org/officeDocument/2006/relationships/image" Target="../media/image1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1.png"/><Relationship Id="rId7" Type="http://schemas.openxmlformats.org/officeDocument/2006/relationships/image" Target="../media/image25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0.png"/><Relationship Id="rId9" Type="http://schemas.openxmlformats.org/officeDocument/2006/relationships/image" Target="../media/image18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1.pn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490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14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81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80.png"/><Relationship Id="rId5" Type="http://schemas.openxmlformats.org/officeDocument/2006/relationships/image" Target="../media/image77.png"/><Relationship Id="rId10" Type="http://schemas.openxmlformats.org/officeDocument/2006/relationships/image" Target="../media/image79.png"/><Relationship Id="rId4" Type="http://schemas.openxmlformats.org/officeDocument/2006/relationships/image" Target="../media/image64.png"/><Relationship Id="rId9" Type="http://schemas.openxmlformats.org/officeDocument/2006/relationships/image" Target="../media/image78.png"/><Relationship Id="rId14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80.png"/><Relationship Id="rId5" Type="http://schemas.openxmlformats.org/officeDocument/2006/relationships/image" Target="../media/image77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78.png"/><Relationship Id="rId14" Type="http://schemas.openxmlformats.org/officeDocument/2006/relationships/image" Target="../media/image7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7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12" Type="http://schemas.openxmlformats.org/officeDocument/2006/relationships/image" Target="../media/image6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61.png"/><Relationship Id="rId5" Type="http://schemas.openxmlformats.org/officeDocument/2006/relationships/image" Target="../media/image19.png"/><Relationship Id="rId10" Type="http://schemas.openxmlformats.org/officeDocument/2006/relationships/image" Target="../media/image48.png"/><Relationship Id="rId4" Type="http://schemas.openxmlformats.org/officeDocument/2006/relationships/image" Target="../media/image91.png"/><Relationship Id="rId9" Type="http://schemas.openxmlformats.org/officeDocument/2006/relationships/image" Target="../media/image46.png"/><Relationship Id="rId14" Type="http://schemas.openxmlformats.org/officeDocument/2006/relationships/image" Target="../media/image7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22.png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F76A250-D7E7-4D04-9CB9-525A3CD009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Quantum walk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2DA3C5F0-649F-44AC-80A3-DB3B03CEEC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4/3/2022</a:t>
            </a:r>
          </a:p>
          <a:p>
            <a:endParaRPr lang="en-US"/>
          </a:p>
          <a:p>
            <a:r>
              <a:rPr lang="en-US"/>
              <a:t>Vu Tuan Hai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B42BF7F-5EA8-4AC9-B49B-E7D463E8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7278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96EEF94-ABE3-4C1C-9FEC-AE377EF09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89F6A7-B042-4A76-8DCC-54789D2DBE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0178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Take the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∈{−1, 1}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 is a 1-D random walk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/>
                  <a:t> 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89F6A7-B042-4A76-8DCC-54789D2DBE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01784" cy="4351338"/>
              </a:xfrm>
              <a:blipFill>
                <a:blip r:embed="rId2"/>
                <a:stretch>
                  <a:fillRect l="-2208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random walk | Matlab Geeks">
            <a:extLst>
              <a:ext uri="{FF2B5EF4-FFF2-40B4-BE49-F238E27FC236}">
                <a16:creationId xmlns:a16="http://schemas.microsoft.com/office/drawing/2014/main" id="{4DCEBEC6-CCA2-4D9D-BF3C-AD24426024F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0216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ng">
            <a:extLst>
              <a:ext uri="{FF2B5EF4-FFF2-40B4-BE49-F238E27FC236}">
                <a16:creationId xmlns:a16="http://schemas.microsoft.com/office/drawing/2014/main" id="{310447B2-C97D-4557-82BB-7378B4E87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428999"/>
            <a:ext cx="4746674" cy="3164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700C2965-A592-4039-8821-22DE4AB21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109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96EEF94-ABE3-4C1C-9FEC-AE377EF09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89F6A7-B042-4A76-8DCC-54789D2DBE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4576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Normal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89F6A7-B042-4A76-8DCC-54789D2DBE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45765" cy="4351338"/>
              </a:xfrm>
              <a:blipFill>
                <a:blip r:embed="rId2"/>
                <a:stretch>
                  <a:fillRect l="-2539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png">
            <a:extLst>
              <a:ext uri="{FF2B5EF4-FFF2-40B4-BE49-F238E27FC236}">
                <a16:creationId xmlns:a16="http://schemas.microsoft.com/office/drawing/2014/main" id="{310447B2-C97D-4557-82BB-7378B4E87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2620616"/>
            <a:ext cx="5193199" cy="3462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hỗ dành sẵn cho Nội dung 2">
                <a:extLst>
                  <a:ext uri="{FF2B5EF4-FFF2-40B4-BE49-F238E27FC236}">
                    <a16:creationId xmlns:a16="http://schemas.microsoft.com/office/drawing/2014/main" id="{21C99F85-A125-48A6-B3D6-455496B241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08037" y="1365957"/>
                <a:ext cx="5045765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/>
                  <a:t>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6" name="Chỗ dành sẵn cho Nội dung 2">
                <a:extLst>
                  <a:ext uri="{FF2B5EF4-FFF2-40B4-BE49-F238E27FC236}">
                    <a16:creationId xmlns:a16="http://schemas.microsoft.com/office/drawing/2014/main" id="{21C99F85-A125-48A6-B3D6-455496B24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037" y="1365957"/>
                <a:ext cx="5045765" cy="4351338"/>
              </a:xfrm>
              <a:prstGeom prst="rect">
                <a:avLst/>
              </a:prstGeom>
              <a:blipFill>
                <a:blip r:embed="rId4"/>
                <a:stretch>
                  <a:fillRect l="-2536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831A033-A0AB-485D-979F-7D47B95B29BE}"/>
              </a:ext>
            </a:extLst>
          </p:cNvPr>
          <p:cNvSpPr/>
          <p:nvPr/>
        </p:nvSpPr>
        <p:spPr>
          <a:xfrm>
            <a:off x="8772938" y="202601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Hình Bầu dục 8">
            <a:extLst>
              <a:ext uri="{FF2B5EF4-FFF2-40B4-BE49-F238E27FC236}">
                <a16:creationId xmlns:a16="http://schemas.microsoft.com/office/drawing/2014/main" id="{C53A356B-4D05-452A-8BF2-844182AF6788}"/>
              </a:ext>
            </a:extLst>
          </p:cNvPr>
          <p:cNvSpPr/>
          <p:nvPr/>
        </p:nvSpPr>
        <p:spPr>
          <a:xfrm>
            <a:off x="8402705" y="2686064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Hình Bầu dục 9">
            <a:extLst>
              <a:ext uri="{FF2B5EF4-FFF2-40B4-BE49-F238E27FC236}">
                <a16:creationId xmlns:a16="http://schemas.microsoft.com/office/drawing/2014/main" id="{B6173152-10EE-4DD1-BBCC-BFF4E552B698}"/>
              </a:ext>
            </a:extLst>
          </p:cNvPr>
          <p:cNvSpPr/>
          <p:nvPr/>
        </p:nvSpPr>
        <p:spPr>
          <a:xfrm>
            <a:off x="9236764" y="2686064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5CC1E331-0EB0-4876-82E2-6EEEFD724F2F}"/>
              </a:ext>
            </a:extLst>
          </p:cNvPr>
          <p:cNvSpPr/>
          <p:nvPr/>
        </p:nvSpPr>
        <p:spPr>
          <a:xfrm>
            <a:off x="7938879" y="3450482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Hình Bầu dục 11">
            <a:extLst>
              <a:ext uri="{FF2B5EF4-FFF2-40B4-BE49-F238E27FC236}">
                <a16:creationId xmlns:a16="http://schemas.microsoft.com/office/drawing/2014/main" id="{5521058B-3CDF-404D-83BE-184A2E2535C1}"/>
              </a:ext>
            </a:extLst>
          </p:cNvPr>
          <p:cNvSpPr/>
          <p:nvPr/>
        </p:nvSpPr>
        <p:spPr>
          <a:xfrm>
            <a:off x="8772938" y="3450482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ình Bầu dục 12">
            <a:extLst>
              <a:ext uri="{FF2B5EF4-FFF2-40B4-BE49-F238E27FC236}">
                <a16:creationId xmlns:a16="http://schemas.microsoft.com/office/drawing/2014/main" id="{E09E589F-5CF7-40D5-8147-93F4E8439A3E}"/>
              </a:ext>
            </a:extLst>
          </p:cNvPr>
          <p:cNvSpPr/>
          <p:nvPr/>
        </p:nvSpPr>
        <p:spPr>
          <a:xfrm>
            <a:off x="7475053" y="423974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ình Bầu dục 13">
            <a:extLst>
              <a:ext uri="{FF2B5EF4-FFF2-40B4-BE49-F238E27FC236}">
                <a16:creationId xmlns:a16="http://schemas.microsoft.com/office/drawing/2014/main" id="{FD197754-7570-4B0D-A1D3-04FC0BA1733C}"/>
              </a:ext>
            </a:extLst>
          </p:cNvPr>
          <p:cNvSpPr/>
          <p:nvPr/>
        </p:nvSpPr>
        <p:spPr>
          <a:xfrm>
            <a:off x="8309112" y="423974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8AE151BE-AB98-4C98-9A2D-B15089D51F24}"/>
              </a:ext>
            </a:extLst>
          </p:cNvPr>
          <p:cNvSpPr/>
          <p:nvPr/>
        </p:nvSpPr>
        <p:spPr>
          <a:xfrm>
            <a:off x="9236764" y="423974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Hình Bầu dục 15">
            <a:extLst>
              <a:ext uri="{FF2B5EF4-FFF2-40B4-BE49-F238E27FC236}">
                <a16:creationId xmlns:a16="http://schemas.microsoft.com/office/drawing/2014/main" id="{D7A7CAC1-3B82-4F96-B056-3049C90C0614}"/>
              </a:ext>
            </a:extLst>
          </p:cNvPr>
          <p:cNvSpPr/>
          <p:nvPr/>
        </p:nvSpPr>
        <p:spPr>
          <a:xfrm>
            <a:off x="10070823" y="423974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44C530DC-0F51-4CF7-A37A-4F69B2E3064F}"/>
              </a:ext>
            </a:extLst>
          </p:cNvPr>
          <p:cNvSpPr/>
          <p:nvPr/>
        </p:nvSpPr>
        <p:spPr>
          <a:xfrm>
            <a:off x="9700590" y="3450482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Hình Bầu dục 18">
            <a:extLst>
              <a:ext uri="{FF2B5EF4-FFF2-40B4-BE49-F238E27FC236}">
                <a16:creationId xmlns:a16="http://schemas.microsoft.com/office/drawing/2014/main" id="{4A3EF583-4B67-44CC-8065-52496B760A94}"/>
              </a:ext>
            </a:extLst>
          </p:cNvPr>
          <p:cNvSpPr/>
          <p:nvPr/>
        </p:nvSpPr>
        <p:spPr>
          <a:xfrm>
            <a:off x="7938879" y="5071550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Hình Bầu dục 19">
            <a:extLst>
              <a:ext uri="{FF2B5EF4-FFF2-40B4-BE49-F238E27FC236}">
                <a16:creationId xmlns:a16="http://schemas.microsoft.com/office/drawing/2014/main" id="{25CD0EFC-1170-4743-9A41-C36F6E8C58F0}"/>
              </a:ext>
            </a:extLst>
          </p:cNvPr>
          <p:cNvSpPr/>
          <p:nvPr/>
        </p:nvSpPr>
        <p:spPr>
          <a:xfrm>
            <a:off x="8772938" y="5071551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4537F991-C65D-4B03-AE5C-97BE6A474FA6}"/>
              </a:ext>
            </a:extLst>
          </p:cNvPr>
          <p:cNvSpPr/>
          <p:nvPr/>
        </p:nvSpPr>
        <p:spPr>
          <a:xfrm>
            <a:off x="9700590" y="5071550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ình Bầu dục 21">
            <a:extLst>
              <a:ext uri="{FF2B5EF4-FFF2-40B4-BE49-F238E27FC236}">
                <a16:creationId xmlns:a16="http://schemas.microsoft.com/office/drawing/2014/main" id="{A5D3D17F-020E-4797-890E-D0C6AB4C225D}"/>
              </a:ext>
            </a:extLst>
          </p:cNvPr>
          <p:cNvSpPr/>
          <p:nvPr/>
        </p:nvSpPr>
        <p:spPr>
          <a:xfrm>
            <a:off x="10534649" y="5071550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" name="Hình Bầu dục 24">
            <a:extLst>
              <a:ext uri="{FF2B5EF4-FFF2-40B4-BE49-F238E27FC236}">
                <a16:creationId xmlns:a16="http://schemas.microsoft.com/office/drawing/2014/main" id="{4EFCD2BD-40C3-41AF-9B5E-D352B8592676}"/>
              </a:ext>
            </a:extLst>
          </p:cNvPr>
          <p:cNvSpPr/>
          <p:nvPr/>
        </p:nvSpPr>
        <p:spPr>
          <a:xfrm>
            <a:off x="7011227" y="5071550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6" name="Đường kết nối Mũi tên Thẳng 25">
            <a:extLst>
              <a:ext uri="{FF2B5EF4-FFF2-40B4-BE49-F238E27FC236}">
                <a16:creationId xmlns:a16="http://schemas.microsoft.com/office/drawing/2014/main" id="{0A54138E-56A7-4467-BABD-12083B0E1C4C}"/>
              </a:ext>
            </a:extLst>
          </p:cNvPr>
          <p:cNvCxnSpPr/>
          <p:nvPr/>
        </p:nvCxnSpPr>
        <p:spPr>
          <a:xfrm flipH="1">
            <a:off x="8634618" y="2259581"/>
            <a:ext cx="370233" cy="660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Đường kết nối Mũi tên Thẳng 27">
            <a:extLst>
              <a:ext uri="{FF2B5EF4-FFF2-40B4-BE49-F238E27FC236}">
                <a16:creationId xmlns:a16="http://schemas.microsoft.com/office/drawing/2014/main" id="{4F4C0180-8264-4EFB-B22D-2EFAEB02AABA}"/>
              </a:ext>
            </a:extLst>
          </p:cNvPr>
          <p:cNvCxnSpPr>
            <a:cxnSpLocks/>
          </p:cNvCxnSpPr>
          <p:nvPr/>
        </p:nvCxnSpPr>
        <p:spPr>
          <a:xfrm>
            <a:off x="8627578" y="2919634"/>
            <a:ext cx="377274" cy="757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Đường kết nối Mũi tên Thẳng 30">
            <a:extLst>
              <a:ext uri="{FF2B5EF4-FFF2-40B4-BE49-F238E27FC236}">
                <a16:creationId xmlns:a16="http://schemas.microsoft.com/office/drawing/2014/main" id="{09B8963F-1A76-448F-B78E-619DACF6B96B}"/>
              </a:ext>
            </a:extLst>
          </p:cNvPr>
          <p:cNvCxnSpPr>
            <a:cxnSpLocks/>
          </p:cNvCxnSpPr>
          <p:nvPr/>
        </p:nvCxnSpPr>
        <p:spPr>
          <a:xfrm>
            <a:off x="9049578" y="3684052"/>
            <a:ext cx="454922" cy="826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B025A4A2-3AE0-481D-A5F8-E75CD7A1117E}"/>
              </a:ext>
            </a:extLst>
          </p:cNvPr>
          <p:cNvCxnSpPr>
            <a:cxnSpLocks/>
          </p:cNvCxnSpPr>
          <p:nvPr/>
        </p:nvCxnSpPr>
        <p:spPr>
          <a:xfrm flipH="1">
            <a:off x="9004852" y="4510585"/>
            <a:ext cx="428002" cy="794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C8A9CB46-C07D-419C-9D9D-6DFF2C7F3125}"/>
              </a:ext>
            </a:extLst>
          </p:cNvPr>
          <p:cNvSpPr txBox="1"/>
          <p:nvPr/>
        </p:nvSpPr>
        <p:spPr>
          <a:xfrm>
            <a:off x="8523114" y="5713416"/>
            <a:ext cx="139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More likely</a:t>
            </a:r>
            <a:endParaRPr lang="vi-VN"/>
          </a:p>
        </p:txBody>
      </p:sp>
      <p:sp>
        <p:nvSpPr>
          <p:cNvPr id="38" name="Hộp Văn bản 37">
            <a:extLst>
              <a:ext uri="{FF2B5EF4-FFF2-40B4-BE49-F238E27FC236}">
                <a16:creationId xmlns:a16="http://schemas.microsoft.com/office/drawing/2014/main" id="{5BE22278-0A49-46E2-A45F-41D373759446}"/>
              </a:ext>
            </a:extLst>
          </p:cNvPr>
          <p:cNvSpPr txBox="1"/>
          <p:nvPr/>
        </p:nvSpPr>
        <p:spPr>
          <a:xfrm>
            <a:off x="10363197" y="5713416"/>
            <a:ext cx="139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Unlikely</a:t>
            </a:r>
            <a:endParaRPr lang="vi-VN"/>
          </a:p>
        </p:txBody>
      </p:sp>
      <p:sp>
        <p:nvSpPr>
          <p:cNvPr id="37" name="Chỗ dành sẵn cho Số hiệu Bản chiếu 36">
            <a:extLst>
              <a:ext uri="{FF2B5EF4-FFF2-40B4-BE49-F238E27FC236}">
                <a16:creationId xmlns:a16="http://schemas.microsoft.com/office/drawing/2014/main" id="{D5BE46F8-7E0E-4D8A-86F4-5B83FEB9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9922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Đường nối Thẳng 6">
            <a:extLst>
              <a:ext uri="{FF2B5EF4-FFF2-40B4-BE49-F238E27FC236}">
                <a16:creationId xmlns:a16="http://schemas.microsoft.com/office/drawing/2014/main" id="{AE61587A-4F24-467D-8BCF-DAB3C6AF8288}"/>
              </a:ext>
            </a:extLst>
          </p:cNvPr>
          <p:cNvCxnSpPr/>
          <p:nvPr/>
        </p:nvCxnSpPr>
        <p:spPr>
          <a:xfrm>
            <a:off x="1152939" y="2173357"/>
            <a:ext cx="74344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Đường nối Thẳng 7">
            <a:extLst>
              <a:ext uri="{FF2B5EF4-FFF2-40B4-BE49-F238E27FC236}">
                <a16:creationId xmlns:a16="http://schemas.microsoft.com/office/drawing/2014/main" id="{3A3FEB42-F87B-4722-8A17-789E9CB04DF7}"/>
              </a:ext>
            </a:extLst>
          </p:cNvPr>
          <p:cNvCxnSpPr/>
          <p:nvPr/>
        </p:nvCxnSpPr>
        <p:spPr>
          <a:xfrm>
            <a:off x="1152939" y="2488405"/>
            <a:ext cx="74344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E06F719C-9E9C-4704-B2FB-43FA45AD74C2}"/>
              </a:ext>
            </a:extLst>
          </p:cNvPr>
          <p:cNvCxnSpPr/>
          <p:nvPr/>
        </p:nvCxnSpPr>
        <p:spPr>
          <a:xfrm>
            <a:off x="1152939" y="2799831"/>
            <a:ext cx="74344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êu đề 1">
            <a:extLst>
              <a:ext uri="{FF2B5EF4-FFF2-40B4-BE49-F238E27FC236}">
                <a16:creationId xmlns:a16="http://schemas.microsoft.com/office/drawing/2014/main" id="{550CF6D4-C8B6-48DD-B96F-74C7699AA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walk (using superposition) 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Hình chữ nhật 3">
                <a:extLst>
                  <a:ext uri="{FF2B5EF4-FFF2-40B4-BE49-F238E27FC236}">
                    <a16:creationId xmlns:a16="http://schemas.microsoft.com/office/drawing/2014/main" id="{FF0F45F4-A93E-4E6B-80F0-3F5A9838D775}"/>
                  </a:ext>
                </a:extLst>
              </p:cNvPr>
              <p:cNvSpPr/>
              <p:nvPr/>
            </p:nvSpPr>
            <p:spPr>
              <a:xfrm>
                <a:off x="2915478" y="1825625"/>
                <a:ext cx="1590261" cy="1325563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Incre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4" name="Hình chữ nhật 3">
                <a:extLst>
                  <a:ext uri="{FF2B5EF4-FFF2-40B4-BE49-F238E27FC236}">
                    <a16:creationId xmlns:a16="http://schemas.microsoft.com/office/drawing/2014/main" id="{FF0F45F4-A93E-4E6B-80F0-3F5A9838D7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478" y="1825625"/>
                <a:ext cx="1590261" cy="13255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Hình chữ nhật 4">
                <a:extLst>
                  <a:ext uri="{FF2B5EF4-FFF2-40B4-BE49-F238E27FC236}">
                    <a16:creationId xmlns:a16="http://schemas.microsoft.com/office/drawing/2014/main" id="{FE3C7E6D-1D7E-4FA6-A526-F9AD123FCA0A}"/>
                  </a:ext>
                </a:extLst>
              </p:cNvPr>
              <p:cNvSpPr/>
              <p:nvPr/>
            </p:nvSpPr>
            <p:spPr>
              <a:xfrm>
                <a:off x="5188226" y="1825624"/>
                <a:ext cx="1590261" cy="1325563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Decre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5" name="Hình chữ nhật 4">
                <a:extLst>
                  <a:ext uri="{FF2B5EF4-FFF2-40B4-BE49-F238E27FC236}">
                    <a16:creationId xmlns:a16="http://schemas.microsoft.com/office/drawing/2014/main" id="{FE3C7E6D-1D7E-4FA6-A526-F9AD123FCA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8226" y="1825624"/>
                <a:ext cx="1590261" cy="13255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05C7580-6BB2-4CC1-9ED5-3304D0EA9182}"/>
              </a:ext>
            </a:extLst>
          </p:cNvPr>
          <p:cNvCxnSpPr/>
          <p:nvPr/>
        </p:nvCxnSpPr>
        <p:spPr>
          <a:xfrm>
            <a:off x="1152939" y="4038909"/>
            <a:ext cx="74344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3B670D47-F614-41F0-8ABD-79B1A29AD83C}"/>
              </a:ext>
            </a:extLst>
          </p:cNvPr>
          <p:cNvSpPr/>
          <p:nvPr/>
        </p:nvSpPr>
        <p:spPr>
          <a:xfrm>
            <a:off x="1954696" y="3759285"/>
            <a:ext cx="549966" cy="559248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H</a:t>
            </a:r>
            <a:endParaRPr lang="vi-VN"/>
          </a:p>
        </p:txBody>
      </p:sp>
      <p:cxnSp>
        <p:nvCxnSpPr>
          <p:cNvPr id="12" name="Đường nối Thẳng 11">
            <a:extLst>
              <a:ext uri="{FF2B5EF4-FFF2-40B4-BE49-F238E27FC236}">
                <a16:creationId xmlns:a16="http://schemas.microsoft.com/office/drawing/2014/main" id="{86D6CF22-E129-40F5-AEF1-6CC1F6A3E6A1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710609" y="3151188"/>
            <a:ext cx="0" cy="9069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Đường nối Thẳng 14">
            <a:extLst>
              <a:ext uri="{FF2B5EF4-FFF2-40B4-BE49-F238E27FC236}">
                <a16:creationId xmlns:a16="http://schemas.microsoft.com/office/drawing/2014/main" id="{1137A8D5-D7B1-44DB-B8F9-442ED9F4A8D2}"/>
              </a:ext>
            </a:extLst>
          </p:cNvPr>
          <p:cNvCxnSpPr>
            <a:cxnSpLocks/>
          </p:cNvCxnSpPr>
          <p:nvPr/>
        </p:nvCxnSpPr>
        <p:spPr>
          <a:xfrm>
            <a:off x="5983356" y="3131928"/>
            <a:ext cx="0" cy="9069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Hình Bầu dục 15">
            <a:extLst>
              <a:ext uri="{FF2B5EF4-FFF2-40B4-BE49-F238E27FC236}">
                <a16:creationId xmlns:a16="http://schemas.microsoft.com/office/drawing/2014/main" id="{0E15848C-C376-497F-B348-7A956F7E5401}"/>
              </a:ext>
            </a:extLst>
          </p:cNvPr>
          <p:cNvSpPr/>
          <p:nvPr/>
        </p:nvSpPr>
        <p:spPr>
          <a:xfrm>
            <a:off x="3594654" y="3929579"/>
            <a:ext cx="212033" cy="21865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9F019541-C528-4364-8931-A20C75FC8B83}"/>
              </a:ext>
            </a:extLst>
          </p:cNvPr>
          <p:cNvSpPr/>
          <p:nvPr/>
        </p:nvSpPr>
        <p:spPr>
          <a:xfrm>
            <a:off x="5878998" y="3929579"/>
            <a:ext cx="212033" cy="21865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0" name="Đường kết nối: Mũi tên Gấp khúc 19">
            <a:extLst>
              <a:ext uri="{FF2B5EF4-FFF2-40B4-BE49-F238E27FC236}">
                <a16:creationId xmlns:a16="http://schemas.microsoft.com/office/drawing/2014/main" id="{1C531EF8-60CD-42AE-A61A-30A4A3DE5981}"/>
              </a:ext>
            </a:extLst>
          </p:cNvPr>
          <p:cNvCxnSpPr/>
          <p:nvPr/>
        </p:nvCxnSpPr>
        <p:spPr>
          <a:xfrm>
            <a:off x="4191000" y="3151187"/>
            <a:ext cx="4889500" cy="277813"/>
          </a:xfrm>
          <a:prstGeom prst="bentConnector3">
            <a:avLst>
              <a:gd name="adj1" fmla="val -390"/>
            </a:avLst>
          </a:prstGeom>
          <a:ln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Hộp Văn bản 21">
                <a:extLst>
                  <a:ext uri="{FF2B5EF4-FFF2-40B4-BE49-F238E27FC236}">
                    <a16:creationId xmlns:a16="http://schemas.microsoft.com/office/drawing/2014/main" id="{9408D3D2-664E-4FD5-A119-CE5D16FAFAF3}"/>
                  </a:ext>
                </a:extLst>
              </p:cNvPr>
              <p:cNvSpPr txBox="1"/>
              <p:nvPr/>
            </p:nvSpPr>
            <p:spPr>
              <a:xfrm>
                <a:off x="8795302" y="3039377"/>
                <a:ext cx="287240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001</m:t>
                          </m:r>
                        </m:e>
                      </m:d>
                    </m:oMath>
                  </m:oMathPara>
                </a14:m>
                <a:endParaRPr lang="en-US" b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→|011⟩</m:t>
                      </m:r>
                    </m:oMath>
                  </m:oMathPara>
                </a14:m>
                <a:endParaRPr lang="en-US"/>
              </a:p>
              <a:p>
                <a:pPr algn="ctr"/>
                <a:r>
                  <a:rPr lang="en-US"/>
                  <a:t>…</a:t>
                </a:r>
              </a:p>
            </p:txBody>
          </p:sp>
        </mc:Choice>
        <mc:Fallback xmlns="">
          <p:sp>
            <p:nvSpPr>
              <p:cNvPr id="22" name="Hộp Văn bản 21">
                <a:extLst>
                  <a:ext uri="{FF2B5EF4-FFF2-40B4-BE49-F238E27FC236}">
                    <a16:creationId xmlns:a16="http://schemas.microsoft.com/office/drawing/2014/main" id="{9408D3D2-664E-4FD5-A119-CE5D16FAF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5302" y="3039377"/>
                <a:ext cx="2872409" cy="923330"/>
              </a:xfrm>
              <a:prstGeom prst="rect">
                <a:avLst/>
              </a:prstGeom>
              <a:blipFill>
                <a:blip r:embed="rId5"/>
                <a:stretch>
                  <a:fillRect b="-993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hỗ dành sẵn cho Số hiệu Bản chiếu 22">
            <a:extLst>
              <a:ext uri="{FF2B5EF4-FFF2-40B4-BE49-F238E27FC236}">
                <a16:creationId xmlns:a16="http://schemas.microsoft.com/office/drawing/2014/main" id="{83932E58-C761-41F2-8273-4453AC55C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4</a:t>
            </a:fld>
            <a:endParaRPr lang="vi-VN"/>
          </a:p>
        </p:txBody>
      </p:sp>
      <p:pic>
        <p:nvPicPr>
          <p:cNvPr id="25" name="Hình ảnh 24">
            <a:extLst>
              <a:ext uri="{FF2B5EF4-FFF2-40B4-BE49-F238E27FC236}">
                <a16:creationId xmlns:a16="http://schemas.microsoft.com/office/drawing/2014/main" id="{D03EB3B2-E650-4197-B0EA-23E78E8348F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428" t="54051" r="24693" b="35983"/>
          <a:stretch/>
        </p:blipFill>
        <p:spPr>
          <a:xfrm>
            <a:off x="996114" y="4998362"/>
            <a:ext cx="7368773" cy="75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92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96EEF94-ABE3-4C1C-9FEC-AE377EF09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89F6A7-B042-4A76-8DCC-54789D2DBE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4576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Paranormal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889F6A7-B042-4A76-8DCC-54789D2DBE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45765" cy="4351338"/>
              </a:xfrm>
              <a:blipFill>
                <a:blip r:embed="rId2"/>
                <a:stretch>
                  <a:fillRect l="-2539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hỗ dành sẵn cho Nội dung 2">
                <a:extLst>
                  <a:ext uri="{FF2B5EF4-FFF2-40B4-BE49-F238E27FC236}">
                    <a16:creationId xmlns:a16="http://schemas.microsoft.com/office/drawing/2014/main" id="{21C99F85-A125-48A6-B3D6-455496B241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53126" y="1460172"/>
                <a:ext cx="5045765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/>
                  <a:t>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6" name="Chỗ dành sẵn cho Nội dung 2">
                <a:extLst>
                  <a:ext uri="{FF2B5EF4-FFF2-40B4-BE49-F238E27FC236}">
                    <a16:creationId xmlns:a16="http://schemas.microsoft.com/office/drawing/2014/main" id="{21C99F85-A125-48A6-B3D6-455496B24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126" y="1460172"/>
                <a:ext cx="5045765" cy="4351338"/>
              </a:xfrm>
              <a:prstGeom prst="rect">
                <a:avLst/>
              </a:prstGeom>
              <a:blipFill>
                <a:blip r:embed="rId3"/>
                <a:stretch>
                  <a:fillRect l="-2415" t="-238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831A033-A0AB-485D-979F-7D47B95B29BE}"/>
              </a:ext>
            </a:extLst>
          </p:cNvPr>
          <p:cNvSpPr/>
          <p:nvPr/>
        </p:nvSpPr>
        <p:spPr>
          <a:xfrm>
            <a:off x="8818027" y="212022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Hình Bầu dục 8">
            <a:extLst>
              <a:ext uri="{FF2B5EF4-FFF2-40B4-BE49-F238E27FC236}">
                <a16:creationId xmlns:a16="http://schemas.microsoft.com/office/drawing/2014/main" id="{C53A356B-4D05-452A-8BF2-844182AF6788}"/>
              </a:ext>
            </a:extLst>
          </p:cNvPr>
          <p:cNvSpPr/>
          <p:nvPr/>
        </p:nvSpPr>
        <p:spPr>
          <a:xfrm>
            <a:off x="8447794" y="2780279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Hình Bầu dục 9">
            <a:extLst>
              <a:ext uri="{FF2B5EF4-FFF2-40B4-BE49-F238E27FC236}">
                <a16:creationId xmlns:a16="http://schemas.microsoft.com/office/drawing/2014/main" id="{B6173152-10EE-4DD1-BBCC-BFF4E552B698}"/>
              </a:ext>
            </a:extLst>
          </p:cNvPr>
          <p:cNvSpPr/>
          <p:nvPr/>
        </p:nvSpPr>
        <p:spPr>
          <a:xfrm>
            <a:off x="9281853" y="2780279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5CC1E331-0EB0-4876-82E2-6EEEFD724F2F}"/>
              </a:ext>
            </a:extLst>
          </p:cNvPr>
          <p:cNvSpPr/>
          <p:nvPr/>
        </p:nvSpPr>
        <p:spPr>
          <a:xfrm>
            <a:off x="7983968" y="3544697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Hình Bầu dục 11">
            <a:extLst>
              <a:ext uri="{FF2B5EF4-FFF2-40B4-BE49-F238E27FC236}">
                <a16:creationId xmlns:a16="http://schemas.microsoft.com/office/drawing/2014/main" id="{5521058B-3CDF-404D-83BE-184A2E2535C1}"/>
              </a:ext>
            </a:extLst>
          </p:cNvPr>
          <p:cNvSpPr/>
          <p:nvPr/>
        </p:nvSpPr>
        <p:spPr>
          <a:xfrm>
            <a:off x="8818027" y="3544697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ình Bầu dục 12">
            <a:extLst>
              <a:ext uri="{FF2B5EF4-FFF2-40B4-BE49-F238E27FC236}">
                <a16:creationId xmlns:a16="http://schemas.microsoft.com/office/drawing/2014/main" id="{E09E589F-5CF7-40D5-8147-93F4E8439A3E}"/>
              </a:ext>
            </a:extLst>
          </p:cNvPr>
          <p:cNvSpPr/>
          <p:nvPr/>
        </p:nvSpPr>
        <p:spPr>
          <a:xfrm>
            <a:off x="7520142" y="433395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ình Bầu dục 13">
            <a:extLst>
              <a:ext uri="{FF2B5EF4-FFF2-40B4-BE49-F238E27FC236}">
                <a16:creationId xmlns:a16="http://schemas.microsoft.com/office/drawing/2014/main" id="{FD197754-7570-4B0D-A1D3-04FC0BA1733C}"/>
              </a:ext>
            </a:extLst>
          </p:cNvPr>
          <p:cNvSpPr/>
          <p:nvPr/>
        </p:nvSpPr>
        <p:spPr>
          <a:xfrm>
            <a:off x="8354201" y="433395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8AE151BE-AB98-4C98-9A2D-B15089D51F24}"/>
              </a:ext>
            </a:extLst>
          </p:cNvPr>
          <p:cNvSpPr/>
          <p:nvPr/>
        </p:nvSpPr>
        <p:spPr>
          <a:xfrm>
            <a:off x="9281853" y="433395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Hình Bầu dục 15">
            <a:extLst>
              <a:ext uri="{FF2B5EF4-FFF2-40B4-BE49-F238E27FC236}">
                <a16:creationId xmlns:a16="http://schemas.microsoft.com/office/drawing/2014/main" id="{D7A7CAC1-3B82-4F96-B056-3049C90C0614}"/>
              </a:ext>
            </a:extLst>
          </p:cNvPr>
          <p:cNvSpPr/>
          <p:nvPr/>
        </p:nvSpPr>
        <p:spPr>
          <a:xfrm>
            <a:off x="10115912" y="433395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44C530DC-0F51-4CF7-A37A-4F69B2E3064F}"/>
              </a:ext>
            </a:extLst>
          </p:cNvPr>
          <p:cNvSpPr/>
          <p:nvPr/>
        </p:nvSpPr>
        <p:spPr>
          <a:xfrm>
            <a:off x="9745679" y="3544697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Hình Bầu dục 18">
            <a:extLst>
              <a:ext uri="{FF2B5EF4-FFF2-40B4-BE49-F238E27FC236}">
                <a16:creationId xmlns:a16="http://schemas.microsoft.com/office/drawing/2014/main" id="{4A3EF583-4B67-44CC-8065-52496B760A94}"/>
              </a:ext>
            </a:extLst>
          </p:cNvPr>
          <p:cNvSpPr/>
          <p:nvPr/>
        </p:nvSpPr>
        <p:spPr>
          <a:xfrm>
            <a:off x="7983968" y="5165765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Hình Bầu dục 19">
            <a:extLst>
              <a:ext uri="{FF2B5EF4-FFF2-40B4-BE49-F238E27FC236}">
                <a16:creationId xmlns:a16="http://schemas.microsoft.com/office/drawing/2014/main" id="{25CD0EFC-1170-4743-9A41-C36F6E8C58F0}"/>
              </a:ext>
            </a:extLst>
          </p:cNvPr>
          <p:cNvSpPr/>
          <p:nvPr/>
        </p:nvSpPr>
        <p:spPr>
          <a:xfrm>
            <a:off x="8818027" y="5165766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4537F991-C65D-4B03-AE5C-97BE6A474FA6}"/>
              </a:ext>
            </a:extLst>
          </p:cNvPr>
          <p:cNvSpPr/>
          <p:nvPr/>
        </p:nvSpPr>
        <p:spPr>
          <a:xfrm>
            <a:off x="9745679" y="5165765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ình Bầu dục 21">
            <a:extLst>
              <a:ext uri="{FF2B5EF4-FFF2-40B4-BE49-F238E27FC236}">
                <a16:creationId xmlns:a16="http://schemas.microsoft.com/office/drawing/2014/main" id="{A5D3D17F-020E-4797-890E-D0C6AB4C225D}"/>
              </a:ext>
            </a:extLst>
          </p:cNvPr>
          <p:cNvSpPr/>
          <p:nvPr/>
        </p:nvSpPr>
        <p:spPr>
          <a:xfrm>
            <a:off x="10579738" y="5165765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" name="Hình Bầu dục 24">
            <a:extLst>
              <a:ext uri="{FF2B5EF4-FFF2-40B4-BE49-F238E27FC236}">
                <a16:creationId xmlns:a16="http://schemas.microsoft.com/office/drawing/2014/main" id="{4EFCD2BD-40C3-41AF-9B5E-D352B8592676}"/>
              </a:ext>
            </a:extLst>
          </p:cNvPr>
          <p:cNvSpPr/>
          <p:nvPr/>
        </p:nvSpPr>
        <p:spPr>
          <a:xfrm>
            <a:off x="7056316" y="5165765"/>
            <a:ext cx="463826" cy="4671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6" name="Đường kết nối Mũi tên Thẳng 25">
            <a:extLst>
              <a:ext uri="{FF2B5EF4-FFF2-40B4-BE49-F238E27FC236}">
                <a16:creationId xmlns:a16="http://schemas.microsoft.com/office/drawing/2014/main" id="{0A54138E-56A7-4467-BABD-12083B0E1C4C}"/>
              </a:ext>
            </a:extLst>
          </p:cNvPr>
          <p:cNvCxnSpPr/>
          <p:nvPr/>
        </p:nvCxnSpPr>
        <p:spPr>
          <a:xfrm flipH="1">
            <a:off x="8679707" y="2353796"/>
            <a:ext cx="370233" cy="66005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Đường kết nối Mũi tên Thẳng 27">
            <a:extLst>
              <a:ext uri="{FF2B5EF4-FFF2-40B4-BE49-F238E27FC236}">
                <a16:creationId xmlns:a16="http://schemas.microsoft.com/office/drawing/2014/main" id="{4F4C0180-8264-4EFB-B22D-2EFAEB02AABA}"/>
              </a:ext>
            </a:extLst>
          </p:cNvPr>
          <p:cNvCxnSpPr>
            <a:cxnSpLocks/>
          </p:cNvCxnSpPr>
          <p:nvPr/>
        </p:nvCxnSpPr>
        <p:spPr>
          <a:xfrm>
            <a:off x="8672667" y="3013849"/>
            <a:ext cx="377274" cy="757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Đường kết nối Mũi tên Thẳng 30">
            <a:extLst>
              <a:ext uri="{FF2B5EF4-FFF2-40B4-BE49-F238E27FC236}">
                <a16:creationId xmlns:a16="http://schemas.microsoft.com/office/drawing/2014/main" id="{09B8963F-1A76-448F-B78E-619DACF6B96B}"/>
              </a:ext>
            </a:extLst>
          </p:cNvPr>
          <p:cNvCxnSpPr>
            <a:cxnSpLocks/>
          </p:cNvCxnSpPr>
          <p:nvPr/>
        </p:nvCxnSpPr>
        <p:spPr>
          <a:xfrm>
            <a:off x="9094667" y="3778267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B025A4A2-3AE0-481D-A5F8-E75CD7A1117E}"/>
              </a:ext>
            </a:extLst>
          </p:cNvPr>
          <p:cNvCxnSpPr>
            <a:cxnSpLocks/>
          </p:cNvCxnSpPr>
          <p:nvPr/>
        </p:nvCxnSpPr>
        <p:spPr>
          <a:xfrm flipH="1">
            <a:off x="9049941" y="4604800"/>
            <a:ext cx="428002" cy="79453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C8A9CB46-C07D-419C-9D9D-6DFF2C7F3125}"/>
              </a:ext>
            </a:extLst>
          </p:cNvPr>
          <p:cNvSpPr txBox="1"/>
          <p:nvPr/>
        </p:nvSpPr>
        <p:spPr>
          <a:xfrm>
            <a:off x="8767915" y="5807631"/>
            <a:ext cx="139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Unlikely</a:t>
            </a:r>
            <a:endParaRPr lang="vi-VN"/>
          </a:p>
        </p:txBody>
      </p:sp>
      <p:sp>
        <p:nvSpPr>
          <p:cNvPr id="38" name="Hộp Văn bản 37">
            <a:extLst>
              <a:ext uri="{FF2B5EF4-FFF2-40B4-BE49-F238E27FC236}">
                <a16:creationId xmlns:a16="http://schemas.microsoft.com/office/drawing/2014/main" id="{5BE22278-0A49-46E2-A45F-41D373759446}"/>
              </a:ext>
            </a:extLst>
          </p:cNvPr>
          <p:cNvSpPr txBox="1"/>
          <p:nvPr/>
        </p:nvSpPr>
        <p:spPr>
          <a:xfrm>
            <a:off x="10408286" y="5807631"/>
            <a:ext cx="139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More likely</a:t>
            </a:r>
            <a:endParaRPr lang="vi-VN"/>
          </a:p>
        </p:txBody>
      </p:sp>
      <p:cxnSp>
        <p:nvCxnSpPr>
          <p:cNvPr id="29" name="Đường kết nối Mũi tên Thẳng 28">
            <a:extLst>
              <a:ext uri="{FF2B5EF4-FFF2-40B4-BE49-F238E27FC236}">
                <a16:creationId xmlns:a16="http://schemas.microsoft.com/office/drawing/2014/main" id="{D7C9A4CD-69BD-4201-AE4D-29B9D15E1126}"/>
              </a:ext>
            </a:extLst>
          </p:cNvPr>
          <p:cNvCxnSpPr/>
          <p:nvPr/>
        </p:nvCxnSpPr>
        <p:spPr>
          <a:xfrm flipH="1">
            <a:off x="8262123" y="3090633"/>
            <a:ext cx="370233" cy="66005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607D0CB3-1500-4389-B75F-AD863ED445A7}"/>
              </a:ext>
            </a:extLst>
          </p:cNvPr>
          <p:cNvCxnSpPr/>
          <p:nvPr/>
        </p:nvCxnSpPr>
        <p:spPr>
          <a:xfrm flipH="1">
            <a:off x="7835296" y="3842871"/>
            <a:ext cx="370233" cy="66005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Đường kết nối Mũi tên Thẳng 31">
            <a:extLst>
              <a:ext uri="{FF2B5EF4-FFF2-40B4-BE49-F238E27FC236}">
                <a16:creationId xmlns:a16="http://schemas.microsoft.com/office/drawing/2014/main" id="{96427FD5-BF8B-480C-88FD-5480375CBA01}"/>
              </a:ext>
            </a:extLst>
          </p:cNvPr>
          <p:cNvCxnSpPr>
            <a:cxnSpLocks/>
          </p:cNvCxnSpPr>
          <p:nvPr/>
        </p:nvCxnSpPr>
        <p:spPr>
          <a:xfrm flipH="1">
            <a:off x="7342496" y="4584816"/>
            <a:ext cx="430402" cy="76479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Đường kết nối Mũi tên Thẳng 32">
            <a:extLst>
              <a:ext uri="{FF2B5EF4-FFF2-40B4-BE49-F238E27FC236}">
                <a16:creationId xmlns:a16="http://schemas.microsoft.com/office/drawing/2014/main" id="{DBF5BFBC-D42D-4DA8-B01E-3C2C04A15DAF}"/>
              </a:ext>
            </a:extLst>
          </p:cNvPr>
          <p:cNvCxnSpPr>
            <a:cxnSpLocks/>
          </p:cNvCxnSpPr>
          <p:nvPr/>
        </p:nvCxnSpPr>
        <p:spPr>
          <a:xfrm flipH="1">
            <a:off x="8223332" y="4631591"/>
            <a:ext cx="311566" cy="73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71AA9D23-1AC1-4D3D-AD25-E248D3A0B599}"/>
              </a:ext>
            </a:extLst>
          </p:cNvPr>
          <p:cNvCxnSpPr>
            <a:cxnSpLocks/>
          </p:cNvCxnSpPr>
          <p:nvPr/>
        </p:nvCxnSpPr>
        <p:spPr>
          <a:xfrm flipH="1">
            <a:off x="8643884" y="3818265"/>
            <a:ext cx="311566" cy="73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FB4C7293-3176-4C60-B12D-1FE6DEAA9770}"/>
              </a:ext>
            </a:extLst>
          </p:cNvPr>
          <p:cNvCxnSpPr>
            <a:cxnSpLocks/>
          </p:cNvCxnSpPr>
          <p:nvPr/>
        </p:nvCxnSpPr>
        <p:spPr>
          <a:xfrm flipH="1">
            <a:off x="9594242" y="3755276"/>
            <a:ext cx="311566" cy="73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Đường kết nối Mũi tên Thẳng 38">
            <a:extLst>
              <a:ext uri="{FF2B5EF4-FFF2-40B4-BE49-F238E27FC236}">
                <a16:creationId xmlns:a16="http://schemas.microsoft.com/office/drawing/2014/main" id="{79BBE65F-F1FB-41DA-AECB-16B9F62E57F9}"/>
              </a:ext>
            </a:extLst>
          </p:cNvPr>
          <p:cNvCxnSpPr>
            <a:cxnSpLocks/>
          </p:cNvCxnSpPr>
          <p:nvPr/>
        </p:nvCxnSpPr>
        <p:spPr>
          <a:xfrm flipH="1">
            <a:off x="9987322" y="4617257"/>
            <a:ext cx="311566" cy="73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Đường kết nối Mũi tên Thẳng 39">
            <a:extLst>
              <a:ext uri="{FF2B5EF4-FFF2-40B4-BE49-F238E27FC236}">
                <a16:creationId xmlns:a16="http://schemas.microsoft.com/office/drawing/2014/main" id="{C5A4DA36-EA40-48FB-BB6E-E26E9936F3D0}"/>
              </a:ext>
            </a:extLst>
          </p:cNvPr>
          <p:cNvCxnSpPr>
            <a:cxnSpLocks/>
          </p:cNvCxnSpPr>
          <p:nvPr/>
        </p:nvCxnSpPr>
        <p:spPr>
          <a:xfrm flipH="1">
            <a:off x="9164720" y="2929133"/>
            <a:ext cx="311566" cy="7323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ADB63264-41F8-4388-9F2E-E85DCC5658BB}"/>
              </a:ext>
            </a:extLst>
          </p:cNvPr>
          <p:cNvCxnSpPr>
            <a:cxnSpLocks/>
          </p:cNvCxnSpPr>
          <p:nvPr/>
        </p:nvCxnSpPr>
        <p:spPr>
          <a:xfrm>
            <a:off x="8229754" y="3862572"/>
            <a:ext cx="377274" cy="757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Đường kết nối Mũi tên Thẳng 41">
            <a:extLst>
              <a:ext uri="{FF2B5EF4-FFF2-40B4-BE49-F238E27FC236}">
                <a16:creationId xmlns:a16="http://schemas.microsoft.com/office/drawing/2014/main" id="{43C60605-29D3-4320-88E8-FB967CEAA98F}"/>
              </a:ext>
            </a:extLst>
          </p:cNvPr>
          <p:cNvCxnSpPr>
            <a:cxnSpLocks/>
          </p:cNvCxnSpPr>
          <p:nvPr/>
        </p:nvCxnSpPr>
        <p:spPr>
          <a:xfrm>
            <a:off x="8651754" y="4626990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Đường kết nối Mũi tên Thẳng 42">
            <a:extLst>
              <a:ext uri="{FF2B5EF4-FFF2-40B4-BE49-F238E27FC236}">
                <a16:creationId xmlns:a16="http://schemas.microsoft.com/office/drawing/2014/main" id="{62348DE3-D9EA-49E2-B038-CD5599286246}"/>
              </a:ext>
            </a:extLst>
          </p:cNvPr>
          <p:cNvCxnSpPr>
            <a:cxnSpLocks/>
          </p:cNvCxnSpPr>
          <p:nvPr/>
        </p:nvCxnSpPr>
        <p:spPr>
          <a:xfrm>
            <a:off x="9130696" y="2265090"/>
            <a:ext cx="377274" cy="757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Đường kết nối Mũi tên Thẳng 43">
            <a:extLst>
              <a:ext uri="{FF2B5EF4-FFF2-40B4-BE49-F238E27FC236}">
                <a16:creationId xmlns:a16="http://schemas.microsoft.com/office/drawing/2014/main" id="{6534866F-AD6D-4C76-BB16-F95A23BF11B3}"/>
              </a:ext>
            </a:extLst>
          </p:cNvPr>
          <p:cNvCxnSpPr>
            <a:cxnSpLocks/>
          </p:cNvCxnSpPr>
          <p:nvPr/>
        </p:nvCxnSpPr>
        <p:spPr>
          <a:xfrm>
            <a:off x="9552696" y="3029508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7821BAD0-1AA5-4B9F-AA13-8D82BF2AD974}"/>
              </a:ext>
            </a:extLst>
          </p:cNvPr>
          <p:cNvCxnSpPr>
            <a:cxnSpLocks/>
          </p:cNvCxnSpPr>
          <p:nvPr/>
        </p:nvCxnSpPr>
        <p:spPr>
          <a:xfrm>
            <a:off x="10005752" y="3867394"/>
            <a:ext cx="377274" cy="757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Đường kết nối Mũi tên Thẳng 45">
            <a:extLst>
              <a:ext uri="{FF2B5EF4-FFF2-40B4-BE49-F238E27FC236}">
                <a16:creationId xmlns:a16="http://schemas.microsoft.com/office/drawing/2014/main" id="{DF291E54-63A2-4210-97A9-20C279D7929C}"/>
              </a:ext>
            </a:extLst>
          </p:cNvPr>
          <p:cNvCxnSpPr>
            <a:cxnSpLocks/>
          </p:cNvCxnSpPr>
          <p:nvPr/>
        </p:nvCxnSpPr>
        <p:spPr>
          <a:xfrm>
            <a:off x="10427752" y="4631812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Đường kết nối Mũi tên Thẳng 46">
            <a:extLst>
              <a:ext uri="{FF2B5EF4-FFF2-40B4-BE49-F238E27FC236}">
                <a16:creationId xmlns:a16="http://schemas.microsoft.com/office/drawing/2014/main" id="{8DA1B678-BFB3-4435-8AA4-3957FE443589}"/>
              </a:ext>
            </a:extLst>
          </p:cNvPr>
          <p:cNvCxnSpPr>
            <a:cxnSpLocks/>
          </p:cNvCxnSpPr>
          <p:nvPr/>
        </p:nvCxnSpPr>
        <p:spPr>
          <a:xfrm>
            <a:off x="7774832" y="4572802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Đường kết nối Mũi tên Thẳng 47">
            <a:extLst>
              <a:ext uri="{FF2B5EF4-FFF2-40B4-BE49-F238E27FC236}">
                <a16:creationId xmlns:a16="http://schemas.microsoft.com/office/drawing/2014/main" id="{93A04840-C830-47B5-9A0A-B58935AF7989}"/>
              </a:ext>
            </a:extLst>
          </p:cNvPr>
          <p:cNvCxnSpPr>
            <a:cxnSpLocks/>
          </p:cNvCxnSpPr>
          <p:nvPr/>
        </p:nvCxnSpPr>
        <p:spPr>
          <a:xfrm>
            <a:off x="9563149" y="4596701"/>
            <a:ext cx="454922" cy="826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50" name="Picture 2" descr="png">
            <a:extLst>
              <a:ext uri="{FF2B5EF4-FFF2-40B4-BE49-F238E27FC236}">
                <a16:creationId xmlns:a16="http://schemas.microsoft.com/office/drawing/2014/main" id="{91E01D17-50FF-4633-830B-10B061490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91" y="2560678"/>
            <a:ext cx="5204634" cy="3441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hỗ dành sẵn cho Số hiệu Bản chiếu 7">
            <a:extLst>
              <a:ext uri="{FF2B5EF4-FFF2-40B4-BE49-F238E27FC236}">
                <a16:creationId xmlns:a16="http://schemas.microsoft.com/office/drawing/2014/main" id="{790BE0A5-E81E-45DF-8EA3-B1BF6DE23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26010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6AC060B-274B-4B30-97DD-FB4E7B51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938453C-3F32-4C5F-B6D0-53B591DFF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Quantum walk is described as product of 2 unitary operator: coin flip operator &amp; shift operator 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7FD24C9-8EFE-469D-90C3-30397E352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17191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Hình ảnh 11">
            <a:extLst>
              <a:ext uri="{FF2B5EF4-FFF2-40B4-BE49-F238E27FC236}">
                <a16:creationId xmlns:a16="http://schemas.microsoft.com/office/drawing/2014/main" id="{A826116F-C8D6-4CDA-9E22-AB03BD3F74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98" t="17364" r="36776" b="12905"/>
          <a:stretch/>
        </p:blipFill>
        <p:spPr>
          <a:xfrm>
            <a:off x="8377766" y="1186971"/>
            <a:ext cx="300016" cy="593883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Spatial search (discrete time) – face with large graph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846983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Assume that we have a complete graph with 4 nodes.</a:t>
                </a:r>
              </a:p>
              <a:p>
                <a:pPr marL="0" indent="0">
                  <a:buNone/>
                </a:pPr>
                <a:r>
                  <a:rPr lang="en-US"/>
                  <a:t>One approach is using random walk.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Note that:</a:t>
                </a:r>
              </a:p>
              <a:p>
                <a:pPr marL="0" indent="0">
                  <a:buNone/>
                </a:pPr>
                <a:r>
                  <a:rPr lang="en-US"/>
                  <a:t>Walker must be in somewhere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𝑝𝑟𝑜𝑏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846983" cy="4351338"/>
              </a:xfrm>
              <a:blipFill>
                <a:blip r:embed="rId3"/>
                <a:stretch>
                  <a:fillRect l="-2642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hỗ dành sẵn cho Số hiệu Bản chiếu 7">
            <a:extLst>
              <a:ext uri="{FF2B5EF4-FFF2-40B4-BE49-F238E27FC236}">
                <a16:creationId xmlns:a16="http://schemas.microsoft.com/office/drawing/2014/main" id="{9EF332C5-B0CC-4C53-97F2-248F2BFC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7</a:t>
            </a:fld>
            <a:endParaRPr lang="vi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BBD1BC-8B27-A1F9-76CE-5D84CE68F9CA}"/>
              </a:ext>
            </a:extLst>
          </p:cNvPr>
          <p:cNvSpPr txBox="1"/>
          <p:nvPr/>
        </p:nvSpPr>
        <p:spPr>
          <a:xfrm>
            <a:off x="10863146" y="3231082"/>
            <a:ext cx="981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2392119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407173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Initial state: ¼ at all node</a:t>
                </a:r>
              </a:p>
              <a:p>
                <a:pPr marL="0" indent="0">
                  <a:buNone/>
                </a:pPr>
                <a:r>
                  <a:rPr lang="en-US"/>
                  <a:t>At step k: jump to other random nodes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Prob(1) = Prob(2) = Prob(3) = Prob(4)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4071730" cy="4351338"/>
              </a:xfrm>
              <a:blipFill>
                <a:blip r:embed="rId2"/>
                <a:stretch>
                  <a:fillRect l="-3148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8057322" y="544547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7322" y="544547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548B9277-4A81-438F-876A-8241EAB48EBF}"/>
                  </a:ext>
                </a:extLst>
              </p:cNvPr>
              <p:cNvSpPr txBox="1"/>
              <p:nvPr/>
            </p:nvSpPr>
            <p:spPr>
              <a:xfrm>
                <a:off x="8057322" y="5785061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548B9277-4A81-438F-876A-8241EAB48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7322" y="5785061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D0FB004E-BC38-4B2A-9532-E6D1E6856A13}"/>
                  </a:ext>
                </a:extLst>
              </p:cNvPr>
              <p:cNvSpPr txBox="1"/>
              <p:nvPr/>
            </p:nvSpPr>
            <p:spPr>
              <a:xfrm>
                <a:off x="5261113" y="303709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17" name="Hộp Văn bản 16">
                <a:extLst>
                  <a:ext uri="{FF2B5EF4-FFF2-40B4-BE49-F238E27FC236}">
                    <a16:creationId xmlns:a16="http://schemas.microsoft.com/office/drawing/2014/main" id="{D0FB004E-BC38-4B2A-9532-E6D1E6856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113" y="3037098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997F51D2-915E-45AF-9777-F9364E011F10}"/>
                  </a:ext>
                </a:extLst>
              </p:cNvPr>
              <p:cNvSpPr txBox="1"/>
              <p:nvPr/>
            </p:nvSpPr>
            <p:spPr>
              <a:xfrm>
                <a:off x="10840280" y="303709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18" name="Hộp Văn bản 17">
                <a:extLst>
                  <a:ext uri="{FF2B5EF4-FFF2-40B4-BE49-F238E27FC236}">
                    <a16:creationId xmlns:a16="http://schemas.microsoft.com/office/drawing/2014/main" id="{997F51D2-915E-45AF-9777-F9364E011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0280" y="3037098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  <a:endCxn id="18" idx="1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157EA582-F420-4EB0-9125-C1FD5BEFEF2B}"/>
              </a:ext>
            </a:extLst>
          </p:cNvPr>
          <p:cNvSpPr txBox="1"/>
          <p:nvPr/>
        </p:nvSpPr>
        <p:spPr>
          <a:xfrm>
            <a:off x="10704444" y="1998139"/>
            <a:ext cx="1398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Acts as absorb node</a:t>
            </a:r>
            <a:endParaRPr lang="vi-VN"/>
          </a:p>
        </p:txBody>
      </p:sp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709B8F26-83B1-4733-8E78-285521A4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95936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9730584-F1CB-40F7-BA77-EFE205355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5311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At step 1: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F4F0A7A1-4C0C-4839-8A9B-1D16CE38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9047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9730584-F1CB-40F7-BA77-EFE205355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5311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When done step 1: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Prob(1) = Prob(3) = Prob(4) = 1/12*2 = 1/6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Prob(2) = 1/4+1/12*3 = 1/2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/>
              <p:nvPr/>
            </p:nvSpPr>
            <p:spPr>
              <a:xfrm>
                <a:off x="8087139" y="569898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698984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ED3F1501-ABE8-4322-BF12-9800D1258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00627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9730584-F1CB-40F7-BA77-EFE205355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5311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At step 2: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9BF078AB-C9D4-4634-A717-03C585C27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64742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9730584-F1CB-40F7-BA77-EFE205355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5311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When done step 2: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Prob(1) = Prob(3)= Prob(4) 1/18*2=1/9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Prob(2) = 1/2+1/18*3=2/3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/>
              <p:nvPr/>
            </p:nvSpPr>
            <p:spPr>
              <a:xfrm>
                <a:off x="8087139" y="569898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698984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61EAD8B3-E959-40F7-9B9A-F0797BD96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78868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9730584-F1CB-40F7-BA77-EFE205355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5311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At step 3: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783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7838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7838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ECCBF69C-1021-4359-A204-C93359E6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13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3049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9730584-F1CB-40F7-BA77-EFE205355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5311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When done step 3: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Prob(1) = Prob(3)= Prob(4) 1/27*2=2/27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Prob(2) = 2/3+1/27*3=7/9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39928"/>
                <a:ext cx="940904" cy="783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Đường kết nối: Cong 11">
            <a:extLst>
              <a:ext uri="{FF2B5EF4-FFF2-40B4-BE49-F238E27FC236}">
                <a16:creationId xmlns:a16="http://schemas.microsoft.com/office/drawing/2014/main" id="{CC2CDC6F-D2EE-47BC-90A7-FC79D02BA02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H="1">
            <a:off x="10379766" y="2968487"/>
            <a:ext cx="477078" cy="443949"/>
          </a:xfrm>
          <a:prstGeom prst="curvedConnector4">
            <a:avLst>
              <a:gd name="adj1" fmla="val -47917"/>
              <a:gd name="adj2" fmla="val 15298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739" y="3023846"/>
                <a:ext cx="940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1051485" y="2965174"/>
                <a:ext cx="940904" cy="783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1485" y="2965174"/>
                <a:ext cx="940904" cy="7837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/>
              <p:nvPr/>
            </p:nvSpPr>
            <p:spPr>
              <a:xfrm>
                <a:off x="8087139" y="5698984"/>
                <a:ext cx="940904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2EF752FF-19B5-4D00-AF85-E37F5CB7A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39" y="5698984"/>
                <a:ext cx="940904" cy="7861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8CEF8962-AC60-4E08-AE83-E8FD385BE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14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28630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4F870A8-6CCC-49C9-90B7-A824D6802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Random walk</a:t>
            </a:r>
            <a:endParaRPr lang="vi-VN"/>
          </a:p>
        </p:txBody>
      </p:sp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875B2ADD-B0C9-4A04-A0D5-6FF558640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433" t="40642" r="32035" b="8281"/>
          <a:stretch/>
        </p:blipFill>
        <p:spPr>
          <a:xfrm>
            <a:off x="838200" y="1690688"/>
            <a:ext cx="6244778" cy="3186112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6942EA6-97A4-4021-A53E-68616161ADA8}"/>
                  </a:ext>
                </a:extLst>
              </p:cNvPr>
              <p:cNvSpPr txBox="1"/>
              <p:nvPr/>
            </p:nvSpPr>
            <p:spPr>
              <a:xfrm>
                <a:off x="7442200" y="1905000"/>
                <a:ext cx="4064000" cy="2109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Prob(Success) at time t =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sz="2800"/>
              </a:p>
              <a:p>
                <a:endParaRPr lang="en-US" sz="2800"/>
              </a:p>
              <a:p>
                <a:r>
                  <a:rPr lang="en-US" sz="2800"/>
                  <a:t>Runtime: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vi-VN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6942EA6-97A4-4021-A53E-68616161A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200" y="1905000"/>
                <a:ext cx="4064000" cy="2109680"/>
              </a:xfrm>
              <a:prstGeom prst="rect">
                <a:avLst/>
              </a:prstGeom>
              <a:blipFill>
                <a:blip r:embed="rId3"/>
                <a:stretch>
                  <a:fillRect l="-3148" t="-2890" b="-722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E45699BA-3936-4F5C-A44B-1C377A368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15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40427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EBC716A-C7CE-499C-AC91-0C0DBB9E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2A15F07-DF3C-49AD-9523-61F458A682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292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Change 4 probs to 12 amplitudes of a wave function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Init: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(0)⟩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Note that at intermediate steps we cannot observe the system. Then we do not know the current node is the marked node or not.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2A15F07-DF3C-49AD-9523-61F458A682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292600" cy="4351338"/>
              </a:xfrm>
              <a:blipFill>
                <a:blip r:embed="rId2"/>
                <a:stretch>
                  <a:fillRect l="-2983" t="-2241" r="-2699" b="-322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99115616-464F-4168-87BB-EA1EC03F6149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9684E85B-428C-4543-8725-AE018CFCED5A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57D812CC-19EA-4713-B1BB-AAB3BA2AAF90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C8571D22-3C12-43C1-AF38-A7412EA6DDB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8" name="Đường nối Thẳng 7">
            <a:extLst>
              <a:ext uri="{FF2B5EF4-FFF2-40B4-BE49-F238E27FC236}">
                <a16:creationId xmlns:a16="http://schemas.microsoft.com/office/drawing/2014/main" id="{513DB62C-4961-402B-ADFB-AC457C21ABB5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0CC72069-8258-4088-8910-43E57A6B97E6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34238372-EBF7-4D22-8017-1E0C9D5F6A20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Đường nối Thẳng 10">
            <a:extLst>
              <a:ext uri="{FF2B5EF4-FFF2-40B4-BE49-F238E27FC236}">
                <a16:creationId xmlns:a16="http://schemas.microsoft.com/office/drawing/2014/main" id="{B59491BA-5F94-4A13-81E2-035CB1208423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Đường nối Thẳng 11">
            <a:extLst>
              <a:ext uri="{FF2B5EF4-FFF2-40B4-BE49-F238E27FC236}">
                <a16:creationId xmlns:a16="http://schemas.microsoft.com/office/drawing/2014/main" id="{236E6C80-9897-4AB2-A61D-A8246FA7D43E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7E1AEACC-371A-41C4-9A76-C11C449A1AD6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kết nối Mũi tên Thẳng 15">
            <a:extLst>
              <a:ext uri="{FF2B5EF4-FFF2-40B4-BE49-F238E27FC236}">
                <a16:creationId xmlns:a16="http://schemas.microsoft.com/office/drawing/2014/main" id="{3A9A09E9-005D-4285-8737-6A1201C31B80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Đường kết nối Mũi tên Thẳng 16">
            <a:extLst>
              <a:ext uri="{FF2B5EF4-FFF2-40B4-BE49-F238E27FC236}">
                <a16:creationId xmlns:a16="http://schemas.microsoft.com/office/drawing/2014/main" id="{716DE38D-A6B2-475A-B2E3-D258C9C48CA2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Đường kết nối Mũi tên Thẳng 17">
            <a:extLst>
              <a:ext uri="{FF2B5EF4-FFF2-40B4-BE49-F238E27FC236}">
                <a16:creationId xmlns:a16="http://schemas.microsoft.com/office/drawing/2014/main" id="{D1AA7F03-2D77-45AB-ADBC-A1B4A0201731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kết nối Mũi tên Thẳng 18">
            <a:extLst>
              <a:ext uri="{FF2B5EF4-FFF2-40B4-BE49-F238E27FC236}">
                <a16:creationId xmlns:a16="http://schemas.microsoft.com/office/drawing/2014/main" id="{C295A4CB-BFDA-4D46-90D5-EBF6BBBCB7A3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641BA443-90B5-4567-BBE1-19E9EF0D0BB7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Đường kết nối Mũi tên Thẳng 20">
            <a:extLst>
              <a:ext uri="{FF2B5EF4-FFF2-40B4-BE49-F238E27FC236}">
                <a16:creationId xmlns:a16="http://schemas.microsoft.com/office/drawing/2014/main" id="{70CE9047-D81B-453C-8CF1-877A2DAC4E71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3255B1A0-5878-437E-863F-326C06930952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Đường kết nối Mũi tên Thẳng 22">
            <a:extLst>
              <a:ext uri="{FF2B5EF4-FFF2-40B4-BE49-F238E27FC236}">
                <a16:creationId xmlns:a16="http://schemas.microsoft.com/office/drawing/2014/main" id="{A23F6F56-9B44-41AD-8685-840A0C1776B7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F5235566-7BE0-40D4-9D6A-4434CEBAB33D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Hộp Văn bản 32">
                <a:extLst>
                  <a:ext uri="{FF2B5EF4-FFF2-40B4-BE49-F238E27FC236}">
                    <a16:creationId xmlns:a16="http://schemas.microsoft.com/office/drawing/2014/main" id="{0587D231-9425-48A5-9DAC-FC3F11F6D4D5}"/>
                  </a:ext>
                </a:extLst>
              </p:cNvPr>
              <p:cNvSpPr txBox="1"/>
              <p:nvPr/>
            </p:nvSpPr>
            <p:spPr>
              <a:xfrm>
                <a:off x="8521148" y="2503486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3" name="Hộp Văn bản 32">
                <a:extLst>
                  <a:ext uri="{FF2B5EF4-FFF2-40B4-BE49-F238E27FC236}">
                    <a16:creationId xmlns:a16="http://schemas.microsoft.com/office/drawing/2014/main" id="{0587D231-9425-48A5-9DAC-FC3F11F6D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148" y="2503486"/>
                <a:ext cx="940904" cy="461665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Hộp Văn bản 33">
                <a:extLst>
                  <a:ext uri="{FF2B5EF4-FFF2-40B4-BE49-F238E27FC236}">
                    <a16:creationId xmlns:a16="http://schemas.microsoft.com/office/drawing/2014/main" id="{4B63E84F-BD29-47E8-9560-55ADBE2A12C8}"/>
                  </a:ext>
                </a:extLst>
              </p:cNvPr>
              <p:cNvSpPr txBox="1"/>
              <p:nvPr/>
            </p:nvSpPr>
            <p:spPr>
              <a:xfrm>
                <a:off x="7123044" y="3493042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42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4" name="Hộp Văn bản 33">
                <a:extLst>
                  <a:ext uri="{FF2B5EF4-FFF2-40B4-BE49-F238E27FC236}">
                    <a16:creationId xmlns:a16="http://schemas.microsoft.com/office/drawing/2014/main" id="{4B63E84F-BD29-47E8-9560-55ADBE2A1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044" y="3493042"/>
                <a:ext cx="940904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DA550A11-9474-4600-B061-D1E336CF106E}"/>
                  </a:ext>
                </a:extLst>
              </p:cNvPr>
              <p:cNvSpPr txBox="1"/>
              <p:nvPr/>
            </p:nvSpPr>
            <p:spPr>
              <a:xfrm>
                <a:off x="7030278" y="1628807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DA550A11-9474-4600-B061-D1E336CF1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278" y="1628807"/>
                <a:ext cx="940904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2C596160-1254-45AD-B4CA-98451E876C35}"/>
                  </a:ext>
                </a:extLst>
              </p:cNvPr>
              <p:cNvSpPr txBox="1"/>
              <p:nvPr/>
            </p:nvSpPr>
            <p:spPr>
              <a:xfrm>
                <a:off x="9037983" y="1563604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6" name="Hộp Văn bản 35">
                <a:extLst>
                  <a:ext uri="{FF2B5EF4-FFF2-40B4-BE49-F238E27FC236}">
                    <a16:creationId xmlns:a16="http://schemas.microsoft.com/office/drawing/2014/main" id="{2C596160-1254-45AD-B4CA-98451E876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983" y="1563604"/>
                <a:ext cx="940904" cy="461665"/>
              </a:xfrm>
              <a:prstGeom prst="rect">
                <a:avLst/>
              </a:prstGeom>
              <a:blipFill>
                <a:blip r:embed="rId6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Hộp Văn bản 36">
                <a:extLst>
                  <a:ext uri="{FF2B5EF4-FFF2-40B4-BE49-F238E27FC236}">
                    <a16:creationId xmlns:a16="http://schemas.microsoft.com/office/drawing/2014/main" id="{38D83C10-F0FC-464E-B5A2-C73C12A0E2DF}"/>
                  </a:ext>
                </a:extLst>
              </p:cNvPr>
              <p:cNvSpPr txBox="1"/>
              <p:nvPr/>
            </p:nvSpPr>
            <p:spPr>
              <a:xfrm>
                <a:off x="9125779" y="4909975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7" name="Hộp Văn bản 36">
                <a:extLst>
                  <a:ext uri="{FF2B5EF4-FFF2-40B4-BE49-F238E27FC236}">
                    <a16:creationId xmlns:a16="http://schemas.microsoft.com/office/drawing/2014/main" id="{38D83C10-F0FC-464E-B5A2-C73C12A0E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5779" y="4909975"/>
                <a:ext cx="940904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Hộp Văn bản 37">
                <a:extLst>
                  <a:ext uri="{FF2B5EF4-FFF2-40B4-BE49-F238E27FC236}">
                    <a16:creationId xmlns:a16="http://schemas.microsoft.com/office/drawing/2014/main" id="{9A526844-9177-46F7-8470-8F497CFBBCF0}"/>
                  </a:ext>
                </a:extLst>
              </p:cNvPr>
              <p:cNvSpPr txBox="1"/>
              <p:nvPr/>
            </p:nvSpPr>
            <p:spPr>
              <a:xfrm>
                <a:off x="6197048" y="4103708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43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8" name="Hộp Văn bản 37">
                <a:extLst>
                  <a:ext uri="{FF2B5EF4-FFF2-40B4-BE49-F238E27FC236}">
                    <a16:creationId xmlns:a16="http://schemas.microsoft.com/office/drawing/2014/main" id="{9A526844-9177-46F7-8470-8F497CFBB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048" y="4103708"/>
                <a:ext cx="940904" cy="461665"/>
              </a:xfrm>
              <a:prstGeom prst="rect">
                <a:avLst/>
              </a:prstGeom>
              <a:blipFill>
                <a:blip r:embed="rId8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8393DCB-809E-4D48-B145-815A2B846A62}"/>
                  </a:ext>
                </a:extLst>
              </p:cNvPr>
              <p:cNvSpPr txBox="1"/>
              <p:nvPr/>
            </p:nvSpPr>
            <p:spPr>
              <a:xfrm>
                <a:off x="6957598" y="4776255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34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8393DCB-809E-4D48-B145-815A2B846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598" y="4776255"/>
                <a:ext cx="940904" cy="461665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6851321-B546-4602-9E92-E4A4B916BF14}"/>
                  </a:ext>
                </a:extLst>
              </p:cNvPr>
              <p:cNvSpPr txBox="1"/>
              <p:nvPr/>
            </p:nvSpPr>
            <p:spPr>
              <a:xfrm>
                <a:off x="8507067" y="3798375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6851321-B546-4602-9E92-E4A4B916B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067" y="3798375"/>
                <a:ext cx="940904" cy="461665"/>
              </a:xfrm>
              <a:prstGeom prst="rect">
                <a:avLst/>
              </a:prstGeom>
              <a:blipFill>
                <a:blip r:embed="rId10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Hộp Văn bản 40">
                <a:extLst>
                  <a:ext uri="{FF2B5EF4-FFF2-40B4-BE49-F238E27FC236}">
                    <a16:creationId xmlns:a16="http://schemas.microsoft.com/office/drawing/2014/main" id="{D5ADFD28-42A3-40CE-AED0-749326C40C32}"/>
                  </a:ext>
                </a:extLst>
              </p:cNvPr>
              <p:cNvSpPr txBox="1"/>
              <p:nvPr/>
            </p:nvSpPr>
            <p:spPr>
              <a:xfrm>
                <a:off x="6248400" y="2187616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41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1" name="Hộp Văn bản 40">
                <a:extLst>
                  <a:ext uri="{FF2B5EF4-FFF2-40B4-BE49-F238E27FC236}">
                    <a16:creationId xmlns:a16="http://schemas.microsoft.com/office/drawing/2014/main" id="{D5ADFD28-42A3-40CE-AED0-749326C40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2187616"/>
                <a:ext cx="940904" cy="461665"/>
              </a:xfrm>
              <a:prstGeom prst="rect">
                <a:avLst/>
              </a:prstGeom>
              <a:blipFill>
                <a:blip r:embed="rId11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Đường kết nối Mũi tên Thẳng 41">
            <a:extLst>
              <a:ext uri="{FF2B5EF4-FFF2-40B4-BE49-F238E27FC236}">
                <a16:creationId xmlns:a16="http://schemas.microsoft.com/office/drawing/2014/main" id="{1E487595-DC74-4A0D-BAE4-D29304B89453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Đường kết nối Mũi tên Thẳng 43">
            <a:extLst>
              <a:ext uri="{FF2B5EF4-FFF2-40B4-BE49-F238E27FC236}">
                <a16:creationId xmlns:a16="http://schemas.microsoft.com/office/drawing/2014/main" id="{CB808353-128E-43CB-895B-AA4F6365523F}"/>
              </a:ext>
            </a:extLst>
          </p:cNvPr>
          <p:cNvCxnSpPr>
            <a:cxnSpLocks/>
            <a:stCxn id="6" idx="4"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Hộp Văn bản 46">
                <a:extLst>
                  <a:ext uri="{FF2B5EF4-FFF2-40B4-BE49-F238E27FC236}">
                    <a16:creationId xmlns:a16="http://schemas.microsoft.com/office/drawing/2014/main" id="{15EDD0FA-12C2-475B-A544-D00364097A7E}"/>
                  </a:ext>
                </a:extLst>
              </p:cNvPr>
              <p:cNvSpPr txBox="1"/>
              <p:nvPr/>
            </p:nvSpPr>
            <p:spPr>
              <a:xfrm>
                <a:off x="10113067" y="4050447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7" name="Hộp Văn bản 46">
                <a:extLst>
                  <a:ext uri="{FF2B5EF4-FFF2-40B4-BE49-F238E27FC236}">
                    <a16:creationId xmlns:a16="http://schemas.microsoft.com/office/drawing/2014/main" id="{15EDD0FA-12C2-475B-A544-D00364097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3067" y="4050447"/>
                <a:ext cx="940904" cy="461665"/>
              </a:xfrm>
              <a:prstGeom prst="rect">
                <a:avLst/>
              </a:prstGeom>
              <a:blipFill>
                <a:blip r:embed="rId1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5CF5EAAD-B3DF-4F1B-8936-43C3506F1C0D}"/>
                  </a:ext>
                </a:extLst>
              </p:cNvPr>
              <p:cNvSpPr txBox="1"/>
              <p:nvPr/>
            </p:nvSpPr>
            <p:spPr>
              <a:xfrm>
                <a:off x="10025270" y="2090472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5CF5EAAD-B3DF-4F1B-8936-43C3506F1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5270" y="2090472"/>
                <a:ext cx="940904" cy="461665"/>
              </a:xfrm>
              <a:prstGeom prst="rect">
                <a:avLst/>
              </a:prstGeom>
              <a:blipFill>
                <a:blip r:embed="rId1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Đường kết nối Mũi tên Thẳng 48">
            <a:extLst>
              <a:ext uri="{FF2B5EF4-FFF2-40B4-BE49-F238E27FC236}">
                <a16:creationId xmlns:a16="http://schemas.microsoft.com/office/drawing/2014/main" id="{2F36073C-84DD-46ED-8846-F14666CE1BAD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8DE72232-EF6B-4561-849C-3A67A66EB48F}"/>
                  </a:ext>
                </a:extLst>
              </p:cNvPr>
              <p:cNvSpPr txBox="1"/>
              <p:nvPr/>
            </p:nvSpPr>
            <p:spPr>
              <a:xfrm>
                <a:off x="9136271" y="3480029"/>
                <a:ext cx="940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8DE72232-EF6B-4561-849C-3A67A66EB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271" y="3480029"/>
                <a:ext cx="940904" cy="461665"/>
              </a:xfrm>
              <a:prstGeom prst="rect">
                <a:avLst/>
              </a:prstGeom>
              <a:blipFill>
                <a:blip r:embed="rId1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hỗ dành sẵn cho Số hiệu Bản chiếu 13">
            <a:extLst>
              <a:ext uri="{FF2B5EF4-FFF2-40B4-BE49-F238E27FC236}">
                <a16:creationId xmlns:a16="http://schemas.microsoft.com/office/drawing/2014/main" id="{49EA9290-FEF4-405C-AB1C-AF86DD03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16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98573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/>
                  <a:t>At step 1 </a:t>
                </a:r>
              </a:p>
              <a:p>
                <a:pPr marL="0" indent="0">
                  <a:buNone/>
                </a:pPr>
                <a:r>
                  <a:rPr lang="en-US"/>
                  <a:t>1a. Query oracle: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1b. Apply a quantum coin flip (-I+2A) that inverts each amplitude about the average amplitude at its vertex. (Nothing happen)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400" t="-3501" r="-32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D3F484ED-7DC2-4958-93A2-7310CBCCFE49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BC3AEDB1-B385-48D5-884A-CE7BF1D87298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D7E31F0A-4C86-4EBA-94F6-AE533B5EBB4E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/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/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20A00173-95D1-4C85-8F44-CA54ACBBA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17</a:t>
            </a:fld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4BF270F6-B37E-4358-9471-987EC8A506CD}"/>
                  </a:ext>
                </a:extLst>
              </p:cNvPr>
              <p:cNvSpPr txBox="1"/>
              <p:nvPr/>
            </p:nvSpPr>
            <p:spPr>
              <a:xfrm>
                <a:off x="6096000" y="218364"/>
                <a:ext cx="4770783" cy="500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At node 2: 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12" name="Hộp Văn bản 11">
                <a:extLst>
                  <a:ext uri="{FF2B5EF4-FFF2-40B4-BE49-F238E27FC236}">
                    <a16:creationId xmlns:a16="http://schemas.microsoft.com/office/drawing/2014/main" id="{4BF270F6-B37E-4358-9471-987EC8A50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18364"/>
                <a:ext cx="4770783" cy="500393"/>
              </a:xfrm>
              <a:prstGeom prst="rect">
                <a:avLst/>
              </a:prstGeom>
              <a:blipFill>
                <a:blip r:embed="rId15"/>
                <a:stretch>
                  <a:fillRect l="-1022" b="-487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103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1c. Shift operator (walk): walker at vertex i pointing to vertex j to hop to vertex j and point back to vertex 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/>
                  <a:t> Swap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𝑆𝐶𝑄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800" t="-2241" r="-25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D3F484ED-7DC2-4958-93A2-7310CBCCFE49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BC3AEDB1-B385-48D5-884A-CE7BF1D87298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D7E31F0A-4C86-4EBA-94F6-AE533B5EBB4E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/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/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B563F709-F15A-4367-9FCC-284FCBC37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18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66864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At step 2 </a:t>
                </a:r>
              </a:p>
              <a:p>
                <a:pPr marL="0" indent="0">
                  <a:buNone/>
                </a:pPr>
                <a:r>
                  <a:rPr lang="en-US"/>
                  <a:t>2a. Query oracle: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800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8552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D3F484ED-7DC2-4958-93A2-7310CBCCFE49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BC3AEDB1-B385-48D5-884A-CE7BF1D87298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D7E31F0A-4C86-4EBA-94F6-AE533B5EBB4E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/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/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1CD6F08E-CCDD-4C8F-A2F5-949EECB7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19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62467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Hình ảnh 11">
            <a:extLst>
              <a:ext uri="{FF2B5EF4-FFF2-40B4-BE49-F238E27FC236}">
                <a16:creationId xmlns:a16="http://schemas.microsoft.com/office/drawing/2014/main" id="{49C2F54C-DC73-455C-9F6C-C779E4949B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974" t="25509" r="39135" b="28684"/>
          <a:stretch/>
        </p:blipFill>
        <p:spPr>
          <a:xfrm>
            <a:off x="5897219" y="0"/>
            <a:ext cx="6007364" cy="3895524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513708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/>
                  <a:t>2b. The coin inverts or reflects each amplitude about their average.</a:t>
                </a:r>
              </a:p>
              <a:p>
                <a:pPr marL="0" indent="0">
                  <a:buNone/>
                </a:pPr>
                <a:r>
                  <a:rPr lang="en-US"/>
                  <a:t>(-I+2A)</a:t>
                </a:r>
              </a:p>
              <a:p>
                <a:pPr marL="0" indent="0">
                  <a:buNone/>
                </a:pPr>
                <a:r>
                  <a:rPr lang="en-US"/>
                  <a:t>At node 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ra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ra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rad>
                          </m:den>
                        </m:f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US" b="0"/>
              </a:p>
              <a:p>
                <a:pPr marL="0" indent="0">
                  <a:buNone/>
                </a:pPr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5137080" cy="5032375"/>
              </a:xfrm>
              <a:blipFill>
                <a:blip r:embed="rId3"/>
                <a:stretch>
                  <a:fillRect l="-2494" t="-266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252553FC-76BE-470E-819B-13212B66F364}"/>
              </a:ext>
            </a:extLst>
          </p:cNvPr>
          <p:cNvSpPr/>
          <p:nvPr/>
        </p:nvSpPr>
        <p:spPr>
          <a:xfrm>
            <a:off x="6188765" y="662609"/>
            <a:ext cx="861392" cy="8481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2" name="Hình Bầu dục 41">
            <a:extLst>
              <a:ext uri="{FF2B5EF4-FFF2-40B4-BE49-F238E27FC236}">
                <a16:creationId xmlns:a16="http://schemas.microsoft.com/office/drawing/2014/main" id="{B806DB49-B5A5-48E5-8AB5-DD66EDC3F1A6}"/>
              </a:ext>
            </a:extLst>
          </p:cNvPr>
          <p:cNvSpPr/>
          <p:nvPr/>
        </p:nvSpPr>
        <p:spPr>
          <a:xfrm>
            <a:off x="9455426" y="2690784"/>
            <a:ext cx="861392" cy="8481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6504C5A7-1B6E-43D6-911B-A540161644AD}"/>
              </a:ext>
            </a:extLst>
          </p:cNvPr>
          <p:cNvSpPr txBox="1"/>
          <p:nvPr/>
        </p:nvSpPr>
        <p:spPr>
          <a:xfrm>
            <a:off x="10469217" y="3114853"/>
            <a:ext cx="143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Current amp</a:t>
            </a:r>
            <a:endParaRPr lang="vi-VN"/>
          </a:p>
        </p:txBody>
      </p:sp>
      <p:sp>
        <p:nvSpPr>
          <p:cNvPr id="43" name="Hình Bầu dục 42">
            <a:extLst>
              <a:ext uri="{FF2B5EF4-FFF2-40B4-BE49-F238E27FC236}">
                <a16:creationId xmlns:a16="http://schemas.microsoft.com/office/drawing/2014/main" id="{8E319A5A-4E3B-43F2-87B3-D4BD2F0A13A4}"/>
              </a:ext>
            </a:extLst>
          </p:cNvPr>
          <p:cNvSpPr/>
          <p:nvPr/>
        </p:nvSpPr>
        <p:spPr>
          <a:xfrm>
            <a:off x="7284657" y="2690783"/>
            <a:ext cx="861392" cy="84813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4" name="Hình Bầu dục 43">
            <a:extLst>
              <a:ext uri="{FF2B5EF4-FFF2-40B4-BE49-F238E27FC236}">
                <a16:creationId xmlns:a16="http://schemas.microsoft.com/office/drawing/2014/main" id="{C011A9E8-C874-49EB-84EA-55D5210FAC9D}"/>
              </a:ext>
            </a:extLst>
          </p:cNvPr>
          <p:cNvSpPr/>
          <p:nvPr/>
        </p:nvSpPr>
        <p:spPr>
          <a:xfrm>
            <a:off x="10492408" y="628261"/>
            <a:ext cx="861392" cy="84813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6" name="Hộp Văn bản 45">
            <a:extLst>
              <a:ext uri="{FF2B5EF4-FFF2-40B4-BE49-F238E27FC236}">
                <a16:creationId xmlns:a16="http://schemas.microsoft.com/office/drawing/2014/main" id="{1E401CEA-4E2E-44EC-AFC1-D89A23C67D50}"/>
              </a:ext>
            </a:extLst>
          </p:cNvPr>
          <p:cNvSpPr txBox="1"/>
          <p:nvPr/>
        </p:nvSpPr>
        <p:spPr>
          <a:xfrm>
            <a:off x="10018643" y="1544563"/>
            <a:ext cx="173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Reflected amp</a:t>
            </a:r>
            <a:endParaRPr lang="vi-VN"/>
          </a:p>
        </p:txBody>
      </p:sp>
      <p:sp>
        <p:nvSpPr>
          <p:cNvPr id="18" name="Chỗ dành sẵn cho Số hiệu Bản chiếu 17">
            <a:extLst>
              <a:ext uri="{FF2B5EF4-FFF2-40B4-BE49-F238E27FC236}">
                <a16:creationId xmlns:a16="http://schemas.microsoft.com/office/drawing/2014/main" id="{4DA7B37A-CA80-4037-B899-BEEC6731F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20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977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2c. Shift operator (walk): swap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800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8836035" y="249516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6035" y="2495167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9839741" y="4152845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741" y="4152845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9044609" y="105766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4609" y="105766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9865416" y="1807952"/>
                <a:ext cx="940904" cy="848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416" y="1807952"/>
                <a:ext cx="940904" cy="8484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7622556" y="248842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556" y="2488420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D3F484ED-7DC2-4958-93A2-7310CBCCFE49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BC3AEDB1-B385-48D5-884A-CE7BF1D87298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D7E31F0A-4C86-4EBA-94F6-AE533B5EBB4E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/>
              <p:nvPr/>
            </p:nvSpPr>
            <p:spPr>
              <a:xfrm>
                <a:off x="9149429" y="4976691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429" y="4976691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/>
              <p:nvPr/>
            </p:nvSpPr>
            <p:spPr>
              <a:xfrm>
                <a:off x="7314295" y="3474413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295" y="3474413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01D678C0-F49A-4349-9154-D6FAD240D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21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40614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452D0A-F928-4871-8239-07EE6DF3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2c. Shift operator (walk): swap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9730584-F1CB-40F7-BA77-EFE205355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75311" cy="4351338"/>
              </a:xfrm>
              <a:blipFill>
                <a:blip r:embed="rId2"/>
                <a:stretch>
                  <a:fillRect l="-2800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Bầu dục 3">
            <a:extLst>
              <a:ext uri="{FF2B5EF4-FFF2-40B4-BE49-F238E27FC236}">
                <a16:creationId xmlns:a16="http://schemas.microsoft.com/office/drawing/2014/main" id="{A13B7A7D-3BE5-4C71-9A4C-E7D44E389BE8}"/>
              </a:ext>
            </a:extLst>
          </p:cNvPr>
          <p:cNvSpPr/>
          <p:nvPr/>
        </p:nvSpPr>
        <p:spPr>
          <a:xfrm>
            <a:off x="8057322" y="1537252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vi-VN"/>
          </a:p>
        </p:txBody>
      </p:sp>
      <p:sp>
        <p:nvSpPr>
          <p:cNvPr id="5" name="Hình Bầu dục 4">
            <a:extLst>
              <a:ext uri="{FF2B5EF4-FFF2-40B4-BE49-F238E27FC236}">
                <a16:creationId xmlns:a16="http://schemas.microsoft.com/office/drawing/2014/main" id="{55C4BCD2-5D43-44DE-B651-2FA186023B0E}"/>
              </a:ext>
            </a:extLst>
          </p:cNvPr>
          <p:cNvSpPr/>
          <p:nvPr/>
        </p:nvSpPr>
        <p:spPr>
          <a:xfrm>
            <a:off x="6248400" y="2965174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vi-VN"/>
          </a:p>
        </p:txBody>
      </p: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1D8AA1F4-8476-499B-80E9-382E9A401F62}"/>
              </a:ext>
            </a:extLst>
          </p:cNvPr>
          <p:cNvSpPr/>
          <p:nvPr/>
        </p:nvSpPr>
        <p:spPr>
          <a:xfrm>
            <a:off x="9925879" y="2951922"/>
            <a:ext cx="940904" cy="92765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  <a:endParaRPr lang="vi-VN" b="1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73BDBFA8-F319-4B7A-B9D0-B6973AE814AF}"/>
              </a:ext>
            </a:extLst>
          </p:cNvPr>
          <p:cNvSpPr/>
          <p:nvPr/>
        </p:nvSpPr>
        <p:spPr>
          <a:xfrm>
            <a:off x="8057322" y="4565373"/>
            <a:ext cx="940904" cy="927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vi-VN"/>
          </a:p>
        </p:txBody>
      </p: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41D2452-2D15-48E0-B8D4-22A7C1E78E9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6718852" y="2001078"/>
            <a:ext cx="1338470" cy="9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D25656FF-351D-40DE-827D-6D32A46359A9}"/>
              </a:ext>
            </a:extLst>
          </p:cNvPr>
          <p:cNvCxnSpPr>
            <a:cxnSpLocks/>
            <a:stCxn id="7" idx="2"/>
            <a:endCxn id="5" idx="4"/>
          </p:cNvCxnSpPr>
          <p:nvPr/>
        </p:nvCxnSpPr>
        <p:spPr>
          <a:xfrm flipH="1" flipV="1">
            <a:off x="6718852" y="3892826"/>
            <a:ext cx="1338470" cy="1136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0524F036-2377-49C0-9D36-A6626C6AD63E}"/>
              </a:ext>
            </a:extLst>
          </p:cNvPr>
          <p:cNvCxnSpPr>
            <a:cxnSpLocks/>
            <a:stCxn id="7" idx="6"/>
            <a:endCxn id="6" idx="4"/>
          </p:cNvCxnSpPr>
          <p:nvPr/>
        </p:nvCxnSpPr>
        <p:spPr>
          <a:xfrm flipV="1">
            <a:off x="8998226" y="3879574"/>
            <a:ext cx="1398105" cy="1149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E55AA0F9-57B9-4237-A0B8-061FF34C8488}"/>
              </a:ext>
            </a:extLst>
          </p:cNvPr>
          <p:cNvCxnSpPr>
            <a:cxnSpLocks/>
            <a:stCxn id="4" idx="6"/>
            <a:endCxn id="6" idx="0"/>
          </p:cNvCxnSpPr>
          <p:nvPr/>
        </p:nvCxnSpPr>
        <p:spPr>
          <a:xfrm>
            <a:off x="8998226" y="2001078"/>
            <a:ext cx="1398105" cy="95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nối Thẳng 18">
            <a:extLst>
              <a:ext uri="{FF2B5EF4-FFF2-40B4-BE49-F238E27FC236}">
                <a16:creationId xmlns:a16="http://schemas.microsoft.com/office/drawing/2014/main" id="{F9ED6804-77D3-4554-90F0-B4F687A2FBC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7189304" y="3415748"/>
            <a:ext cx="2736575" cy="13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6110F8D-FC88-4737-825A-62C15729DD4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8527774" y="2464904"/>
            <a:ext cx="0" cy="210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/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B0C635C-36CD-4D56-8F9A-A3FB446F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04" y="1073426"/>
                <a:ext cx="940904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FD38583-98C5-4844-A93B-FE8E074F73EA}"/>
              </a:ext>
            </a:extLst>
          </p:cNvPr>
          <p:cNvCxnSpPr>
            <a:stCxn id="4" idx="2"/>
          </p:cNvCxnSpPr>
          <p:nvPr/>
        </p:nvCxnSpPr>
        <p:spPr>
          <a:xfrm flipH="1">
            <a:off x="7580243" y="2001078"/>
            <a:ext cx="477079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2407B759-7518-4C2B-AD26-6FAE424F869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718852" y="3892826"/>
            <a:ext cx="463826" cy="410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BE386699-2881-4395-909A-EE6C694CE725}"/>
              </a:ext>
            </a:extLst>
          </p:cNvPr>
          <p:cNvCxnSpPr>
            <a:cxnSpLocks/>
          </p:cNvCxnSpPr>
          <p:nvPr/>
        </p:nvCxnSpPr>
        <p:spPr>
          <a:xfrm>
            <a:off x="9024731" y="2001078"/>
            <a:ext cx="450574" cy="357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133BDD1E-C8EB-4F08-864A-6FDFBE1872B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718852" y="2618340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A32AE653-5607-426F-A8D6-CC4CF7E415AF}"/>
              </a:ext>
            </a:extLst>
          </p:cNvPr>
          <p:cNvCxnSpPr>
            <a:cxnSpLocks/>
          </p:cNvCxnSpPr>
          <p:nvPr/>
        </p:nvCxnSpPr>
        <p:spPr>
          <a:xfrm flipV="1">
            <a:off x="9001539" y="4682365"/>
            <a:ext cx="463826" cy="3468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69A9D062-6E43-40F9-B168-D61E8B42BBC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7539038" y="4565373"/>
            <a:ext cx="518284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593B497D-CECC-40B1-993A-DE8EAC82EB2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527774" y="3997187"/>
            <a:ext cx="0" cy="5681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3BEC3D7A-04FE-4E5D-872A-B0AE272FFD96}"/>
              </a:ext>
            </a:extLst>
          </p:cNvPr>
          <p:cNvCxnSpPr>
            <a:cxnSpLocks/>
          </p:cNvCxnSpPr>
          <p:nvPr/>
        </p:nvCxnSpPr>
        <p:spPr>
          <a:xfrm>
            <a:off x="7189304" y="3429000"/>
            <a:ext cx="6228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B3A16CA4-6975-43AE-A8A4-4A4B5DF0E50B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527774" y="2464904"/>
            <a:ext cx="1" cy="4870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/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72DD42F4-01E0-479D-8FCF-7D161D2FC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03" y="1749360"/>
                <a:ext cx="940904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/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9" name="Hộp Văn bản 48">
                <a:extLst>
                  <a:ext uri="{FF2B5EF4-FFF2-40B4-BE49-F238E27FC236}">
                    <a16:creationId xmlns:a16="http://schemas.microsoft.com/office/drawing/2014/main" id="{C6D87357-9627-4EAF-82B3-DD2FBA26E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288" y="2537388"/>
                <a:ext cx="940904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/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F88ADFD-22C9-498E-A1FB-F38D52D1D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861" y="3928710"/>
                <a:ext cx="940904" cy="85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/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F2A3FE2C-21C7-4003-9627-D4EE3ED5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356" y="4869210"/>
                <a:ext cx="940904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/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2" name="Hộp Văn bản 51">
                <a:extLst>
                  <a:ext uri="{FF2B5EF4-FFF2-40B4-BE49-F238E27FC236}">
                    <a16:creationId xmlns:a16="http://schemas.microsoft.com/office/drawing/2014/main" id="{4E2A9305-7CAB-4199-AF93-D3887C34E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271" y="3670582"/>
                <a:ext cx="940904" cy="855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/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564455F6-1F06-4285-BECC-CD51F36DA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512" y="4890818"/>
                <a:ext cx="940904" cy="855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/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4" name="Hộp Văn bản 53">
                <a:extLst>
                  <a:ext uri="{FF2B5EF4-FFF2-40B4-BE49-F238E27FC236}">
                    <a16:creationId xmlns:a16="http://schemas.microsoft.com/office/drawing/2014/main" id="{FEBCA68C-8706-49CA-9BA9-0826C378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1802297"/>
                <a:ext cx="940904" cy="8552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/>
              <p:nvPr/>
            </p:nvSpPr>
            <p:spPr>
              <a:xfrm>
                <a:off x="8849138" y="1072391"/>
                <a:ext cx="940904" cy="848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6" name="Hộp Văn bản 55">
                <a:extLst>
                  <a:ext uri="{FF2B5EF4-FFF2-40B4-BE49-F238E27FC236}">
                    <a16:creationId xmlns:a16="http://schemas.microsoft.com/office/drawing/2014/main" id="{9CC99E96-2956-49CF-A1B4-6A4175A4B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38" y="1072391"/>
                <a:ext cx="940904" cy="8484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/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58" name="Hộp Văn bản 57">
                <a:extLst>
                  <a:ext uri="{FF2B5EF4-FFF2-40B4-BE49-F238E27FC236}">
                    <a16:creationId xmlns:a16="http://schemas.microsoft.com/office/drawing/2014/main" id="{5DE98A5F-F7E7-44CB-98FA-1150EA7A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821" y="2446999"/>
                <a:ext cx="940904" cy="8552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Đường kết nối Mũi tên Thẳng 34">
            <a:extLst>
              <a:ext uri="{FF2B5EF4-FFF2-40B4-BE49-F238E27FC236}">
                <a16:creationId xmlns:a16="http://schemas.microsoft.com/office/drawing/2014/main" id="{D3F484ED-7DC2-4958-93A2-7310CBCCFE49}"/>
              </a:ext>
            </a:extLst>
          </p:cNvPr>
          <p:cNvCxnSpPr>
            <a:cxnSpLocks/>
          </p:cNvCxnSpPr>
          <p:nvPr/>
        </p:nvCxnSpPr>
        <p:spPr>
          <a:xfrm flipH="1" flipV="1">
            <a:off x="9866245" y="2582547"/>
            <a:ext cx="541888" cy="364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BC3AEDB1-B385-48D5-884A-CE7BF1D87298}"/>
              </a:ext>
            </a:extLst>
          </p:cNvPr>
          <p:cNvCxnSpPr>
            <a:cxnSpLocks/>
          </p:cNvCxnSpPr>
          <p:nvPr/>
        </p:nvCxnSpPr>
        <p:spPr>
          <a:xfrm flipH="1">
            <a:off x="9866245" y="3879574"/>
            <a:ext cx="530086" cy="4638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D7E31F0A-4C86-4EBA-94F6-AE533B5EBB4E}"/>
              </a:ext>
            </a:extLst>
          </p:cNvPr>
          <p:cNvCxnSpPr>
            <a:cxnSpLocks/>
          </p:cNvCxnSpPr>
          <p:nvPr/>
        </p:nvCxnSpPr>
        <p:spPr>
          <a:xfrm flipH="1">
            <a:off x="9233452" y="3415748"/>
            <a:ext cx="692427" cy="132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/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B7D0E8D1-10A8-4E3E-96CA-39155D074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825" y="4124742"/>
                <a:ext cx="940904" cy="8552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/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7290793-F020-4373-980F-095B6B4F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357" y="2820790"/>
                <a:ext cx="940904" cy="8552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Hộp Văn bản 41">
                <a:extLst>
                  <a:ext uri="{FF2B5EF4-FFF2-40B4-BE49-F238E27FC236}">
                    <a16:creationId xmlns:a16="http://schemas.microsoft.com/office/drawing/2014/main" id="{81939DC2-A15A-492D-99FD-48015EA67E9C}"/>
                  </a:ext>
                </a:extLst>
              </p:cNvPr>
              <p:cNvSpPr txBox="1"/>
              <p:nvPr/>
            </p:nvSpPr>
            <p:spPr>
              <a:xfrm>
                <a:off x="8030819" y="72540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2" name="Hộp Văn bản 41">
                <a:extLst>
                  <a:ext uri="{FF2B5EF4-FFF2-40B4-BE49-F238E27FC236}">
                    <a16:creationId xmlns:a16="http://schemas.microsoft.com/office/drawing/2014/main" id="{81939DC2-A15A-492D-99FD-48015EA67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819" y="72540"/>
                <a:ext cx="940904" cy="78380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Hộp Văn bản 42">
                <a:extLst>
                  <a:ext uri="{FF2B5EF4-FFF2-40B4-BE49-F238E27FC236}">
                    <a16:creationId xmlns:a16="http://schemas.microsoft.com/office/drawing/2014/main" id="{75A44E07-7528-4C5D-BC67-C942341922B2}"/>
                  </a:ext>
                </a:extLst>
              </p:cNvPr>
              <p:cNvSpPr txBox="1"/>
              <p:nvPr/>
            </p:nvSpPr>
            <p:spPr>
              <a:xfrm>
                <a:off x="8140146" y="5901633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3" name="Hộp Văn bản 42">
                <a:extLst>
                  <a:ext uri="{FF2B5EF4-FFF2-40B4-BE49-F238E27FC236}">
                    <a16:creationId xmlns:a16="http://schemas.microsoft.com/office/drawing/2014/main" id="{75A44E07-7528-4C5D-BC67-C94234192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146" y="5901633"/>
                <a:ext cx="940904" cy="78380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Hộp Văn bản 43">
                <a:extLst>
                  <a:ext uri="{FF2B5EF4-FFF2-40B4-BE49-F238E27FC236}">
                    <a16:creationId xmlns:a16="http://schemas.microsoft.com/office/drawing/2014/main" id="{E466987B-930C-4E3B-A7C4-25797C8E6023}"/>
                  </a:ext>
                </a:extLst>
              </p:cNvPr>
              <p:cNvSpPr txBox="1"/>
              <p:nvPr/>
            </p:nvSpPr>
            <p:spPr>
              <a:xfrm>
                <a:off x="4924010" y="3037098"/>
                <a:ext cx="94090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4" name="Hộp Văn bản 43">
                <a:extLst>
                  <a:ext uri="{FF2B5EF4-FFF2-40B4-BE49-F238E27FC236}">
                    <a16:creationId xmlns:a16="http://schemas.microsoft.com/office/drawing/2014/main" id="{E466987B-930C-4E3B-A7C4-25797C8E6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010" y="3037098"/>
                <a:ext cx="940904" cy="78380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Hộp Văn bản 45">
                <a:extLst>
                  <a:ext uri="{FF2B5EF4-FFF2-40B4-BE49-F238E27FC236}">
                    <a16:creationId xmlns:a16="http://schemas.microsoft.com/office/drawing/2014/main" id="{ACB11BB7-F8DF-4F88-9783-DDF524B51AE3}"/>
                  </a:ext>
                </a:extLst>
              </p:cNvPr>
              <p:cNvSpPr txBox="1"/>
              <p:nvPr/>
            </p:nvSpPr>
            <p:spPr>
              <a:xfrm>
                <a:off x="11005930" y="2999267"/>
                <a:ext cx="940904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lang="vi-VN" sz="2400"/>
              </a:p>
            </p:txBody>
          </p:sp>
        </mc:Choice>
        <mc:Fallback xmlns="">
          <p:sp>
            <p:nvSpPr>
              <p:cNvPr id="46" name="Hộp Văn bản 45">
                <a:extLst>
                  <a:ext uri="{FF2B5EF4-FFF2-40B4-BE49-F238E27FC236}">
                    <a16:creationId xmlns:a16="http://schemas.microsoft.com/office/drawing/2014/main" id="{ACB11BB7-F8DF-4F88-9783-DDF524B51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5930" y="2999267"/>
                <a:ext cx="940904" cy="7861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01D678C0-F49A-4349-9154-D6FAD240D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22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88878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4F870A8-6CCC-49C9-90B7-A824D6802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walk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6942EA6-97A4-4021-A53E-68616161ADA8}"/>
                  </a:ext>
                </a:extLst>
              </p:cNvPr>
              <p:cNvSpPr txBox="1"/>
              <p:nvPr/>
            </p:nvSpPr>
            <p:spPr>
              <a:xfrm>
                <a:off x="7442200" y="1905000"/>
                <a:ext cx="4064000" cy="3149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Prob(Success) at time t =</a:t>
                </a:r>
              </a:p>
              <a:p>
                <a:endParaRPr lang="en-US" sz="2800"/>
              </a:p>
              <a:p>
                <a:endParaRPr lang="en-US" sz="2800"/>
              </a:p>
              <a:p>
                <a:endParaRPr lang="en-US" sz="2800"/>
              </a:p>
              <a:p>
                <a:endParaRPr lang="en-US" sz="2800"/>
              </a:p>
              <a:p>
                <a:endParaRPr lang="en-US" sz="2800"/>
              </a:p>
              <a:p>
                <a:r>
                  <a:rPr lang="en-US" sz="2800"/>
                  <a:t>Runtime: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vi-VN" sz="280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76942EA6-97A4-4021-A53E-68616161A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200" y="1905000"/>
                <a:ext cx="4064000" cy="3149067"/>
              </a:xfrm>
              <a:prstGeom prst="rect">
                <a:avLst/>
              </a:prstGeom>
              <a:blipFill>
                <a:blip r:embed="rId2"/>
                <a:stretch>
                  <a:fillRect l="-3148" t="-1938" b="-465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hỗ dành sẵn cho Nội dung 7">
            <a:extLst>
              <a:ext uri="{FF2B5EF4-FFF2-40B4-BE49-F238E27FC236}">
                <a16:creationId xmlns:a16="http://schemas.microsoft.com/office/drawing/2014/main" id="{5B04DF3B-AF75-42EA-9EE3-E188E75A47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2007" t="46627" r="37646" b="18457"/>
          <a:stretch/>
        </p:blipFill>
        <p:spPr>
          <a:xfrm>
            <a:off x="838200" y="1560145"/>
            <a:ext cx="5031403" cy="2458785"/>
          </a:xfr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95600745-9931-4D78-BFB1-D6B7D848B6A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836" t="35077" r="26987" b="33334"/>
          <a:stretch/>
        </p:blipFill>
        <p:spPr>
          <a:xfrm>
            <a:off x="7428951" y="2616829"/>
            <a:ext cx="4325727" cy="1708109"/>
          </a:xfrm>
          <a:prstGeom prst="rect">
            <a:avLst/>
          </a:prstGeom>
        </p:spPr>
      </p:pic>
      <p:sp>
        <p:nvSpPr>
          <p:cNvPr id="11" name="Chỗ dành sẵn cho Số hiệu Bản chiếu 10">
            <a:extLst>
              <a:ext uri="{FF2B5EF4-FFF2-40B4-BE49-F238E27FC236}">
                <a16:creationId xmlns:a16="http://schemas.microsoft.com/office/drawing/2014/main" id="{6C81663C-D263-4C35-B738-6C980C684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23</a:t>
            </a:fld>
            <a:endParaRPr lang="vi-VN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73EE736B-A309-460F-AF15-651FF27C0E3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269" t="33633" r="10347" b="7554"/>
          <a:stretch/>
        </p:blipFill>
        <p:spPr>
          <a:xfrm>
            <a:off x="838200" y="4089271"/>
            <a:ext cx="5031403" cy="2267079"/>
          </a:xfrm>
          <a:prstGeom prst="rect">
            <a:avLst/>
          </a:prstGeom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3386D36C-16F2-4392-92BF-D37E2DB648D5}"/>
              </a:ext>
            </a:extLst>
          </p:cNvPr>
          <p:cNvSpPr txBox="1"/>
          <p:nvPr/>
        </p:nvSpPr>
        <p:spPr>
          <a:xfrm>
            <a:off x="6096000" y="2770496"/>
            <a:ext cx="59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N=4</a:t>
            </a:r>
            <a:endParaRPr lang="vi-VN"/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432273D6-A8E4-4448-A2BD-186511523269}"/>
              </a:ext>
            </a:extLst>
          </p:cNvPr>
          <p:cNvSpPr txBox="1"/>
          <p:nvPr/>
        </p:nvSpPr>
        <p:spPr>
          <a:xfrm>
            <a:off x="6096000" y="5038144"/>
            <a:ext cx="796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N=100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23461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E40557F-989B-48AB-BDC1-6FE068461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B3D67ED-8507-4609-9EF1-4BA398841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7BFFA-55D5-419F-87EC-45C1B812D548}" type="slidenum">
              <a:rPr lang="vi-VN" smtClean="0"/>
              <a:t>24</a:t>
            </a:fld>
            <a:endParaRPr lang="vi-VN"/>
          </a:p>
        </p:txBody>
      </p:sp>
      <p:pic>
        <p:nvPicPr>
          <p:cNvPr id="1028" name="Picture 4" descr="Thomas Wong">
            <a:extLst>
              <a:ext uri="{FF2B5EF4-FFF2-40B4-BE49-F238E27FC236}">
                <a16:creationId xmlns:a16="http://schemas.microsoft.com/office/drawing/2014/main" id="{0EB73307-E223-420D-8FF3-8651EC8F2B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15" y="1560029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EE1F821F-7DF9-418D-ADB6-F5658F3DC9B1}"/>
              </a:ext>
            </a:extLst>
          </p:cNvPr>
          <p:cNvSpPr txBox="1"/>
          <p:nvPr/>
        </p:nvSpPr>
        <p:spPr>
          <a:xfrm>
            <a:off x="838200" y="3689627"/>
            <a:ext cx="2314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Thomas Wong, </a:t>
            </a:r>
          </a:p>
          <a:p>
            <a:r>
              <a:rPr lang="en-US"/>
              <a:t>Creighton University </a:t>
            </a:r>
            <a:endParaRPr lang="vi-VN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296709B8-ED68-4575-8F74-48BE45D649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49" t="13714" r="32389" b="9632"/>
          <a:stretch/>
        </p:blipFill>
        <p:spPr>
          <a:xfrm>
            <a:off x="3971498" y="801806"/>
            <a:ext cx="7615452" cy="525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30775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4467</TotalTime>
  <Words>839</Words>
  <Application>Microsoft Macintosh PowerPoint</Application>
  <PresentationFormat>Widescreen</PresentationFormat>
  <Paragraphs>329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Cambria Math</vt:lpstr>
      <vt:lpstr>Times New Roman</vt:lpstr>
      <vt:lpstr>Chủ đề Office</vt:lpstr>
      <vt:lpstr>Quantum walk</vt:lpstr>
      <vt:lpstr>Random walk</vt:lpstr>
      <vt:lpstr>Random walk</vt:lpstr>
      <vt:lpstr>Quantum walk (using superposition) </vt:lpstr>
      <vt:lpstr>Quantum walk</vt:lpstr>
      <vt:lpstr>Quantum walk</vt:lpstr>
      <vt:lpstr>1. Spatial search (discrete time) – face with large graph</vt:lpstr>
      <vt:lpstr>2. Random walk</vt:lpstr>
      <vt:lpstr>2. Random walk</vt:lpstr>
      <vt:lpstr>2. Random walk</vt:lpstr>
      <vt:lpstr>2. Random walk</vt:lpstr>
      <vt:lpstr>2. Random walk</vt:lpstr>
      <vt:lpstr>2. Random walk</vt:lpstr>
      <vt:lpstr>2. Random walk</vt:lpstr>
      <vt:lpstr>2. Random walk</vt:lpstr>
      <vt:lpstr>3. Quantum walk</vt:lpstr>
      <vt:lpstr>3. Quantum walk</vt:lpstr>
      <vt:lpstr>3. Quantum walk</vt:lpstr>
      <vt:lpstr>3. Quantum walk</vt:lpstr>
      <vt:lpstr>3. Quantum walk</vt:lpstr>
      <vt:lpstr>3. Quantum walk</vt:lpstr>
      <vt:lpstr>3. Quantum walk</vt:lpstr>
      <vt:lpstr>3. Quantum walk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Bản trình bày PowerPoint</dc:title>
  <dc:creator>Tuan Hai</dc:creator>
  <cp:lastModifiedBy>Tuan Hai Vu</cp:lastModifiedBy>
  <cp:revision>23</cp:revision>
  <dcterms:created xsi:type="dcterms:W3CDTF">2021-08-26T01:36:20Z</dcterms:created>
  <dcterms:modified xsi:type="dcterms:W3CDTF">2026-06-02T03:47:04Z</dcterms:modified>
</cp:coreProperties>
</file>