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5.xml" ContentType="application/inkml+xml"/>
  <Override PartName="/ppt/notesSlides/notesSlide5.xml" ContentType="application/vnd.openxmlformats-officedocument.presentationml.notesSlide+xml"/>
  <Override PartName="/ppt/ink/ink6.xml" ContentType="application/inkml+xml"/>
  <Override PartName="/ppt/notesSlides/notesSlide6.xml" ContentType="application/vnd.openxmlformats-officedocument.presentationml.notesSlide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56" r:id="rId2"/>
    <p:sldId id="266" r:id="rId3"/>
    <p:sldId id="275" r:id="rId4"/>
    <p:sldId id="278" r:id="rId5"/>
    <p:sldId id="279" r:id="rId6"/>
    <p:sldId id="271" r:id="rId7"/>
    <p:sldId id="273" r:id="rId8"/>
    <p:sldId id="281" r:id="rId9"/>
    <p:sldId id="280" r:id="rId10"/>
    <p:sldId id="272" r:id="rId11"/>
    <p:sldId id="282" r:id="rId12"/>
    <p:sldId id="277" r:id="rId13"/>
    <p:sldId id="276" r:id="rId14"/>
    <p:sldId id="268" r:id="rId15"/>
    <p:sldId id="270" r:id="rId16"/>
    <p:sldId id="283" r:id="rId17"/>
    <p:sldId id="261" r:id="rId18"/>
    <p:sldId id="262" r:id="rId19"/>
    <p:sldId id="258" r:id="rId20"/>
    <p:sldId id="257" r:id="rId21"/>
    <p:sldId id="259" r:id="rId22"/>
    <p:sldId id="260" r:id="rId23"/>
    <p:sldId id="263" r:id="rId24"/>
    <p:sldId id="264" r:id="rId25"/>
    <p:sldId id="265" r:id="rId26"/>
    <p:sldId id="284" r:id="rId27"/>
    <p:sldId id="285" r:id="rId28"/>
    <p:sldId id="267" r:id="rId29"/>
    <p:sldId id="286" r:id="rId30"/>
    <p:sldId id="287" r:id="rId31"/>
    <p:sldId id="269" r:id="rId32"/>
    <p:sldId id="288" r:id="rId33"/>
    <p:sldId id="289" r:id="rId34"/>
    <p:sldId id="290" r:id="rId35"/>
    <p:sldId id="291" r:id="rId36"/>
    <p:sldId id="292" r:id="rId37"/>
    <p:sldId id="293" r:id="rId38"/>
    <p:sldId id="294" r:id="rId39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6" autoAdjust="0"/>
    <p:restoredTop sz="94254" autoAdjust="0"/>
  </p:normalViewPr>
  <p:slideViewPr>
    <p:cSldViewPr snapToGrid="0">
      <p:cViewPr varScale="1">
        <p:scale>
          <a:sx n="109" d="100"/>
          <a:sy n="109" d="100"/>
        </p:scale>
        <p:origin x="616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21-06-05T08:22:12.69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18604 8012 0,'0'-25'47,"-25"0"-32,-50-24-15,1 49 16,-50-50-16,74 25 16,-49 25-16,0-25 15,-75 1 1,50-1-16,-49 25 16,48 0-16,26 0 15,-25 0-15,75 0 16,-26 0-16,50 0 15,-24 0 1,24 0-16,-25 0 16,1 0-16,-1 49 15,1-49-15,24 25 16,-50 25-16,1-25 16,0-1-16,-1 1 15,1 0-15,-1 25 16,50-50-16,-24 49 15,-1-24 1,25 0-16,-24 25 16,24-1-16,0-24 15,25 0-15,-49 49 16,24-24-16,0-1 0,25 51 16,0-1-1,-25-25-15,25 1 16,0-26-16,-25 50 15,25-24-15,0-25 16,0-1-16,0 50 16,25 1-16,25-26 15,-25-24-15,-1-1 16,26 26-16,24-26 16,-24 26-1,24-1-15,1-24 0,-1-1 16,26 1-16,48-1 15,1 1-15,25 0 16,49-25-16,0-1 16,-49 1-1,49 0-15,-49-25 16,49 0-16,-99 0 16,25 0-16,-50 0 15,-24 0-15,-1-25 0,-49 0 31,0 1-31,24-1 16,-49 0-16,25 0 16,-25 0-16,25 0 15,0-49-15,-1 24 16,1 1-16,-25-1 16,25-49-16,-25 25 15,25-1-15,-25 1 16,25-50-1,-25 74-15,0-49 0,0 25 16,0-1-16,0 1 16,0-1-16,0 1 15,0-1-15,-25 1 16,0-50 0,0 99-16,25-24 15,-25 24-15,-24 0 16,24-25-16,25 26 15,-25-1-15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21-06-05T08:24:06.16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31179 5110 0,'0'-25'15,"-24"0"1,-1 25-1,0-25-15,0 25 0,0-24 16,1 24 0,24-25-16,-25 25 15,-25 0 1,50-25-16,-49 25 16,24 0-16,0-25 15,-25 25-15,26 0 16,-26-25-16,25 25 15,0 0-15,1-24 16,-26 24 0,25 0-1,0 0-15,-24 0 16,24 0-16,0 0 16,0 0-1,1 0 1,-1 24-1,0 1 1,-25 25-16,26-25 16,-26 49-16,0-24 15,1 24-15,-1 25 16,25-49-16,0-1 16,1 1-16,-1 0 15,25-1-15,-25-24 16,25 0-16,0 0 15,0 24-15,0 1 16,0-25-16,0 49 16,0-24-16,0 24 15,0-49 1,25 0-16,0 49 16,-1-49-16,1 25 15,0-1-15,0-24 16,24 25-16,-24-1 15,0-24-15,25 0 16,-25 0-16,-1-1 16,26 1-16,-25-25 15,0 0-15,-1 25 16,26 0-16,24-25 16,-24 0-16,0 0 15,-1 0-15,1 0 16,-1 0-16,51 0 15,-26 0-15,-24 0 16,24 0 0,-49 0-16,49-25 0,-24 25 15,0-25-15,-1 25 16,1-49-16,-25 24 31,-1 0-31,1 0 16,-25 0-16,0 1 15,0-1-15,0 0 16,25-25-16,-25 1 16,0-1-16,0 25 15,0 1-15,0-26 16,0 0-16,0 26 16,0-26-16,0 25 15,0-25-15,-25 1 16,0 24-16,25-25 15,-24-24-15,-1 24 16,25-24-16,-25 49 16,25-24-1,-25 24-15,25-25 16,-25 25-16,25-24 16,-24 24-16,24 0 15,0 0 1,-25 1-16,25-1 31,-25 25-31,25-25 16,-25 25-16,0-25 15,0 25 48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21-06-05T08:25:05.81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18058 6499 0,'-25'25'62,"0"-25"-62,0 0 16,25 24-16,0 1 15,-24-25 1,24 25 0,0 0-1,-25 49-15,25-49 16,0 0-16,0 0 15,0-1-15,0 1 16,0 0-16,0 0 16,0 0-16,-25 24 15,25 1 1,-25 0 0,25-26-1,0 1 1,0 0-1,0 0 1,0 0 0,0-1-16,25-24 15,0 25 1,0 0-16,-1-25 16,1 0-16,0 0 15,0 0-15,0 0 16,-1 0-16,1 0 31,0 0 0,0 0 1,0-25-32,-25-24 15,24-1 1,-24 0-1,0 26 1,0-26 0,25 50-16,-25-25 15,0-24-15,0 24 16,0 0 0,0 0-1,0-25 16,0 26-31,0-1 16,0 0-16,0 0 16,0 0-16,0 1 47,-25 24-47,1-25 15,24 0 16,-25 0-15,-25 0 0,25 1-1,1-1 1,-1 25 0</inkml:trace>
  <inkml:trace contextRef="#ctx0" brushRef="#br0" timeOffset="1684.63">24681 6573 0,'-25'0'78,"0"0"-47,0 0 1,0 0-17,1 0 1,-1 0 0,0 25-16,0 25 15,25-26 16,-25 26-31,25-25 16,-24 0 0,24-1-1,0 1 1,-25-25 0,25 25-1,0 25 1,0-25-16,0-1 15,0 1-15,0 0 16,0 0-16,25 0 16,24-1-1,-24 1-15,-25 0 16,50 0-16,-1 0 16,26-25-16,-51 24 15,1-24-15,0 0 16,0 25-1,0-25 17,-1 0-17,1 0 17,0 0-1,0-25-31,-25 1 15,0-1-15,0 0 16,0 0-16,25 0 16,-25 1-16,0-1 15,25 0 1,-25 0-16,24 25 16,-24-25-16,25 1 15,-25-1 1,0 0-1,0-25-15,0 25 0,0 1 16,0-1 0,0 0-16,0 0 0,0-24 15,0-1 1,0 0 0,0 26-1,0-1-15,0 0 16,0 0-16,0 0 15,0 1 1</inkml:trace>
  <inkml:trace contextRef="#ctx0" brushRef="#br0" timeOffset="5240.85">21803 6102 0,'-24'0'31,"24"-25"-15,-50 0-1,25 25-15,0-24 16,-24 24-16,24-25 15,0 25-15,-25 0 16,1 0 0,24 0-1,0 0 1,0 0-16,1 0 16,-1 0-1,0 0 16,0 0-15,0 0-16,1 25 16,-1-1-1,0 1 1,25 0-16,-25 0 16,25 0-1,-25-1-15,25 26 16,-24-25-16,24 0 15,-50 24-15,25-24 16,25 0 0,-25-25-16,25 25 15,0-1-15,0 1 16,0 0 0,0 49-16,0-49 15,0 0 1,0 25-16,0-26 15,0 1-15,0 0 16,0 0 0,0 24-1,0-24-15,0 25 16,25 0-16,0-26 16,-25 51-16,0-50 15,25-1-15,-25 1 16,25 25-16,-25-25 15,0 24 1,24-24-16,1 0 16,0 24-1,0-49 1,-25 25 0,25 0-16,-1-25 15,1 25 16,0-25-15,0 0 0,0 25-16,-1-25 15,1 0 1,0 0 0,0 0-16,0 0 15,-1 0-15,1 0 16,0 0-1,0 0 1,0 0 0,-1-25-1,1 0 17,0 25-32,0-25 0,0 0 31,0 1-31,-1-1 15,-24 0-15,0 0 16,50 0 0,-50 1-1,25-1-15,-25 0 16,25 0 0,-25 0-1,24 1-15,-24-1 16,25 0-1,-25 0 17,25 0-17,-25 1 1,0-1 0,0 0-1,25 0 1,-25 0-16,0-24 15,0 24 17,0 0-32,0 0 15,0 0 1,0 1 0,0-1-16,0 0 15,0 0 1,0 0 31,0 1-32,0-1 1,0 0-16,0 0 31,-25-24-15,25 24-1,-25 25 1,25-25 0,-25 0-16,25 0 31,-24 1-15,-1-1 15,25-25 0,0 25-15,-25 1 15,0-1 47,25 0 0,-25 0-31,25 0 0,0 1-31,-24 24-1,24-25 1,-25 25 15,0-25-15</inkml:trace>
  <inkml:trace contextRef="#ctx0" brushRef="#br0" timeOffset="11494.28">23912 6251 0,'-25'0'62,"0"-25"-46,-25-25-16,26 50 16,-26-24-16,0-26 15,26 25-15,-26-24 16,0 49-16,1-25 16,-1 25-16,1 0 15,-1-25-15,0 0 16,1 25-16,-1 0 15,25 0-15,-24 0 16,24 0-16,-25 0 16,26 0-16,-1 0 15,0 0 1,0 0-16,-24 0 0,24 0 16,-25 0-16,25 0 15,-24 50-15,24-50 16,-50 25-1,75-1 1,-49-24-16,-1 50 16,25-50-16,1 0 15,-1 25-15,0-25 16,25 25-16,-25-25 16,0 24-1,-24 1 1,49 0-1,-25 0 1,25 0-16,-25 24 16,0-24-1,1 25-15,-1-50 16,25 24 0,-25-24-1,25 25 1,-50 0-1,26-25 1,-1 25 0,0 0-1,0-25 1,0 0 0,25 24 15,-24-24-31,24 25 15,-25-25 1,25 25 0,0 0-1,0 0 1,-25-1 0,25 26-1,0-25-15,0 0 16,0-1-1,0 1-15,0 0 16,0 0-16,0 49 16,0-49-16,0 0 15,0 0-15,0 0 16,0 24-16,0-24 16,25 25-16,-25-26 15,25 1-15,-25 0 16,24 0-16,-24 0 15,50 24 1,-50-24-16,25 0 16,0 24-16,24-24 15,26 25-15,-51-50 16,26 49 0,0-24-16,24 0 15,-24 25-15,24-26 16,-24 1-16,49-25 15,-25 25-15,1-25 0,24 25 16,-25-25 0,-24 25-16,0-25 15,-1 0-15,-24 0 16,49 24-16,-49-24 16,25 0-16,-25 0 15,-1 0 1,51 0-16,-50 0 15,-1 0-15,26 0 16,-25 0 0,24-24-1,-49-1-15,50 25 16,0-50 0,-26 50-16,-24-25 15,25 25 1,25-49-16,-50 24 15,25 0-15,0 25 16,-25-25-16,49 1 16,-49-1-16,0 0 0,0 0 15,25 0 1,-25 1 0,25-1-16,-25 0 15,0 0-15,0 0 16,0 1-1,0-26-15,0 25 16,0 0 0,0 1-16,0-1 31,0 0-31,0 0 16,0 0-16,0 1 15,0-1-15,0 0 16,0 0-16,0 0 0,0 1 15,0-1 1,0-25-16,0 25 16,0 0-16,0 1 15,0-1-15,0 0 16,0 0-16,0 0 16,0-24-1,0 24-15,0 0 16,-50 0-16,25 1 15,25-1 1,0 0-16,-49-49 0,49 49 16,-25-25-16,25 25 15,-25 1 1,25-1-16,0 0 31,-25 0-31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21-06-05T08:31:09.63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10740 9103 0,'0'-24'125,"0"-26"-109,-24 25 0,24 0-1,-25 25 1,0-25-16,0 25 16,0-24-1,1 24-15,-1-25 16,0 25-16,0 0 15,0 0-15,-24 0 16,24 0 0,0-25-16,-24 25 15,24 0-15,-25 0 16,25 0-16,-24 0 0,24 0 16,0 0-16,0 0 15,1 0 1,-1 0-16,-25 0 15,0 0-15,26-25 16,-1 25-16,0 0 16,0 0-1,0 0-15,1 0 16,-51 0-16,50 0 16,1 0-1,-1 0-15,0 0 16,0 0-1,0 0-15,1 0 16,-1 0 0,0 0 15,0 0-15,0 0-1,1 0-15,-26-25 31,25 25-15,0 0 0,1-24-1,-26 24 1,25 0-16,0 0 31,1 0-15,-1 0 15,-25 0-15,50 24-1,-25-24-15,1 25 16,-1-25-16,0 0 16,25 25-1,-25-25-15,0 25 16,-24-25-1,49 25 1,-25-25 0,-25 49 31,50-24-16,0 25-16,-25-50-15,25 25 16,0 24-16,-24 1 31,24-25-31,-25 49 16,0-24 0,25-1-16,-50-49 15,50 25 1,0 0-1,-24-25-15,24 25 16,0-1 0,-25-24-1,25 25-15,0 0 16,0 0 15,0 0-15,0-1-1,0 1 1,0 0 0,0 0-1,0 24-15,0-24 16,0 25 0,25-1-1,-1 1-15,-24-25 16,0 0-1,50 24-15,-50-24 16,25 0 0,-25 0-16,25 24 15,-1-24 17,-24 0-17,0 0 1,25-25-16,-25 25 31,25-1-15,25 1 15,-26-25-15,1 25-1,0 0 1,0-25-1,0 0 1,0 0 0,24 0-1,-24 25-15,0-25 16,24 0-16,1 0 16,0 0-16,-1 0 15,-24 0-15,0 0 16,0 0-16,-1 0 15,1 24-15,0-24 32,25 0-1,-26 0 0,1 0-31,0 0 31,0 0-15,0 0-16,-1 0 16,1 0-16,25 0 15,-1 0-15,-24 0 16,25 0-16,-25 0 16,-1 0-16,1 0 15,0 0-15,0 0 16,0 0-16,24 0 15,-24 0 17,25 0-32,-1 0 15,-24 0-15,0 0 16,0 0 0,0 0 15,-1 0-16,1 0 1,-25-24 0,25 24-16,0-25 15,0 25-15,-1 0 16,-24-25 0,25 0-1,0 0 16,0 25-31,-25-24 16,25-1 0,-25 0-1,24 0 1,1 0-16,0 1 16,0-1-16,-25 0 15,25 0 1,-1 25-1,-24-25 1,25 0 0,-25-24-1,25 49 1,-25-25-16,0 0 16,25 0-1,-25 1 1,25 24-1,-25-25-15,0 0 16,0 0 0,0 0-16,0 1 15,0-1-15,0 0 32,0 0-32,0 0 15,0 1 1,0-1-1,0-25 1,0 25-16,-25 25 16,25-24-1,-25-1 48,25 0-32,0 0 32,0 0-48,0 1 1,0-1-1,0 0 1,0 0 0,0 0 15,0 1-15,0-1 15,0 0 78,0 0-46,0 0-48,0 1 48,0-1-32,0 0 0,0 0 79,0 0-95,0 0 1</inkml:trace>
  <inkml:trace contextRef="#ctx0" brushRef="#br0" timeOffset="5231.38">8582 9004 0,'0'-25'78,"0"0"-62,0 1-1,-24 24-15,24-25 16,-50 25-16,0-25 16,26 25-16,-51 0 15,26-50 1,-26 50-16,50 0 15,-24-24-15,-1 24 16,-24 0-16,-26-25 16,76 25-16,-51 0 15,50 0-15,-74 0 16,74 0-16,-24-25 16,-1-25-16,1 50 15,-1 0-15,25 0 16,0 0-16,1 0 15,-26 0-15,0 0 16,26 0-16,-51 0 16,50 0-1,1 0 1,-1 0-16,0 0 16,0 0-16,-24 25 15,24 0-15,-25 0 16,1 0-1,24-1 1,0 1-16,0 0 16,0 0-1,0 0-15,25-1 16,0 1-16,-24 25 16,24-25-16,-25 24 15,25-24-15,0 25 16,0-25-16,0-1 15,0 1 1,0 0-16,0 0 16,0 24-1,0 26-15,0-50 0,0 24 16,0-24 0,0 25-1,0-26-15,0 1 16,0 25-16,0-25 15,0 24-15,0-24 16,0 25-16,0-26 16,0 26-16,0 0 15,0-26 1,25 26 0,-1-25-16,26 25 15,-25-26-15,0 1 16,24-25-1,-49 25-15,75-25 16,-26 25-16,26-25 16,24 0-1,0 49-15,-24-49 16,-26 0-16,26 0 16,-51 0-16,1 0 0,25 25 15,-1-25-15,-24 0 16,25 0-1,-25 0 1,-1 0-16,1 0 16,0 0-1,0 0-15,0 0 16,-1 0-16,26-25 16,-25 25-1,25-24-15,-26 24 16,1-25-1,0 25-15,49-50 0,-24 50 16,-50-25 0,50 1-16,-26-1 15,26 25 1,0-25 0,-26-25 15,1 50 0,-25-25-31,50-24 16,-50 24 15,25 0-31,-25 0 16,24-24-1,1-1 1,-25 25-16,0 1 15,0-1-15,0-25 16,0 1 0,0 24-16,0 0 0,0 0 15,0 0 1,0-24-16,0 24 0,0 0 16,0 0-16,0 1 15,0-26 1,0 0-1,0 26-15,0-1 16,0 0-16,0 0 31,0 0-31,0 1 16,0-1-16,0 0 16,-25-25-1,25 25 1,0 1-16,-24-1 15,24 0 1,0 0 0,-25 25 15,25-25-15</inkml:trace>
  <inkml:trace contextRef="#ctx0" brushRef="#br0" timeOffset="19139.71">8905 11311 0,'0'25'47,"25"-25"-32,-1 25 1,26-25-1,-25 0 1,0 0-16,24 24 16,1-24-16,-25 0 15,0 0 1,-1 0-16,1 0 16,0 0-16,0 0 15,24 0 1,1 0-1,0 0-15,-1 0 16,-24 0 0,25-24-16,-26 24 15,1 0 1,-25-25 0,25 25-1,0 0 1,0 0-1,-1 0 1,1 0 0,0 0-1,0 0 1,0 0 0,-1 0-16,1 0 15,0 25 32,0-25-31,-25 24 31,25-24-1,-1-24 48,1-1-94,-25 0 16,0 0-1,50 0-15,-50 1 16,0-1-16,25 0 47,0 25-31,-1 0-1,1 0 1,0 0-1,0 0-15,0 0 16,24 0 0,-24 0 15,0 0-15,0 0-16,-1 0 15,26 0 1,-25 0-1,24 0 1,-24 0-16,0 0 16,0 0-1,24 0 17,-24 25-17,0-25 1,0 0-1,0 0-15,-1 0 16,1 0 0,0 0-16,0 0 15,0 0-15,-1 0 16,1 0 0,0 0-16,0 0 15,0 0-15,-1 0 94,-24-25-63</inkml:trace>
  <inkml:trace contextRef="#ctx0" brushRef="#br0" timeOffset="21157.37">9748 11212 0,'0'25'94,"0"24"-63,0-24-15,0 0-16,0 0 15,0-1 1,0 1 0,-25 0-16,25 0 15,-24 0 1,-1-25-1,0 0 1,0 0 0,0 24-1,1-24 1,-1 0-16,0 0 16,25 25-1,-25-25 1,0 0-1,-24 0-15,24 25 16</inkml:trace>
  <inkml:trace contextRef="#ctx0" brushRef="#br0" timeOffset="21996.22">9227 11559 0,'0'25'93,"0"0"-77,0-1 15,0 1-15,0 0-16,0 0 15,25-25 126,0 0-125,0 0-1,24-25-15,-24 0 16,0 25-16,0 0 16,24 0-16,-24 0 15,0 0 1,0-25-16,0 25 15</inkml:trace>
  <inkml:trace contextRef="#ctx0" brushRef="#br0" timeOffset="30605.96">3497 12774 0,'25'0'16,"0"0"31,0 0-47,0 0 15,-1 0-15,1 0 16,0 0-1,0 0-15,0 0 0,0 0 16,-1 25 0,26-25-16,0 0 15,-1 25-15,-24-25 16,49 0-16,1 0 16,-26 0-16,1 0 15,0 0-15,-1 0 16,1 0-16,-1 0 15,1 0-15,0 0 16,-26 0-16,76 0 16,-51 0-16,1 0 15,-1 0-15,1 0 16,0 0-16,-25 0 16,-25 25-16,24-25 31,1 0-31,0 0 15,0 0-15,24 0 16,-24 0-16,0 0 16,25 0-16,-1 0 15,1 0-15,-25 0 16,-1 0-16,1 0 16,-25 25-16,50-25 15,-1 0 1,-24 0-16,25 0 15,-1 0-15,-24 0 16,25 0-16,-1 0 16,-24 0-1,25 0 1,-25 0 0,-1 0-1,1 0 16,0 0-15,0-25 0,-25-25-1,25 25-15,-25 1 16,25 24-16,-25-50 16,24 50-16,-24-25 15,0 0-15,25 1 16,-25-1 15,0 0-31,0 0 16,0 0-1,25 1-15,-25-1 16,0 0-16,0 0 16,0 0-1,0 1 1,25-26-16,-25 25 15,0-24-15,0 24 16,25-25 0,-25 25-16,0-24 15,0-1 1,0 0-16,0 26 16,0-1-1,0 0-15,0 0 16,0 0-1,0 1-15,0-1 16,0 0-16,0 0 16,0 0-1,0 1-15,0-1 16,0 0 0,0-25 15,0 26-16,0-1 32,0 0-15,0 0-1,-25 25-16,-25-25 1,25 25-16,1 0 16,-1 0-16,25-24 15,-25 24-15,-25 0 16,25 0 0,1 0-16,-26 0 15,25-25-15,0 0 16,1 25-16,-1 0 15,-25-25-15,1 25 16,-1 0-16,0 0 16,1 0-16,24 0 15,0 0-15,-24 0 16,24 0-16,0 0 16,0 0-16,0 0 15,1 0 1,-1 0-16,0 0 15,-49 0-15,49 0 16,0 0 0,0 0-16,0 0 15,1 0-15,-1 0 16,0 0 0,0 0-1,0 0 1,0 0-1,1 0 1,-1 0-16,0 0 16,0 0-1,0 0 1,-24 0-16,24 0 16,0 0-16,0 0 15,-24 0 1,24 0-16,-25 0 0,1 0 15,-1 0-15,25 0 16,-24 0 0,-1 0-1,25 0 1,1 0 0,-1 0-1,0 0 1,0 0-1,0 0 1,1 0 0,-1 25-1,0-25 1,0 0-16,0 0 16,1 0-1,-1 0 1,0 0-16,0 0 31,0 0-31,-24 25 16,-1 0-1,25-1 17,0-24-17,1 0-15,-26 25 16,25 0-1,0 0 1,1-25 0,-1 49-1,0-24 1,25 25 31,-25-50-47,25 25 15,0 24 1,0-24-16,0 0 16,0 0-1,0-1-15,0 26 16,0 0-16,0-26 16,0 26-16,0 0 15,0-1-15,0 26 0,0-26 16,0 1-1,0 0 1,0-26-16,0 26 16,0 24-16,0-49 15,0 25-15,0-25 16,0-1-16,0 1 16,0 0-1,0 0 16,0 0-15,0-1 0,0 1-1,0 0 95,0 0-32</inkml:trace>
  <inkml:trace contextRef="#ctx0" brushRef="#br0" timeOffset="41924.24">11311 11757 0,'0'-24'63,"-25"24"-48,-24-25-15,24 0 32,0 25-17,0 0-15,0 0 16,-24-25-1,-1 25 1,25 0-16,-24 0 16,24 0-16,0 0 15,0-25-15,0 25 16,1 0-16,-1 0 16,-25 0-16,25 0 15,-49 0-15,24 0 16,-24-24-1,-25 24-15,74 0 0,-25 0 16,1 0-16,-1 0 16,-24 0-16,-1 0 15,26 0 1,-26 0-16,50 0 16,1 0-16,-51 0 15,50 0-15,1 0 16,-1 0-16,0 0 15,0 0-15,0 0 16,1 0 0,-1 0-1,0 0 1,0 0 0,0 0-1,1 0-15,-1 0 16,0 0 15,0 0-31,0 0 16,1 0-1,-1 24 1,0-24-16,-25 25 0,26-25 31,-1 25-31,0 0 16,0-25-16,0 0 15,-24 49-15,24-49 32,0 25-32,0-25 15,25 25-15,-24-25 16,-1 25 15,-25 0-31,25-1 0,0 1 16,25 0-16,-49 25 15,24-50-15,25 24 16,-25 1 0,0-25 15,-24 25-31,49 0 16,-25 0-1,0 49-15,0-24 16,25-25-16,-24 24 15,24-24-15,0 0 16,0 49-16,-25-74 16,25 25-16,0 0 15,0 0-15,0-1 16,0 26-16,0 0 16,0-26-16,0 26 15,0-25-15,0 0 16,25-1-1,-25 1-15,24 25 16,-24-25-16,25-25 16,-25 24-16,25 1 15,0-25-15,-25 25 0,25-25 32,-1 25-17,1-25 1,0 25-1,0-25-15,0 0 16,24 0-16,-24 0 16,0 24-16,25-24 15,-26 0-15,26 0 16,-25 0-16,49 0 16,1 0-1,-26 0-15,1 0 16,-1 0-16,1 0 0,0 0 15,-1 0-15,50 0 16,-24 0 0,-50 0-16,49 0 15,25 0-15,-24 0 16,-26 0-16,26 0 16,-1 0-16,-24 25 15,-1 0-15,26-25 16,-1 25-16,-49-25 15,25 0 1,-26 25-16,26-25 16,0 0-1,-1 0-15,-24 0 16,0 0-16,0 0 16,-1 0-1,1 0 16,0 0 1,0-25-32,-25 0 15,25 25 1,-1-50-16,-24 26 16,0-26-16,25 25 15,0 0-15,-25-24 16,0 24-16,25 0 15,0 0-15,-25-49 16,24 49-16,1-24 16,-25-1-16,25 25 15,-25-24 1,50 24-16,-50 0 0,0 0 16,25-24-16,-25 24 15,0 0-15,24 25 16,-24-25 15,0 0-15,0 1-16,25-1 15,-25 0 1,0-25 0,0 25-1,25 1-15,0-1 31,-25 0-31,0 0 16,0 0 0,0-24-1,0 24 1,0 0-16,0 0 31,0 1-31,0-1 16,0 0-16,0 0 15,0 0 1,0 1-16,0-1 16,0 0-1,0 0 63,-25 25-46</inkml:trace>
  <inkml:trace contextRef="#ctx0" brushRef="#br0" timeOffset="44526.48">5209 14660 0,'25'0'15,"24"24"1,-24 1-1,25 0-15,-25-25 0,24 50 16,26-1-16,-51-49 16,26 25-16,-25-25 15,49 25-15,-49-25 16,25 0 0,-1 0-16,1 0 15,-25 0-15,0 0 16,-1 0-16,26 0 15,24 0-15,1 0 16,-1 0-16,25 0 16,-24 0-16,-26 0 15,51 0-15,-26 0 16,-24 0-16,-26 0 16,26 0-16,0 0 15,-1 0-15,1 0 16,-25 0-16,24 0 15,-24 0-15,0 0 16,0 0 0,0 0-16,-1 0 15,1 0-15,0 0 32,0 0-1,0 25 0,-25-1-15,0 1-16,0 0 15,0 0 1,24-25 187,26 0-47,-50-25-140,50-49-16,-26 24 16,1 25-1,0 0-15,25 1 16,-26-26-16,26 25 15,-50 0-15,25 1 16,0 24 0,-1-25-16,1 25 15,25-25 1,-25 25 0,-1 0-1,1 0-15,0 0 16,0 0-16,0 0 15,24 0-15,-24 0 16,0 0-16,24 0 16,1 0-1,0 0-15,-1 0 16,-24 0-16,0 0 16,25 0-16,-26 0 15,1 0-15,0 0 78,0 0-46,-25-25-32,0 0 15,0 1 1,0-1-16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3.49754" units="1/cm"/>
          <inkml:channelProperty channel="Y" name="resolution" value="33.53712" units="1/cm"/>
          <inkml:channelProperty channel="T" name="resolution" value="1" units="1/dev"/>
        </inkml:channelProperties>
      </inkml:inkSource>
      <inkml:timestamp xml:id="ts0" timeString="2021-11-27T08:13:02.60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10434 12427 0,'-25'0'0,"50"0"0,-75 0 0,25 0 16,0 0-16,0 0 16,1 0-16,-1 0 15,-25 0-15,0 0 16,25 0 0,0 0-16,0 0 15,0 24 1,0 1-1,1 25-15,24-25 16,-25 25-16,-25 0 16,25-25-16,25 49 15,-25-24-15,25-25 16,-50 50-16,50 24 16,0-49-1,0 0-15,0-25 0,0 25 16,0-1-16,0 26 15,25-50-15,-25 0 16,25 0 0,0 25-1,0-50-15,0 24 16,0-24 0,24 0-16,1 0 15,-25 0 1,25 0-16,-25 0 15,25-24-15,-25-1 16,24 0 0,-49 0-16,75-50 15,-75 25-15,25 50 16,25-49-16,-50 24 16,25-25-16,0 0 15,-25 0 1,0 0-16,0 26 15,0-26-15,0 25 0,0 0 16,0-50-16,0 50 16,0 0-16,0-24 15,0 24 1,0 0-16,-25 25 16,25-25-16,-25 0 31,0 25-16</inkml:trace>
  <inkml:trace contextRef="#ctx0" brushRef="#br0" timeOffset="444.37">9762 12999 0,'49'25'16,"1"-25"-1,-25 0-15,25 0 16,0 0-16,-1 0 16,1 0-1,25 0-15,-25 0 16,-25 0-16,25 0 0,-26 0 15,1 0-15,0 0 16</inkml:trace>
  <inkml:trace contextRef="#ctx0" brushRef="#br0" timeOffset="818.13">10932 13149 0,'0'0'0,"25"0"0,25 0 16,-1 0-1,26 0-15,0 0 16,49 0-16,-49 0 15,-25 0-15,50 0 16,-26 0-16,-24 0 16,-25 0-16,0 0 15</inkml:trace>
  <inkml:trace contextRef="#ctx0" brushRef="#br0" timeOffset="1231.85">11231 12974 0,'25'0'47,"0"0"-31,49 0-1,1 0-15,-25 0 16,49 0-16,-74 0 16,0 0-16</inkml:trace>
  <inkml:trace contextRef="#ctx0" brushRef="#br0" timeOffset="1984.83">12600 12377 0,'-49'25'93,"-1"0"-93,-50 49 0,50 1 16,-24 0-16,74-1 16,0-24-1,0 25-15,0 0 16,0-26-16,0 51 16,49-50-16,1 0 15,0-1-15,0-24 16,-25 0-16,49-25 15,-24 0-15,0 0 16,0 0-16,-25 0 16,50 0-16,-26-25 31,-49-49-31,25 24 0,-25 25 16,0-50-16,0 50 15,0-25-15,-50 1 16,50 24-1,0-25-15,0 25 16,0 0-16,-49-25 16,24 1-1,25 24-15,-25-25 16,25 25 0,0 0-16</inkml:trace>
  <inkml:trace contextRef="#ctx0" brushRef="#br0" timeOffset="2387.69">13248 13248 0,'0'-25'109,"25"0"-109</inkml:trace>
  <inkml:trace contextRef="#ctx0" brushRef="#br0" timeOffset="3345.83">13895 12402 0,'-50'-25'62,"-24"25"-62,24 0 16,25 0-16,-50 0 16,50 0-1,-24 0 1,-1 0-16,25 0 15,0 25-15,25 24 16,0 1-16,0 0 0,0-25 16,0 25-1,0 0-15,0-26 16,25 26 0,-25-25-16,25-25 15,0 0 1,0 25-16,0-25 15,24 0-15,-24 0 16,50 0-16,0-25 16,-50 0-1,24 25-15,1-50 16,0 50-16,-25 0 16,0 0-16,0 0 46,0 25-30,-25 0-16,25 0 16,-25 0-16,0 0 15,0 25-15,24 0 16,-24-1-16,0 1 16,0 0-1,0-25-15,0 0 31,-24-25-31,-1 25 16,-50-25-16,50 0 16,0 0-16,0 0 15,-25 0-15,25 0 16</inkml:trace>
  <inkml:trace contextRef="#ctx0" brushRef="#br0" timeOffset="6290.92">12625 14518 0,'0'50'31,"0"50"-16,0 24-15,0-74 16,0 0-16,25 49 16,-25-24-16,50 25 15,-50-75-15,0 24 16,0-24-16,0 0 16,-25-50 62</inkml:trace>
  <inkml:trace contextRef="#ctx0" brushRef="#br0" timeOffset="6754.62">12277 14518 0,'0'-25'16,"25"25"15,49 0-31,-49-25 16,50 1-16,-25 24 15,24 0-15,1-25 16,0 25-16,-25 0 16,24 0-16,-24 0 15,-25 0 63</inkml:trace>
  <inkml:trace contextRef="#ctx0" brushRef="#br0" timeOffset="7288.23">12426 15514 0,'25'-25'31,"25"25"-31,-25 0 16,49 0-16,-49 0 16,50-24-16,-25 24 15,49-25-15,-74 25 16,25 0-16,25 0 16,-25 0-1,-1 0-15,-24-25 0,0 25 16,0 0-16,0-25 62</inkml:trace>
  <inkml:trace contextRef="#ctx0" brushRef="#br0" timeOffset="7817.92">13522 14369 0,'0'-25'16,"0"50"15,-25 0-15,0 25-16,25-26 15,-25 76-15,25-25 16,-25-1 0,25-24-16,0 0 0,0 25 15,25 24-15,50 26 16,-1-50-16,-24-1 15,25 1-15,-50-75 32,0 0-17,0 0 17</inkml:trace>
  <inkml:trace contextRef="#ctx0" brushRef="#br0" timeOffset="8382.44">13995 14543 0,'0'0'0,"-25"-25"16,0 25-1,0 0 16,0 0-15,0 0 0,0 50-16,25 0 15,0 25 1,0-1-16,0 1 0,0-25 16,0 0-16,50 24 15,-25-49-15,-25 0 16,50 0-16,-25-25 15,0 0 1,50 0 15,-75-25-31,24-25 16,-24 1-16,0-1 0,0 0 16,0 25-1,0 0-15,0 0 16,0-50-16,0 51 15,0-26-15,0 25 16</inkml:trace>
  <inkml:trace contextRef="#ctx0" brushRef="#br0" timeOffset="8712.35">14742 15041 0</inkml:trace>
  <inkml:trace contextRef="#ctx0" brushRef="#br0" timeOffset="9365.68">14891 14394 0,'-25'0'78,"25"50"-62,0-26-16,0 1 15,0 0-15,0 0 16,0 0-16,0 25 15,0 0-15,25-25 16,0-1-16,0 1 16,25 25-16,-25-25 15,0 0 1,0-25-16,24 25 16,-49 0 62,0 0-78,-24 0 15,-1 0-15,0-1 16,25 1-16,-25-25 16,25 25-16</inkml:trace>
  <inkml:trace contextRef="#ctx0" brushRef="#br0" timeOffset="9916.52">15389 14294 0,'50'50'63,"-50"25"-48,50-50-15,-50 24 16,25 26-16,0-25 16,0 25-16,-25-26 15,0 26-15,0-50 16,0 75-16,0-75 16,0-1-16,0 1 15,0 0 1,-25-25-1</inkml:trace>
  <inkml:trace contextRef="#ctx0" brushRef="#br0" timeOffset="10260.48">16112 14767 0,'24'0'0,"26"0"15,0 0 1,0 0 0,-25 0-16,0 0 15,0 0-15,-1 0 0,1 0 16,-25-25-1,25 0 1</inkml:trace>
  <inkml:trace contextRef="#ctx0" brushRef="#br0" timeOffset="10981.06">16112 14518 0,'0'-25'47,"24"25"-32,1 0-15,0 0 16,0 0-16,0 0 16,0 0 46,0 0-46,0 0-1,25 0-15,-26 0 16,26 0-16,-25 0 16,50 0-1,-50 0 1,0 0-16</inkml:trace>
  <inkml:trace contextRef="#ctx0" brushRef="#br0" timeOffset="12636.05">18178 13821 0,'0'-25'47,"0"-25"-47,25-24 16,-25 24-16,25 0 16,-25 0-1,25 25-15,0-25 0,0 1 16,0 24-16,-25 0 15,25 0 1,25 75 62,-50 49-62,0-49-1,0 75-15,49-51 16,-24 26-16,0-50 16,25 0-16,25 49 15,-75-74 17,0 0-1</inkml:trace>
  <inkml:trace contextRef="#ctx0" brushRef="#br0" timeOffset="13053.97">18104 14344 0,'25'0'0,"49"0"16,26 0 0,-50 0-16,24 0 15,76 0-15,-26 0 0,51 0 16,24-25 0,0 25-16,-49-25 0,24 0 15,-75 0 1,-74 25-16</inkml:trace>
  <inkml:trace contextRef="#ctx0" brushRef="#br0" timeOffset="13821.53">18552 14942 0,'-25'0'0,"0"0"16,0 0-1,25 25-15,-50 49 16,50-49-16,0 25 16,0 0-16,0-25 15,0 0-15,0 24 16,0-24-16,0 25 16,25-50-1,0 0 1,50 0-16,0 0 15,-26 0 1,1 0-16,25-25 16,-25-25-1,24-49-15,-24 74 16,-50-25-16,25 25 16,-25-50-16,0 51 15,0-1-15,0 0 16,0-25-16,-25 25 31,25 0-15,-25 25-16,25-25 15,-25 0-15,1 25 32</inkml:trace>
  <inkml:trace contextRef="#ctx0" brushRef="#br0" timeOffset="14178.29">19473 15315 0,'-25'0'62,"1"-25"-62,-1 0 16</inkml:trace>
  <inkml:trace contextRef="#ctx0" brushRef="#br0" timeOffset="14830.93">19722 14668 0,'-25'0'63,"-24"0"-48,-1 0-15,50 25 16,0-1 0,-25 1-16,25 25 15,0-25-15,0 0 16,0 25 0,25-50-16,25 50 15,-25-25 1,-1-25-16,1 0 47,0 49-47,0-49 15,0 25 17,-25 0-17,0 0-15,0 0 16,0 25-1,0 0-15,-25-26 16,0 1-16,0-25 16</inkml:trace>
  <inkml:trace contextRef="#ctx0" brushRef="#br0" timeOffset="15500.84">19971 14493 0,'50'0'0,"-25"0"31,0 0-31,0 0 16,-50 25 46,0 0-62,0 0 16,25 0-16,-25 0 15,25 0 1,25-25 62,0 0-62,75 0-16,-75 0 15,49 0-15,-24 0 16,0 0 0,-25 0-1,0 0 1</inkml:trace>
  <inkml:trace contextRef="#ctx0" brushRef="#br0" timeOffset="15878">20594 14244 0,'0'0'0,"149"-25"31,-24 1-31,-75-1 0,24 25 16,-49 0-1</inkml:trace>
  <inkml:trace contextRef="#ctx0" brushRef="#br0" timeOffset="16246.76">20345 13970 0,'25'0'0,"0"0"16,0 0 0,0 0-16,-1 0 15,1 0-15,0 0 16,25 0-16,0 0 16,0 0-16,-25 0 15,-1 0-15</inkml:trace>
  <inkml:trace contextRef="#ctx0" brushRef="#br0" timeOffset="16867.18">22063 13497 0,'-50'50'47,"-24"50"-47,-26-50 16,-24 49-16,49-24 15,-25 24-15,75-74 0,-25 0 16,50 0 47,75 0-63,0-25 15,0 0-15,-26 0 16,1 0-16,50 0 15,-1 0-15,1 0 16,0 0 0,-1 0-16,-74 0 15,-25-25 32,0 0-31,0 0-16,0 0 15,0-24-15</inkml:trace>
  <inkml:trace contextRef="#ctx0" brushRef="#br0" timeOffset="17252.45">22138 13547 0,'0'25'16,"0"25"0,25 49-16,-25 1 15,25 0-15,-25-26 16,0 1-16,25 50 0,-25-1 15,24 25 1,1-24-16,0 24 16,25-49-16,-25 0 15,-50-125 79</inkml:trace>
  <inkml:trace contextRef="#ctx0" brushRef="#br0" timeOffset="23309.48">10708 16635 0,'-50'25'109,"25"-25"-93,-25 50-16,25-50 16,-24 25-1,24-1 1,25 1-16,0 0 16,-25 25-16,25-25 15,0 25-15,0 0 16,0 24-16,0 1 15,0 25-15,0-51 16,0 1-16,0 0 16,0 0-16,0-25 15,0 0-15,50 24 16,-50-24 0,49 0-16,-24 0 15,0-25-15,0 0 16,0 0-1,0 0 1,0 0-16,0 0 16,0 0-16,49 0 0,-24-25 15,0 0-15,-50 0 16,0 1 0,25-26-16,-25 25 15,0 0-15,0-25 16,0 25-16,0-25 15,0-24-15,0 24 16,0 0-16,0 0 16,0 0-16,0 1 15,0 24-15,0-25 16,0 25-16,-25 0 16,0-25-16,25 25 15,-50 1 1,50-1-16,-25 0 15,0 25-15,25-25 16,-24 25 15,-1 0-31,0 0 16,-25 0-16</inkml:trace>
  <inkml:trace contextRef="#ctx0" brushRef="#br0" timeOffset="23736.32">10434 17108 0,'25'0'47,"0"0"-31,49 0-16,26 0 15,-50 0-15,-25 0 16,0 0-16,0 0 16,-1 0-16,1 0 15,0 0-15</inkml:trace>
  <inkml:trace contextRef="#ctx0" brushRef="#br0" timeOffset="24079.65">11779 17257 0,'0'0'0,"25"0"0,99 0 16,-99 0-1,0 0-15,50 0 0,-51 0 16,26 0-16,-25 0 16,0 0-1</inkml:trace>
  <inkml:trace contextRef="#ctx0" brushRef="#br0" timeOffset="24432.39">11828 17133 0,'25'0'16,"0"0"-1,0 0-15,0-25 16,0 25-1,0 0-15,0 0 16,0 0-16,0 0 16,24-25-1,-24 0 1</inkml:trace>
  <inkml:trace contextRef="#ctx0" brushRef="#br0" timeOffset="25390.14">13895 16261 0,'-50'0'16,"26"0"0,-1 0-1,0 0-15,-25 0 16,0 0-16,0 0 31,25 0-31,1 0 16,-1 0-16,25 25 15,-25 0-15,25 0 16,0 0-16,0 25 16,0 0-16,0-1 15,50 1-15,-1 0 16,-24 0-16,25 0 15,-25-25-15,-25-1 16,50 1-16,0-25 16,-1 0-16,-24 0 15,0 0 1,0 0-16,25 0 31,-50-25-31,25-24 16,0-26-1,-25 50-15,0-25 0,0 25 16,0 0-16,0 1 16,0-51-1,0 25-15,0 25 16,0 0-16,0 0 16,0 0-1,-25 1 1</inkml:trace>
  <inkml:trace contextRef="#ctx0" brushRef="#br0" timeOffset="25713.49">14393 16585 0</inkml:trace>
  <inkml:trace contextRef="#ctx0" brushRef="#br0" timeOffset="27835.7">14966 15738 0,'-25'0'32,"-25"0"30,25 0-62,1 25 16,-51 25-1,50-25-15,0 25 16,25 0-16,-50-1 16,50 1-16,0 0 15,0 0-15,0 0 16,0 0-16,0 49 15,0-74-15,0 25 16,0-25-16,25 49 16,-25-49-16,25 0 15,0-25 1,-25 50-16,25-50 16,0 0-1,-25 25-15,25-25 0,0 0 16,-1 0-1,1 0-15,0 0 16,0 0-16,0 0 16,0 0-1,-25-25-15,0 0 16,0 0-16,0 0 16,0-24-16,0 24 15,0 0 1,0 0-1,0 0 1,-25 0 0,0 0-16,0 0 15,-25 25 1,26 0-16,-1-25 16,0 25-1,-50 0-15,50 0 16,0 0-1,0 0 1,25 25 47</inkml:trace>
  <inkml:trace contextRef="#ctx0" brushRef="#br0" timeOffset="29793.64">13646 17432 0,'0'75'47,"0"-26"-47,75 51 16,-50-25-16,0-50 15,0 74-15,-25-49 16,25 25-16,-1-50 16,-24-1-1,0 1 17,50 0-32</inkml:trace>
  <inkml:trace contextRef="#ctx0" brushRef="#br0" timeOffset="30313.93">13472 17556 0,'75'0'78,"-26"0"-62,1 0-16,0 0 15,0 0-15,25-25 16,-1 25-16,1 0 16,0 0-16,-50 0 15</inkml:trace>
  <inkml:trace contextRef="#ctx0" brushRef="#br0" timeOffset="30780.51">13596 18278 0,'25'0'0,"0"0"16,0 0-1,25 0-15,-25 0 16,0 0-16,0 0 0,74 0 16,-24 0-1,-25 0-15,0-49 16,24 24-16,-24 0 15,25 0-15,-25 0 16,-25 0 0,49 0-16</inkml:trace>
  <inkml:trace contextRef="#ctx0" brushRef="#br0" timeOffset="31624.54">14692 17183 0,'-25'-25'31,"0"25"-15,0 0-16,1 50 15,-1-25-15,0 49 16,25-24 0,-25 25-16,25 0 15,0-1-15,0 51 16,0-51-16,0 26 16,25 25-16,0-26 15,49 1-15,-49-100 16,0 25-1,-25 24-15,25-49 16,0 25-16,0 0 16,0-25-1,-25 25-15,25-25 78</inkml:trace>
  <inkml:trace contextRef="#ctx0" brushRef="#br0" timeOffset="36985.33">15290 17382 0,'-25'0'16,"0"0"15,0 0-31,-25 0 15,25 50 1,0-50-16,1 25 16,24 25-1,0-26-15,0 26 16,0 50-16,0-50 16,0-1-16,0 26 15,0 0-15,24-50 16,1 0-1,0 0-15,0-1 0,0 1 16,0-25 0,0 0-1,0 0 1,0 0-16,0 0 16,74 0-16,-74-49 15,0-1 1,-25-25-1,0 25-15,25 0 16,-25 26-16,0-26 16,0 0-16,0 0 15,0 25-15,-25 25 16,0-50-16,25 26 16,-25 24-1,0-25-15</inkml:trace>
  <inkml:trace contextRef="#ctx0" brushRef="#br0" timeOffset="37293.78">15788 17905 0,'0'-50'78,"0"25"-78</inkml:trace>
  <inkml:trace contextRef="#ctx0" brushRef="#br0" timeOffset="37838.08">16112 16959 0,'0'25'31,"0"24"-15,0 51 0,0 24-16,0-24 15,0-50-15,0 0 16,0 24-16,0 1 15,0-25-15,0 0 16,24-25-16,26 0 16,-25-1-16,0 1 15,0-25 17,0 0-32,0 0 0,0 0 15,0-25-15,-25 1 16,0-1-16,0-50 15,0 50 17,0 0-32,-25 0 15,25 0-15,-25 0 16,0 25-16,-25-24 16,25 24-16,0 0 15</inkml:trace>
  <inkml:trace contextRef="#ctx0" brushRef="#br0" timeOffset="38352.4">16535 16660 0,'25'0'0,"0"0"16,0 50-16,0-25 16,24 49-16,1 26 15,-25-75-15,0 74 16,50 26-16,-50 24 15,24-24 1,-24-26-16,0 26 16,0-75-16,-25 24 15,0-49-15,0 0 16,0 0-16</inkml:trace>
  <inkml:trace contextRef="#ctx0" brushRef="#br0" timeOffset="38687.21">17581 17332 0,'0'-25'15,"25"25"-15,0 0 16,74 0-16,-49-25 15,25 25-15,-50-25 16,0 25-16,24-24 16,-24 24-16,-25-25 31</inkml:trace>
  <inkml:trace contextRef="#ctx0" brushRef="#br0" timeOffset="38969.47">17705 17083 0,'50'0'63,"-25"0"-47,25-50-16,25 50 15,-51 0-15,51-49 0</inkml:trace>
  <inkml:trace contextRef="#ctx0" brushRef="#br0" timeOffset="39534.78">19299 16710 0,'25'0'16,"25"-25"-16,-25-25 15,24 0-15,-24 25 16,25-74-16,-25 74 16,0-25-16,0-25 0,25 1 15,-25-1 1,24 25-16,-49 25 16,50 75 62,-25 74-63,-25-24 1,0 0-16,0-51 16,0 1-16,0 50 0,25-50 15,-25-1-15,0-24 16,0 0-1</inkml:trace>
  <inkml:trace contextRef="#ctx0" brushRef="#br0" timeOffset="39936.18">19175 17083 0,'0'25'0,"49"-25"0,-24 0 16,75 0-1,24 0-15,-99 0 16,75 0-16,49 0 16,26-25-16,24 0 15,0 25-15,-74 0 16,24-50-16,-49 26 15,-1 24-15,-74 0 16</inkml:trace>
  <inkml:trace contextRef="#ctx0" brushRef="#br0" timeOffset="41787.96">18726 17830 0,'-25'0'31,"0"25"0,25 25-15,0-25-16,0 25 0,0 24 15,0-24 1,25 50-16,0-50 16,0-1-16,-25-24 15,25 0 1,0-25 0,0 0-16,0 0 15,0 0 1,0-25-16,-25 0 15,0-24-15,0 24 16,0-25-16,0 25 16,0-25-16,0 0 15,0 25 1,0 1-16,0-1 0,0-25 16,0 25-16,0 0 15,-25 0-15</inkml:trace>
  <inkml:trace contextRef="#ctx0" brushRef="#br0" timeOffset="42051.67">19349 18328 0,'0'-25'93,"0"0"-93,25-74 16</inkml:trace>
  <inkml:trace contextRef="#ctx0" brushRef="#br0" timeOffset="42613.58">19822 17507 0,'-25'0'47,"-25"24"-32,25 51-15,25-25 16,0 25-16,0-1 16,0-24-16,0 25 15,0-25-15,0-25 16,0-1-16,0 1 15,0 0 17,25-25-32,0 0 15,25 0 1,0 0 0,-25 0-1,0 0-15,-25-50 16,0 26-1,0-1 1,0-25 0,0 25-1,-50 0 1,25 25-16,-25 0 16,25 0-16,0 0 15,0 0-15,0 0 16</inkml:trace>
  <inkml:trace contextRef="#ctx0" brushRef="#br0" timeOffset="42921.68">20121 18005 0,'25'0'62</inkml:trace>
  <inkml:trace contextRef="#ctx0" brushRef="#br0" timeOffset="43598.42">20519 17457 0,'-25'0'47,"-24"0"-31,24 0-16,0 25 15,25 24-15,0 1 16,0-25-16,0 25 16,0 25-16,0-50 15,0 24-15,0 1 16,0-25-16,0 0 15,25 25-15,0-50 32,24 25-32,-24-25 0,0 0 15,25 0 1,-25 0-16,0 0 16,0 0-16,-25-50 15,25 25 1,-25 0-16,0-25 15,0 25-15,0 0 16,0-24-16,0 24 16,0 0-1,0-25-15,-25 0 16</inkml:trace>
  <inkml:trace contextRef="#ctx0" brushRef="#br0" timeOffset="43950.7">21092 17930 0,'0'-25'94</inkml:trace>
  <inkml:trace contextRef="#ctx0" brushRef="#br0" timeOffset="44492.75">21441 17257 0,'24'0'15,"-24"25"1,-24 25-1,-1 0-15,-25 25 16,-25 24-16,25-49 16,25-25-16,1 25 15,24-25 1,24-25 46,26 0-62,25-25 16,0 0-16,24 0 0,-49 0 16,-25 0-16,0 25 15,-25-25 48,0 0-48</inkml:trace>
  <inkml:trace contextRef="#ctx0" brushRef="#br0" timeOffset="44864.34">21565 17257 0,'0'100'16,"0"-25"-16,0 24 16,0 1-16,0 25 0,0-76 15,25 26 1,0 0-16,-25 24 15,25-24-15,0 0 16,-25-25-16,0-26 78,0-48-62,0-1-1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3.49754" units="1/cm"/>
          <inkml:channelProperty channel="Y" name="resolution" value="33.53712" units="1/cm"/>
          <inkml:channelProperty channel="T" name="resolution" value="1" units="1/dev"/>
        </inkml:channelProperties>
      </inkml:inkSource>
      <inkml:timestamp xml:id="ts0" timeString="2021-11-27T08:16:01.89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24977 4259 0,'-25'0'0,"0"0"15,25 25 32,0-1-47,0 26 0,0 0 16,0-25-16,0 0 16,0 50-16,0-51 15,25 51-15,-25 50 16,25-100-1,-25 49-15,74 1 16,-74 25-16,0-51 16,25-49-16,-25 50 15,0-25-15,0 0 16,0 0 0,25 0-16</inkml:trace>
  <inkml:trace contextRef="#ctx0" brushRef="#br0" timeOffset="609.54">24802 4209 0,'50'0'94,"-25"0"-78,50 0-16,-50 0 15,0-25-15,24 0 16,26 25-16,-50 0 16,0 0-16,0 0 31,0 0-15,0 0-1,-1 0 1,1 0-16,0 0 0,0 0 15,25 0 1</inkml:trace>
  <inkml:trace contextRef="#ctx0" brushRef="#br0" timeOffset="1247.53">24977 4632 0,'25'0'62,"24"0"-46,1 0-16,-25 0 16,25 0-16,25 0 15,-51 0-15,1 0 16,25 0-16,-25 0 16,0 0-16,25 0 15,-25 0 16,0 0 1</inkml:trace>
  <inkml:trace contextRef="#ctx0" brushRef="#br0" timeOffset="2244.64">26047 5006 0,'0'-25'62,"25"25"-46,25 0-16,-25 0 15,0 0 1,50-25-16,-50 0 16,-1 25-1</inkml:trace>
  <inkml:trace contextRef="#ctx0" brushRef="#br0" timeOffset="2909.91">25948 4807 0,'25'0'31,"0"0"-31,24 0 16,1 0-16,-25 0 0,75 0 16,-75 0-1,0 0-15,24 0 16,-24-25-1,0 25 17,0 0-17,0 0 1,-25-25-16</inkml:trace>
  <inkml:trace contextRef="#ctx0" brushRef="#br0" timeOffset="6012.32">27218 3810 0,'0'100'94,"-25"-75"-94,25 50 15,-25-1-15,25 51 16,0-50 0,0-1-16,0 51 0,0-100 15,0 74-15,50 1 16,0 0-16,-1-1 16,-24-74-16,25 50 15,-25-75 1,50 50-16,-50-26 15,0-24 1</inkml:trace>
  <inkml:trace contextRef="#ctx0" brushRef="#br0" timeOffset="6420.42">27741 4109 0,'-25'0'15,"25"50"1,0 0-16,25 25 16,0-1-16,-25-24 15,0 25-15,49-1 16,-49 1-16,0-25 15,0-25-15,0 75 16</inkml:trace>
  <inkml:trace contextRef="#ctx0" brushRef="#br0" timeOffset="6843.53">27641 3885 0,'50'75'31,"-25"-75"-15,50 75-16,-1-1 0,-49-49 16,25 25-16,50 50 15,-26-26-15,1-24 16,-50 0-1,25-25-15,-25 25 16,24-1-16,-24-24 16,0 0-16,25 0 15,-25 0 1,0-25 0</inkml:trace>
  <inkml:trace contextRef="#ctx0" brushRef="#br0" timeOffset="7219.27">28338 3860 0,'0'25'16,"0"0"-16,0 50 15,0-25-15,0-1 16,0 26-16,25 50 16,-25-76-16,0 1 15,0 0-15,25-25 16</inkml:trace>
  <inkml:trace contextRef="#ctx0" brushRef="#br0" timeOffset="7590.39">28861 4184 0,'75'25'31,"0"50"-31,-25-51 15,24 1-15,-49 0 16,50 25-16,-25-50 16,0 50-16,24-25 15,-24-25 1,0 25-16,-25 0 16,0-25-16,0 0 15</inkml:trace>
  <inkml:trace contextRef="#ctx0" brushRef="#br0" timeOffset="7978.13">29459 4035 0,'-25'0'16,"-25"74"-1,50-49-15,0 25 16,-49 25-16,24-26 16,-25 1-1,50 0-15,0-25 16,0 0-16,-25 0 16,25 0-1</inkml:trace>
  <inkml:trace contextRef="#ctx0" brushRef="#br0" timeOffset="8470.09">29907 3761 0,'50'0'16,"0"74"-1,-25 1-15,-25-25 16,25 25-16,49 49 15,-74-49-15,25 24 16,-25-74 0,0 25-16,25 0 0,-25 0 15,0-25 1,25-1-16,-25-48 78</inkml:trace>
  <inkml:trace contextRef="#ctx0" brushRef="#br0" timeOffset="8874.15">30007 3835 0,'50'0'32,"-25"50"-17,74 0-15,-74-25 16,50 25-16,24-1 0,-24 26 15,-25-50 1,25 25-16,-50-25 16,49-25-16,-24 50 15,-25-26 1,0 1 0,25-25-16,-25 25 15,-25-50 63</inkml:trace>
  <inkml:trace contextRef="#ctx0" brushRef="#br0" timeOffset="9254.54">30779 3487 0,'0'25'15,"0"24"-15,75 51 16,-51-50-16,1 25 16,0-26-1,-25 1-15,50 50 16,-25-1-16,0-24 16,-25-50-16,25 25 15,-25-25 63</inkml:trace>
  <inkml:trace contextRef="#ctx0" brushRef="#br0" timeOffset="9819.84">31352 3188 0,'24'0'62,"26"25"-46,-25 0-16,25 49 15,0-24-15,24 25 16,-24 25-16,25-1 16,-75 1-16,50-26 0,-50-24 15,0 25 1,0 25-16,0-26 15,0-24-15,0 25 16,0-50-16,-25 24 16,0 1-1</inkml:trace>
  <inkml:trace contextRef="#ctx0" brushRef="#br0" timeOffset="11682.33">25425 6201 0,'-25'0'47,"25"50"-32,0 0 1,0 24-16,0 1 16,0-25-16,0 0 15,25-1-15,0 26 16,-25 75-16,25-26 16,0 25-1,24-24-15,-49-25 16,0-26-16,25-49 0,-25 0 15,0 0 64,0-75-64</inkml:trace>
  <inkml:trace contextRef="#ctx0" brushRef="#br0" timeOffset="12134.34">25400 6251 0,'25'0'47,"50"0"-31,-50 0 0,24 25-16,1-25 15,0 0-15,-25 0 16,50 0-16,-51 0 0,26 0 15</inkml:trace>
  <inkml:trace contextRef="#ctx0" brushRef="#br0" timeOffset="12555.3">25275 6824 0,'25'0'31,"25"0"-31,-25 0 16,50 0-16,-25 0 15,24 0-15,-24 0 16,50 0-16,-26 0 15,1 0-15,0 0 16,49-25-16,-99 25 16,25-25-16,-25 25 31,0-25-31</inkml:trace>
  <inkml:trace contextRef="#ctx0" brushRef="#br0" timeOffset="13032.33">26097 6201 0,'25'0'16,"25"0"-1,0 0 1,0 0-16,24 0 15,-24-25-15,-25 0 16,50 25-16,-26 0 16,-24 0-1</inkml:trace>
  <inkml:trace contextRef="#ctx0" brushRef="#br0" timeOffset="13555.65">26595 6151 0,'25'0'16,"0"0"30,50-50-30,-75 1-16,25-1 16,0-25-16,0 50 15,-25 0 1,0 50 78,0 0-94,0 50 15,0-25-15,24 24 16,1-49-16,-25 25 16,0 0-16,0 25 15,0-51-15,0 1 16,0 0-1</inkml:trace>
  <inkml:trace contextRef="#ctx0" brushRef="#br0" timeOffset="14212.54">27467 7322 0,'0'0'0,"99"-25"15,-74 25 1,100-25-16,-75 25 16,24 0-16,26 0 15,-50 0-15,-25 0 16,25-25-16</inkml:trace>
  <inkml:trace contextRef="#ctx0" brushRef="#br0" timeOffset="14566.84">27442 6973 0,'50'0'31,"0"0"-15,24 0-16,-49 0 15,75 0-15,-50 0 16,-1 0 0,1 0-16,0 0 15,-25 0-15,-25-25 16</inkml:trace>
  <inkml:trace contextRef="#ctx0" brushRef="#br0" timeOffset="36224.61">16435 9862 0,'0'-25'15,"0"0"1,0 0-16,0 0 16,-25 0-1,0-25-15,1 25 0,24-24 16,-25-1-16,25 0 16,-25 25-16,25-50 15,-25 1-15,0-1 16,0 25-1,0-49-15,-25 24 16,25 25-16,-24-25 16,49 50-16,-25-49 15,0 24-15,-25-25 0,50 50 16,-25 0 0,0-24-16,-49-1 15,49 25 1,-50-25-16,25 0 15,-25 25-15,-49 0 16,74-24-16,25 49 16,-74-25-16,49 25 15,-100-25-15,1 25 16,-75 0 0,25 0-16,-75 0 0,25 0 15,-50 0-15,0 0 16,25 0-1,25 0-15,25 0 0,0 0 16,74 0 0,-24 0-16,50 0 15,-1 0-15,-24 0 16,74 0-16,-74 0 16,49 25-16,0 0 15,1-25-15,-1 25 16,25-25-16,26 24 15,-51-24-15,25 25 16,-24 0-16,-1-25 16,25 0-16,1 25 15,24-25-15,-25 0 16,25 25-16,26-25 16,-51 25-16,25-25 15,0 0 1,0 25-16,-49 0 15,24 0-15,0 0 16,26-25-16,-26 25 16,25-1-16,-25 1 0,26 0 15,-1 0 1,25-25-16,0 50 16,0-50-16,-25 25 15,25 0-15,-24 0 16,24 0-16,0-1 15,-25 26-15,0 25 16,0 25-16,1-1 16,-1-49-16,25 74 15,-25-49 1,50 0-16,-25 24 16,-25 26-16,25-50 0,0 49 15,25-99-15,0 75 16,0-1-16,-24 26 15,-1-26 1,25 1-16,0 49 16,0-24-16,0 24 15,0-24-15,0 24 16,0 1-16,0 24 16,0 50-16,25-50 15,-1 26-15,1-1 16,0-50-16,0 26 15,0-26-15,-25 0 16,25-24-16,-25 24 16,25-49-16,25 24 15,-50 1-15,0-25 16,25 24-16,0-24 16,-1-1-1,-24-24-15,0 50 16,50-26-16,-25 1 15,-25-26-15,25 26 16,0-25-16,-25-1 16,0 1-16,25-25 15,0 25-15,-25-25 16,25 24-16,-25-24 16,0 0-16,0 0 15,0-25-15,25 49 16,-25-24-16,24 0 15,1-25-15,-25 0 16,0 24-16,25 1 16,-25-25-16,0 25 15,0 0 1,0 0-16,0 24 0,25-49 16,-25 25-16,25 0 15,0 0-15,0 49 16,-25-49-1,25-25-15,0 50 16,-25-50-16,0 74 16,0-24-16,49 0 15,-49-51-15,0 26 16,0 0-16,0 25 16,0 24-16,50-49 15,-50 0-15,25 0 16,25 0-16,0-1 15,-25 26-15,-25-50 16,49 0-16,-49 0 16,25 0-16,0 0 15,25-1-15,0 26 16,-25 0 0,25-25-1,-26 0-15,26-25 16,25 25-16,-50 0 0,25 0 15,-25 0-15,24-1 16,1 1 0,0-25-16,-25 0 15,0 50-15,25-25 16,-1 0-16,1-25 16,0 0-16,25 0 15,24 0-15,1 25 16,0-25-16,24 25 15,-24 0-15,-1 0 16,26-25-16,-26 0 16,1 24-16,-25-24 15,-1 0-15,26 0 16,0 0-16,-26 0 16,51 0-16,-26 0 15,-24 0 1,25 0-16,-26 0 15,1 0-15,0 0 16,0 0-16,-26 0 16,26 0-16,25 0 15,-26 0-15,26 0 16,25 0-16,-51 0 16,51 0-16,-26 0 15,-24 0-15,0 0 16,-50 0-16,24 0 15,1 0-15,-25 0 16,25-24-16,25 24 16,-50-25-16,24 25 15,1 0 1,0 0-16,0 0 16,0 0-16,-25-25 15,-1 25-15,1 0 16,0 0-16,0-25 15,25 25-15,0-25 16,24 0-16,-24 25 16,0 0-16,0-25 15,25 0-15,-26 25 16,1-25-16,-25 25 16,0 0-16,0 0 15,0-25-15,0 1 63,0-1-48,-1 0-15,1-25 16,0 25 0,0 0-1,0 0 1,0 0-1,0 0 1,0 0 0,25-24-16,-50 24 15,0 0-15,25 25 16,-25-25 0,49-25-16,-24 25 15,-25 0 1,25-24-1,0 24-15,0 0 16,-25 0-16,25 0 16,0 0-1,0 0-15,-25 0 16,25 25-16,-1-50 16,1 50-16,0-24 15,0-1-15,0 25 16,-25-25-1,25 25-15,0-25 16,0 0-16,0 0 16,24 0-1,-24 0-15,0 0 16,0 0-16,0 1 16,-25-1-1,25 0-15,-25-25 16,25 25-1,-25-25-15,0 0 16,0 1-16,25 24 16,-25 0-16,0 0 15,0 0-15,0-25 16,0 25 0,50 0-16,-50-24 15,0-1-15,0-25 16,24 25-16,1-24 15,-25-1 1,0 0-16,0 25 16,25-24-16,-25 24 15,0 25-15,25-50 16,-25 25-16,0 1 16,0 24-16,0-25 15,0-50-15,0 51 16,0 24-16,0 0 15,0-100-15,0 100 16,0-25 0,0 1-16,0-1 0,0 0 15,0-25 1,0 26-16,0-26 16,0 0-16,0 25 0,0 25 15,0 1 1,0-26-1,0 25 1,0-25 0,0 25-1,0-25 1,0 1 0,0 24-16,0 0 15,0-25 1,0 25-16,0-25 0,0 25 15,0-24 1,0-1-16,0 0 16,0 25-16,0-25 15,0 25 1,0 0-16,0-24 16,0-1-16,0 0 15,0 25-15,0 0 16,0 0-16,0 0 0,0-49 15,0 24 1,25 50-16,-25-50 16,0 25-16,25-25 15,-25 1-15,0-26 16,0 25-16,0 0 16,0 0-16,0 26 15,0-1-15,0-25 16,25 0-16,-25 25 15,0 0 1,0 0-16,0-24 0,0 24 16,0-25-1,0 0-15,25 0 0,-25 25 16,0-25-16,0 1 16,0 24-1,50 0-15,-50-25 16,0 25-16,0-50 15,0 26 1,0 24-16,0 0 16,0-25-16,0 25 15,0-25-15,24 1 16,-24 24-16,0-25 16,0 0-1,0 25-15,0-25 0,0 1 16,0 24-1,0 0-15,0 0 16,0 0-16,0-25 31,0 25-15,0 0-16,0 0 16,0 1-16,0-1 15,0 0-15,0 0 0,0-25 16,0 25-1,0 0-15,0 0 16,0-25-16,25 26 16,-25-1-16,0 0 15,0-25-15,0 0 16,0 25 0,0 0-1,0 0 1,0 1-1,0-1-15,0 0 16,0 0-16,25 0 31,-25 0-31,0 0 0,0 0 32,25 0-32,-25-24 15,0 24 1,0 0-1,25 0 1,-25 0 0,0 0-16,0 0 15,25 0 1,-25 0 0,0 0-1,0 1 16,0-1 94,0 0-125,0 0 32,0 0-32,0 0 15,0 0 1,0 0 0,0 0 15,0 0 16,0 1 140,0-1-171</inkml:trace>
  <inkml:trace contextRef="#ctx0" brushRef="#br0" timeOffset="102952.2">21665 13497 0,'25'0'16,"-75"0"109,25 0-125,0-25 15,25 0 17,0 1 14,25 24-14,-25-25-32,25 25 15,0 0 1,0 0 0,0 0-1,-1 0-15,1 0 16,0 49-16,-25-24 62,-50 0-46,1-25-16,-1 0 16,25 0 62,25-25-47,0-24 0,0 73 63,0 1-63,0 0-15,0-50 109,25 25-94,0 0-15,0 0 15,0 0 0,-1 0-31,-48 0 63,-1 0-32,0 0 0,25-25 32,25 25-16,-25 25-16,0 25-16,-25-25 1,0-25 0,0 0 46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3.49754" units="1/cm"/>
          <inkml:channelProperty channel="Y" name="resolution" value="33.53712" units="1/cm"/>
          <inkml:channelProperty channel="T" name="resolution" value="1" units="1/dev"/>
        </inkml:channelProperties>
      </inkml:inkSource>
      <inkml:timestamp xml:id="ts0" timeString="2021-11-27T08:20:23.71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13098 13697 0,'75'0'125,"-50"24"-109,0 1-16,50 0 15,-26 0-15,51 0 16,-25-25-16,24 0 16,1 0-16,0 25 15,-1-25-15,-49 0 16,0 0-16,49 0 15,26 0-15,24 0 16,-24 0-16,49 0 16,0 0-16,-24 0 15,24 0-15,-24 0 16,24 0-16,-25 0 16,26 0-1,-26 0-15,25 0 16,-24 0-16,-26-25 15,51 0-15,-51 25 0,75 0 16,-74 0-16,24 0 16,-24 0-1,-1 0-15,1 0 16,-51 0-16,1 0 16,0 0-16,-25 0 15,24 0-15,-49 0 16,0 0-16,0 0 15,0 0-15,25 0 16,0 0-16,-25 0 16,-1 0-1,26 0-15,-25 0 16,25 0-16,0 0 0,0 0 16,-1 0-16,-24 0 15,0 0-15,0 0 16,25 0-1,-25 0 1,0 0 0,0 0-16,-1 0 15,1 0 1,25 25 0,0-25-1,-25 25 1,0-25-16,25 0 15,-1 25-15,1-25 16,-25 0-16,25 25 16,-25-25-16,0 25 15,0-25 157,24-25-141,-24 0-15,25 25 0,-25-25-16,0 0 0,25 0 15,-25 25 1,24 0-16,1-25 0,-25 25 16,25 0-16,0-25 15,0 25 1,-1 0-16,26 0 15,-50 0-15,75-25 16,-51 25-16,1 0 0,0-24 16,-25 24-16,50 0 15,-26 0 1,-24 0-16,50 0 16,-50 0-16,25 0 15,0 0-15,24 0 16,-24 0-16,0 0 15,25 0-15,-26 0 16,-24 0-16,25 0 16,0 0-16,25 0 31,-26-25-31,1 25 0,0 0 16,0 0-16,-25 0 15,49 0-15,-49 0 16,25 0-16,25 0 15,-25 0 1,-26 0-16,26 0 16,-25 0-16,0 0 15,25 0-15,25 0 16,-50 0-16,-1 0 16,1 0-16,0 0 15,0 0-15,75 0 16,-75 0-16,0 0 15,-1 0 1,1 0-16,75 0 0,-50 0 16,0 0-1,-26 0-15,51 0 0,25 0 16,-50 0-16,49 0 16,-49 25-1,25-25-15,-50 0 16,74 0-16,-49 0 15,25 0-15,24 0 16,-74 0-16,25 0 0,0 0 16,0 0-1,-1 0-15,-24 0 16,0 0 0,0 0 15,0 0 0,0 0-15,0 0 171,0 0 1,0-25-157,0 0 0</inkml:trace>
  <inkml:trace contextRef="#ctx0" brushRef="#br0" timeOffset="2944.92">21142 15240 0,'25'25'46,"24"-25"-30,1 0-16,0 0 16,25 0-16,-25 0 15,-26 0-15</inkml:trace>
  <inkml:trace contextRef="#ctx0" brushRef="#br0" timeOffset="3424.49">21690 15265 0,'49'-74'16,"-24"24"-1,0 0-15,0-25 16,25 26-16,-25-51 16,0-25-1,0 51-15,24-26 16,-24 25-16,0 26 16,-25 24-16,0 0 15,0 124 63,0-24-78,0 0 0,0-1 16,0-24-16,0 25 16,0 25-16,0-1 15,0-24-15,0-25 16,0 24-1,0-49-15</inkml:trace>
  <inkml:trace contextRef="#ctx0" brushRef="#br0" timeOffset="3712.67">21889 15614 0,'0'25'15,"50"-25"1,24 0-1,-24 0-15,50 0 0,-1 0 16,1 0 0,-50 0-16,49 0 15,-49 0-15,25 0 16,-50 0-16</inkml:trace>
  <inkml:trace contextRef="#ctx0" brushRef="#br0" timeOffset="4270.39">21914 16112 0,'0'0'0,"149"25"32,-124 0-17,0-25-15,-25 25 16,25 0-16,0 24 15,-25-24 1,0 25-16,0-25 16,0 25-16,-25 49 15,-50 1 1,25-25-16,1-25 0,24-1 16,25-24-16,-25 0 15,25 0 1,0 0 15,99-25-15,-24 0-16,50 0 15,-76 0-15,51 0 16,74 0-16,1 0 16,-26 0-16,0 0 15,-49 0-15,-75 0 16,25 0-16,-50-25 15,0-25 1</inkml:trace>
  <inkml:trace contextRef="#ctx0" brushRef="#br0" timeOffset="4904.35">23308 15191 0,'0'0'16,"100"0"-16,-25 0 15,-26 0-15,-24 0 16,0 25 0,-25 24-16,0 1 15,0 0-15,0 25 16,0-26-16,0-24 16,0 25-16,0-25 15,25 0-15,0 0 16,0 0-16,25-25 15,-1 0 1,26 0-16,-50 0 16,75 0-16,-51-50 15,51 0-15,-50 25 16,0 25 0,-25-25-16,-25 0 15,49 25-15,-49-24 16,0-1-1,0-25 1</inkml:trace>
  <inkml:trace contextRef="#ctx0" brushRef="#br0" timeOffset="5362.46">23831 15091 0,'-25'0'32,"25"50"-32,0 0 15,0-1-15,0 1 16,0 0-16,0 50 16,0 74-16,0-25 15,25 51-15,25-26 16,-50 0-16,50-24 15,-25-76-15,-25-24 16,0-75 62,0-25-62</inkml:trace>
  <inkml:trace contextRef="#ctx0" brushRef="#br0" timeOffset="5945.61">24877 14419 0,'0'25'32,"-25"24"-17,0 1-15,-49 25 16,74-50-16,-25 74 15,0 1-15,0 49 16,25-24-16,0 49 16,0-24-1,0 49-15,50-50 16,24 26-16,-24-26 16,0-49-16,0-1 0,-25-74 15,49 25 1,-74-25-16,25-25 15</inkml:trace>
  <inkml:trace contextRef="#ctx0" brushRef="#br0" timeOffset="8406.11">25325 14942 0,'-25'0'63,"0"0"-63,-24 25 15,49-1-15,-25 1 16,-25 0-16,0 50 0,0 25 16,50-26-1,0 1-15,0 0 16,0 24-16,50 1 15,-25-50-15,25-1 16,-25 26-16,25-25 16,-1-25-16,1 25 15,-25-1 1,25-49-16,-25 0 31,0 0-31,25 0 16,-50-24-16,0-51 15,0 25-15,0 0 16,0 0-16,0-24 16,0-51-1,0 51-15,0-1 16,0 0-16,0 25 16,0 25-16,0 1 15,0-1 1</inkml:trace>
  <inkml:trace contextRef="#ctx0" brushRef="#br0" timeOffset="8793.12">25201 15614 0,'99'-25'15,"-74"0"-15,0 25 16,25 0 0,-25-25-16,0 25 15,0-25-15,-25 0 16,25 25 31</inkml:trace>
  <inkml:trace contextRef="#ctx0" brushRef="#br0" timeOffset="9255.02">26147 15664 0,'0'25'31,"-25"0"-16,-25 24-15,1-49 0,24 25 16,-75 50-16,50-50 16,50 0-1,-25 0-15,25 24 32,0-24-17,0 0-15,25-25 16,25 0-16,0 0 15,0 0-15,-1 0 16,51 0-16,-75 0 16,0 0-16,50 0 15,-51 0 48</inkml:trace>
  <inkml:trace contextRef="#ctx0" brushRef="#br0" timeOffset="9600.73">25774 15639 0,'0'99'0,"0"-198"0,0 248 16,0-99-1,0 25-15,0-1 16,24-24-16,1-25 15,-25 0-15,25 0 0,0-25 16,-25 25 0,25-25-1,0 0-15,0 0 16,0 0 0,0 0-16,0 0 15</inkml:trace>
  <inkml:trace contextRef="#ctx0" brushRef="#br0" timeOffset="9899.78">26346 15265 0,'0'0'0,"25"0"0,0 0 16,50 0-1,-50 0-15,24 0 16,26 0-16,-50 0 16,50-25-16,-25 25 15,-25 0-15,-1 0 16,1-49-16,0 49 31</inkml:trace>
  <inkml:trace contextRef="#ctx0" brushRef="#br0" timeOffset="10218.34">26645 14991 0,'0'0'0,"0"50"0,0-25 15,0 25-15,0 25 16,0-1-16,0-24 15,0-25-15,0 50 16,0-25 0,0-26-16,0 1 47</inkml:trace>
  <inkml:trace contextRef="#ctx0" brushRef="#br0" timeOffset="10587.72">27093 14269 0,'25'0'16,"-25"50"-16,0 25 15,25 24-15,-25-49 16,25 50-16,-25-26 15,50-24 1,-50-25-16,0 0 16,0 0-1</inkml:trace>
  <inkml:trace contextRef="#ctx0" brushRef="#br0" timeOffset="11452.68">27193 14419 0,'25'0'16,"-25"25"-16,0 24 15,0 1-15,0 25 16,25 24-16,0 1 15,-25-25-15,25 24 0,-25-74 16,0 50 0,24-50-16,-24 0 15,0 25 1,25-25 0</inkml:trace>
  <inkml:trace contextRef="#ctx0" brushRef="#br0" timeOffset="12022.67">27068 14468 0,'25'0'16,"25"-24"0,75 24-16,-51-25 15,26 25 1,0-25-16,-1 0 16,-74 25-16,0-25 15,0 25 63,-25 50-78,0 24 16,0 1-16,0 0 16,0 24-16,0-24 15,0 25-15,0-50 16,0 24-16,0 1 15,25-50 1,0 0 0,0 0-16,-1-25 31,1 0-31,25 0 31,0-50-31,0 50 16,-25-50-16,0 25 15,24-49-15,-24 49 16</inkml:trace>
  <inkml:trace contextRef="#ctx0" brushRef="#br0" timeOffset="12572.71">28139 13871 0,'50'50'31,"-50"-25"-15,50 74-16,-25 1 16,0-1-16,-25-49 15,0 25-15,0 0 16,0 49-1,0 1-15,0-1 16,0 1-16,0-1 0,0 1 16,0-1-16,-25 26 15,0-1-15,0 0 16,-25 1 0,25-51-16,-25-24 15,50-25-15,0-25 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3.49754" units="1/cm"/>
          <inkml:channelProperty channel="Y" name="resolution" value="33.53712" units="1/cm"/>
          <inkml:channelProperty channel="T" name="resolution" value="1" units="1/dev"/>
        </inkml:channelProperties>
      </inkml:inkSource>
      <inkml:timestamp xml:id="ts0" timeString="2021-11-27T08:23:28.14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20146 9214 0,'0'-25'63,"0"0"-63,0 0 31,-25 1-16,0-1 1,0 25 0,0-25-16,25 0 15,-25 25 1,0-25-16,0 0 16,0 25-1,1-25-15,-1 25 16,0-25-1,0 0 1,0 25 0,25-25-16,-25 25 15,25-24-15,-25 24 16,0-25 0,0 25-1,-24 0-15,24-25 0,25 0 16,-50 0-1,25 0 1,0 25 0,0-25-1,0 25-15,0 0 16,0 0-16,1-25 16,-1 25-16,0 0 15,0-25-15,-25 25 16,25 0-16,-25 0 15,25 0-15,-24 0 16,-1 0-16,25 0 16,-25 0-16,-25 0 15,50 0-15,-24 0 16,-1 0-16,25 0 16,0 0-16,0 0 15,-25 0 1,25 0-16,1 0 15,-1 0 1,0 0-16,0 0 16,-25 0-1,25 0 1,0 0 0,0 0-1,0 0 16,1 0 1,-1 0-1,0 0-31,0 0 16,0 0-1,0 25-15,0-25 16,0 25-1,0-25 1,-24 0-16,24 25 16,0-25-16,0 25 15,0 0 17,0-25-17,0 25 16,0-25 1,25 25-32,-25-25 15,0 25 1,1-1 15,-1 1 0,0 0-31,0 0 32,0 0-1,0-25-15,25 25-1,-25-25 1,0 0-1,-25 0 17,50 25-17,-25-25-15,25 25 16,-24-25-16,-1 25 16,0-25-16,0 25 0,0-25 15,25 24-15,-25-24 31,0 25-31,25 0 32,0 0-17,-25-25 17,25 25-17,0 0 1,0 0-16,0 0 15,0 0-15,0 24 16,0-24-16,0 0 16,0 0-16,0 0 15,0 0-15,0 0 16,25 0 0,-25 25-1,0-26-15,25-24 16,-25 25-16,0 0 15,25 0 1,0 50 0,25-25-1,-50-25 1,25 0 0,-1-1 15,1 1-31,0-25 15,0 25-15,-25 0 16,25-25 0,25 50-16,-25-25 0,25-25 15,24 25 1,-49 0-16,25-25 0,0 25 16,0-25-16,24 24 15,1 1 1,50-25-16,-101 0 15,51 0-15,25 0 16,-26 0-16,1 0 16,25 0-16,-26 0 15,1 0-15,0 0 16,-25 0-16,24 0 16,1 0-16,-25 0 15,0 0-15,49 0 16,-24 0-16,0-25 15,-25 25-15,24-49 16,-24 24-16,25 0 16,-1-25-16,-49 25 15,0 0 1,0-25-16,-25 26 16,25-51-16,-25 25 15,25 25-15,-25-25 16,0 0-16,0 26 0,0-26 15,0 0 1,0 0-16,0 0 16,0 25-16,0-49 15</inkml:trace>
  <inkml:trace contextRef="#ctx0" brushRef="#br0" timeOffset="1517.67">18826 10335 0,'0'50'47,"0"-1"-32,-25 26-15,25-50 16,0 75-16,0-1 15,0-24 1,0 24-16,0-49 16,0 0-16,0 25 15,0-25-15,0-1 16,0-24-16,0 0 0,0 0 16,0 0-1,0 0-15,0 0 47</inkml:trace>
  <inkml:trace contextRef="#ctx0" brushRef="#br0" timeOffset="2187.55">18527 11231 0,'0'25'47,"50"-25"-47,-25 50 0,-25 0 31,50-25-31,-26 0 16,1-25 0,0 49-16,0-49 125,-25-49-110,25 24-15,0 25 16,0-25-16,0 0 15,49 0 1,-49 25 0,-25-25-16,50 0 15,-25 25 17,-25-25-32,25 25 15</inkml:trace>
  <inkml:trace contextRef="#ctx0" brushRef="#br0" timeOffset="6062.06">19374 11679 0,'50'0'125,"-26"25"-125,1 0 15,0 0-15,0 0 16,-25 0-16,25 0 16,0 0-16,0 0 15,25 24 1,-25-49-1,-25 25 1,0 0 0,24 0-16,-24 25 15,25-25 1,-25 0 0,0 0-16,0 0 0,25-1 31,-25 1-16,0 25-15,0-25 16,0 0-16,0 0 16,0 0-16,0 0 15,0 0-15,0 0 16,0-1 0,-25 1-16,0 0 15,1-25 1,-1 25-16,0-25 15,25 25-15,-25-25 16,0 25 0,0-25-1,0 0 1,0 0 0,0 0 46,0 0-46,1 0-1,-1 0 1,0 0-16,0-25 31,0 0-15,0 0 15,0 0-15,0 25-1,0-25 1,25 1 46,-25-1-62,25 0 32,0 0-17,0 0 32,0 0-31,0 0-1,0 0-15,0 0 32,25 0-17,0 25 1,0-25-16,0 25 16,0 0-16,0 0 15,0 0 16,0 0-15,0 0 62,-1 0-62,1 0-1,0 0-15,0 0 16,0 0 15,0 0-31,0 0 0,0 0 32</inkml:trace>
  <inkml:trace contextRef="#ctx0" brushRef="#br0" timeOffset="8553.94">19946 11754 0,'0'25'63,"0"0"-63,0 25 16,25 24-1,-25-24-15,25 25 0,-25-50 16,0 50-16,0-26 15,0 26-15,0-50 16,25 50 0,-25-25-1,0-26-15,0 1 16,0 0-16,0 0 16,0 0-16,0 0 15,0-50 110,0 0-109,0-25-16,0 1 15,0 24 1,0 0-16,0 0 31,25 25 1,0 0-17,0 0-15,0 0 16,0 0-1,24 0-15,-24 0 32,-25 25-32,25-25 15,0 0 1,0 25 0,25 24-16,0-24 15,0 0 16,-50 0-15,24-25 15,1 0-31,0 0 16,0 0 0,0 0-16,0 0 15,0 0-15,25-25 16,-25 0-16,-25 0 15,24 1-15,26-1 16,-25 25-16,-25-25 16,25 0-1,-25 0 1</inkml:trace>
  <inkml:trace contextRef="#ctx0" brushRef="#br0" timeOffset="164135.9">23134 3337 0,'-25'-25'125,"25"50"-94,0 0-15,0 25-16,0-25 16,0 0-16,0 0 15,0 25-15,25-26 16,-25 26-16,0-25 15,0 25-15,25-25 16,-25 25-16,0-1 16,25-24-1,-25 25 1,0-25 0,25 0-1,-25 0 1,0 0-1,0 0 32</inkml:trace>
  <inkml:trace contextRef="#ctx0" brushRef="#br0" timeOffset="166719.17">23084 3711 0,'-25'0'0,"0"0"32,0 0-17,1 0 1,-1 0 0,-25 0-1,25 25 1,0 0-16,25 0 15,0-1 1,-25-24-16,25 25 16,0 0-1,0 0 1,0 25 0,25-25 15,0 0-16,0 0 1,25-25 0,-25 0-16,-1 0 15,1 25-15,0-25 16,0 0-16,25 0 16,-25 0-1,0 0 1,0 0-16,-25-25 15,25 0 1,-1 0-16,-24 0 16,25 25-16,-25-25 15,25 0-15,-25-25 16,0 25 0,0 1-1</inkml:trace>
  <inkml:trace contextRef="#ctx0" brushRef="#br0" timeOffset="167601.67">23408 3935 0,'25'0'62,"0"0"-46,0 0-16,24-25 16,-24-50-1,0 50 1,-25 1-16,0-1 16,25 0-16,-25 0 0,25 0 15,-25 0 1,0 0-16,0 0 31,0 0-31,-25 25 31,-25 0-15,25 0 0,0 0-1,1 0 1,-26 25-16,50 0 15,0 0 1,0 50-16,-25-25 0,25-26 16,0 51-16,0-50 15,0 0-15,0 25 16,0-25-16,0 0 16,25-1 15,0 1-31,0-25 15,24 0 1,-24 0 0,25 0-16,-25 0 15,0 0-15,25 0 16,-25 0-16,24 0 16,-24 0-16,0-25 15,0 25-15,-25-24 16,25-1-1,-25 0 1</inkml:trace>
  <inkml:trace contextRef="#ctx0" brushRef="#br0" timeOffset="168086.1">24130 3213 0,'0'25'31,"0"24"-31,0 26 16,0-50-16,25 75 15,-25-50-15,25 24 16,-25-24 0,0 25-16,0-50 15,0 0-15,0-1 16,0 51-16,0-50 0,0 25 15,0-25 1,0 25-16,25-26 16,-25 1-1,0 0 48</inkml:trace>
  <inkml:trace contextRef="#ctx0" brushRef="#br0" timeOffset="168413.12">23981 3711 0,'24'0'47,"1"0"-47,25 0 16,0 0-16,-25 0 15,25 0 1,-25 0 0</inkml:trace>
  <inkml:trace contextRef="#ctx0" brushRef="#br0" timeOffset="169071.03">24852 3263 0,'-25'24'94,"0"-24"-79,25 25-15,-49 25 16,49-25-16,-25 50 15,25-25-15,0 24 16,-50-24-16,50 75 16,0-76-1,0 1-15,0 25 16,0-25-16,25 24 16,25 1-16,-1-50 15,-24 50-15,0-50 16,-25 0-1,25-1-15,0 1 32,0-25-32,-25 25 15,25-25 63</inkml:trace>
  <inkml:trace contextRef="#ctx0" brushRef="#br0" timeOffset="169569.54">25300 3312 0,'25'25'31,"-25"75"-15,0-50-16,25 24 15,-25-24-15,25 50 16,-25-1-16,0-49 16,0 0-16,0 0 0,0 49 15,50-74 1,-50 0-1,0 0-15,0 0 16,-25-75 78</inkml:trace>
  <inkml:trace contextRef="#ctx0" brushRef="#br0" timeOffset="170019.93">25325 3213 0,'0'-25'62,"25"25"-46,50 0-16,0 0 0,-26 0 16,26 0-1,25 0-15,-75 0 16,24 0-16,-24 0 0,25 0 16,-25 0-1,-25 25-15,25-25 16,0 0-16,-25 25 15,25-25 48</inkml:trace>
  <inkml:trace contextRef="#ctx0" brushRef="#br0" timeOffset="170447.97">25475 3835 0,'50'0'15,"-26"0"1,26 0-1,0 0 1,0 0-16,0-25 0,-25 25 16,24-24-1,-24 24-15,25 0 0,0-25 16,-50 0 15,0 0 0</inkml:trace>
  <inkml:trace contextRef="#ctx0" brushRef="#br0" timeOffset="170902.16">26421 3014 0,'25'0'15,"0"0"-15,0 0 16,24 0-16,-24 49 15,0-24-15,50 50 16,-50 25-16,-25-51 16,25 51-16,0 25 15,0-51-15,-25 26 16,0-25-16,0-26 16,0 51-16,0-50 15,0-25-15,0 49 16,0-49-1,0 25-15,-25-25 0,0 0 16,-25-25 0,25 0 15,0 0-31,0 0 16</inkml:trace>
  <inkml:trace contextRef="#ctx0" brushRef="#br0" timeOffset="189399.78">27367 3063 0,'0'25'47,"0"0"-32,0 0-15,0 0 16,0 50-16,0-26 15,0-24-15,0 0 16,0 0-16,0 0 16,0 0-1,0 0-15,0 0 16,0 0-16</inkml:trace>
  <inkml:trace contextRef="#ctx0" brushRef="#br0" timeOffset="189743.96">27417 4059 0,'25'0'94,"0"0"-94</inkml:trace>
  <inkml:trace contextRef="#ctx0" brushRef="#br0" timeOffset="190585.2">27865 3512 0,'25'0'125,"0"0"-109,0 0-16,0 0 15,0 0-15,25 0 16,-1 0-16</inkml:trace>
  <inkml:trace contextRef="#ctx0" brushRef="#br0" timeOffset="191312.02">27293 3437 0,'24'0'46,"1"0"-30,50 0 0,-50 0-16,25 0 15,24 0-15,1 0 0,-25 0 16,25 0-16,24 0 16,-24 0-16,-25 0 15,-25 0 1,0 0-16,0 0 15</inkml:trace>
  <inkml:trace contextRef="#ctx0" brushRef="#br0" timeOffset="191760.89">27417 3810 0,'50'0'31,"-25"0"-31,49 0 16,1 0-16,-50 0 16,75 0-1,-1 0-15,1 0 16,0 0-16,24 0 15,-74 0-15,-25 0 16,0 0-16</inkml:trace>
  <inkml:trace contextRef="#ctx0" brushRef="#br0" timeOffset="192359.96">29335 3287 0,'0'0'0,"0"-74"31,0 49-31,-25 0 16,-25 0-16,25 25 16,25-25-16,-50 25 15,25 0 1,-25 0-16,25 0 15,-24 0-15,24 0 16,-50 0-16,25 75 16,0 24-16,26-49 15,-1 75-15,25-26 16,0 1 0,0-25-16,0-25 15,25 24-15,24 26 16,1-100-16,0 0 15,0 25-15,0-25 16,24 0 0,1 0-16,0 0 15,24 0-15,1-50 16,-25-50-16,-75 26 16,25 49-16,-25-100 15,0 51-15,0 24 16,0-25-16,-25 25 15,0-25-15,-50 26 16,50-26 0,-25 50-16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3.49754" units="1/cm"/>
          <inkml:channelProperty channel="Y" name="resolution" value="33.53712" units="1/cm"/>
          <inkml:channelProperty channel="T" name="resolution" value="1" units="1/dev"/>
        </inkml:channelProperties>
      </inkml:inkSource>
      <inkml:timestamp xml:id="ts0" timeString="2021-11-27T08:33:26.55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23483 12925 0,'0'24'31,"49"-24"0,-24-99-15,0-1-16,-25 50 16,25-49-1,0-26-15,0-24 16,50 49-16,-1-24 0,-24-1 16,0 26-1,0 49-15,-1 0 0,-49 25 16,-49 25 78</inkml:trace>
  <inkml:trace contextRef="#ctx0" brushRef="#br0" timeOffset="714.59">23408 12427 0,'0'24'47,"0"26"-31,25-25-16,-25 0 16,25 25-16,0-50 15,-25 50-15,24 24 16,1-49 15,0 0-15,0 0-1,0-25 79,25 0-94,-25 0 16,25 0-16,24-25 15,-24-50-15,-25 26 16,25-1 0,0-25-16,-50 50 15,24 0-15,-24 0 16,25 25-16,-25-24 15,0-1-15,25 25 47</inkml:trace>
  <inkml:trace contextRef="#ctx0" brushRef="#br0" timeOffset="1536.16">24105 10335 0,'50'50'16,"-25"-1"-16,0 51 16,25-50-16,-1 0 15,-49-1 1,25 1-16,-25 0 16,25 25-16,-25-50 0,0 74 15,0-24 1,0-25-16,0 0 0,0-1 15,0-24 1,0 50-16,0-50 16,0 0-16,-25-25 15,0 25-15,0 0 16,1-25-16,-1 0 16,0 0-1,0 0 1,-25 0 15,25-25-31,-25-75 0,50 75 16,0-25-16,0 25 15,0-24-15,0-1 16,0 0-16,0 0 16,25 25-1,0 0-15,-25 0 16,25 1-16,0-1 15</inkml:trace>
  <inkml:trace contextRef="#ctx0" brushRef="#br0" timeOffset="2595.8">24479 10310 0,'49'0'15,"-49"25"1,0 0 0,0 24-16,0 1 15,0 50-15,0-1 16,0-24-16,0 0 16,0 24-16,0-74 15,0 25-15,0 0 16,0 0-16,0 25 15,0-26-15,0 1 16,0-25 0,0 0-16,0 0 15,25-25 79,0 0-94,50-50 16,-25 0-1,0 25-15,-1 0 16,-24 1 15,0 24 16,0 0-31,0 0-1,0 0 1,25 24-16,-25-24 16,-25 25-16,24-25 15,1 0 16,0 0-15,25 0-16,-25 0 16,50 0-16,-50-25 15,-1 1-15,26-1 16,-25 0-16,0 0 16,0 0-1,0 25-15,25-50 16,-50 25-16,0 0 15,25 25 1,-25-50-16,0 26 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3.49754" units="1/cm"/>
          <inkml:channelProperty channel="Y" name="resolution" value="33.53712" units="1/cm"/>
          <inkml:channelProperty channel="T" name="resolution" value="1" units="1/dev"/>
        </inkml:channelProperties>
      </inkml:inkSource>
      <inkml:timestamp xml:id="ts0" timeString="2021-11-27T08:21:41.04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26023 4732 0,'24'0'16,"1"0"15,0-25-15,-25 0-16,50-25 15,-50-25-15,50 26 16,-50-1-16,50 0 16,-25 25-16,24-74 15,-24 74-15,50-50 16,-75 50-16,25 0 16,0 0-16,0 25 15,-25-25-15,25-24 16</inkml:trace>
  <inkml:trace contextRef="#ctx0" brushRef="#br0" timeOffset="859.99">26147 4408 0,'0'50'31,"0"0"-15,0-1 0,0 1-16,0-25 15,0 0-15,25-25 141,25 0-110,0 0-31,-1 0 16,1 50-16,-25-50 15,0 0 1,0 0 31,0 0-16,25-25-15,-26 0-16,1 0 15</inkml:trace>
  <inkml:trace contextRef="#ctx0" brushRef="#br0" timeOffset="1875.41">26919 3263 0,'-25'0'0,"50"0"0,-100 0 15,1-25-15,24 25 16,0 0-16,25 0 15,0 0-15,-25 0 0,1 25 16,24-25 0,25 24 15,0 1-31,0 0 16,0 0-16,0 0 15,0 0 1,25 25-16,24 0 15,-24-1-15,25 1 32,0 0-32,25-50 0,24 75 15,1-75-15,-50 25 16,74 0 0,-49-25-16,0 0 0,-1 24 15,-24-24 1,-25 25 46,-25 0-46,0 25-16,-50 0 16,-25-25-16,-24 25 15,24-1-15,0-49 16,26 25-16,-1-25 15,25 0 48,25-25-63</inkml:trace>
  <inkml:trace contextRef="#ctx0" brushRef="#br0" timeOffset="3020.52">27566 3113 0,'25'0'31,"0"25"-31,-25 0 0,25 0 16,0 50-1,-25-51 1,25 26-16,-25 0 15,25 0-15,0 25 16,-25-1-16,74 26 16,-74 0-1,0-51-15,25-49 16,-25-25 62,0-24-62,0-1-16,0 0 15,25-25-15,-25 1 16,0 24-16,0 0 16,0 25-16,0 0 15,0 0-15,0-25 16,0 26-1,0-1-15,-25 0 0,0-25 16,25 25-16,-24 0 16,-1 0-1,0 25 110,25 50-109,0 0-16,0 0 16,0 74-16,0-49 15,0 25-15,0 24 16,0-49-16,0-25 15,25-26-15,0 76 16,49-50 0,-49-25-1,0-25-15,25 25 0,-25-25 16,0 0-16,49 0 16,-49 0-16,25 0 15,0 0 1,-25 0-16,25 0 15,24-50-15,-74 25 16,25 0-16,-25 0 16,0 0-16,0-25 15,0 26 1,-50-26-16,26 25 16,-26-25-16</inkml:trace>
  <inkml:trace contextRef="#ctx0" brushRef="#br0" timeOffset="3280.55">28164 3636 0,'50'-25'78,"0"25"-62,-25 0-16,0-25 16,-1 25-16,1-25 15,0-24 17,0-26-32,-25 50 15</inkml:trace>
  <inkml:trace contextRef="#ctx0" brushRef="#br0" timeOffset="3705.31">28438 3088 0,'0'50'47,"0"0"-32,50 25-15,-50 74 16,50-24-16,-25-1 16,-1-24-16,1-1 15,0-24 1,-25-50-16,0 25 0,0-100 94,0 25-79,-50-75 1,26 1-16,-1-1 15,25 25-15,0 26 16,0-1-16</inkml:trace>
  <inkml:trace contextRef="#ctx0" brushRef="#br0" timeOffset="4139.16">28787 2964 0,'0'0'0,"174"99"16,-124-74 0,-25-25-16,0 25 15,-25 0 1,0 0 31,0 50-47,0-26 15,0-24-15,0 25 16,0 0-16,0 25 16,0-1-16,-25-24 15,0 0-15,0 0 16,0 25-16,25-26 16,-50-24-16,0 0 15,25 0 1,-24-25-16,-1 0 15,50 25-15,-25-25 16,-25 0 15,25 0-15,0 0-16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3.49754" units="1/cm"/>
          <inkml:channelProperty channel="Y" name="resolution" value="33.53712" units="1/cm"/>
          <inkml:channelProperty channel="T" name="resolution" value="1" units="1/dev"/>
        </inkml:channelProperties>
      </inkml:inkSource>
      <inkml:timestamp xml:id="ts0" timeString="2021-12-04T08:24:35.888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16410 9812 0,'25'0'187,"0"0"-93,0 0-78,0 0-1,0 0 32,0 0-31,0 25 15,0-25-31,0 0 16,-1 0-1,1 0-15,0 0 16,25 0 0,0 0-1,-25 0 1,0 0-1,0 0-15,-1 0 0,1 0 16,0 0-16,0 0 16,25 25-16,0-25 15,-25 0-15,24 0 16,-24 0 0,0 0-16,25 0 15,25 25-15,-50-25 16,24 0-16,1 0 15,-25 0-15,0 0 16,0 0 0,25 0-16,-50 24 15,50-24-15,-26 0 16,1 25 0,0-25-1,50 0-15,-50 0 16,0 0-16,25 0 15,-25 0-15,24 0 16,1 0 0,0 0-16,0 0 0,24 0 15,1 0-15,-25 0 16,25 0-16,-1 0 16,1 0-16,0 0 15,-25 0 1,-1 0-16,26 0 15,-25 0-15,0 0 16,-1 0-16,1 0 16,0 0-1,-25 0 32,0 0-31,0 0-1,0 0 1,0 0 0,0 0-16,-1 0 31,26 0-31,-25 0 16,0 0-1,0 0 1,0 0-16,25 0 15,-1 0 1,1 0-16,-25 0 16,0 0-16,0 0 15,0 0 1,0 0-16,0 0 16,0 0-16,-1-25 46,1 25-30,0-24-16,0 24 16,0-50-16,0 50 15,25 0-15,-50-25 16,50 0-16,-50 0 31,24 0-31,-24 0 16,25 25-1,-25-25-15,25 0 16,-25 0-16,0 1 31,25-26-15,-25 25 0,0 0-1,0 0-15,0 0 16,0 0-16,0 0 15,0 0 1,0 1-16,0-26 16,0 25-1,0 0-15,0 0 0,-25 25 16,25-50 0,-25 25-1,25-24-15,-25-1 16,1 0-1,24 25-15,-50-25 16,25 0 0,0-24-16,-25 24 15,50 25 1,-25 0 0,0 0-1,0 0 1,1 0-16,-1 1 15,-25-1 1,50 0-16,-25 25 16,-25-25-16,25 0 15,-25 25-15,26-25 16,-1 25 0,-50-25-16,50 0 15,-25 25-15,-24 0 0,24 0 16,0-25-1,0 25-15,0 0 16,-49-25-16,24 25 16,25 0-16,-25 0 15,1 0-15,-1 0 16,0 0-16,50 0 16,-24 0-16,-26 0 15,50 0-15,-25 0 16,0 0-16,1 0 15,24 0-15,-75 0 16,75 0 0,0 0-16,-49 0 15,49 0-15,-25 25 0,25-25 16,-25 0-16,0 0 16,-24 0-16,49 0 15,-25 0 1,25 0-16,0 25 15,-25-25-15,25 0 16,1 0 0,-1 0-16,-25 0 15,25 0-15,0 0 16,0 25-16,-50-25 16,26 25-1,24-25-15,-25 0 31,25 25-31,0-25 0,-25 0 16,25 25-16,-24-25 16,24 50-16,0-25 15,0-1 1,0 1 0,0 0-16,0-25 15,0 25-15,0 0 47,25 0-31,-24-25-1,24 25 1,0 0 0,-25-25-16,0 25 31,0 0-16,0-1 1,0 1 0,0-25-16,25 25 15,-25 0-15,0 25 16,0-25 15,25 0-31,-25 0 16,25 0-1,0-1 1,0 1-16,0 50 16,-24-50-16,24 0 15,0 0-15,0 0 16,0 0-16,0-1 16,0 51-16,0-25 15,0-25-15,0 0 16,0 49-16,0-24 15,0-25-15,0 0 16,0 0-16,0 0 31,24-25 204</inkml:trace>
  <inkml:trace contextRef="#ctx0" brushRef="#br0" timeOffset="3685.89">20195 11555 0,'0'-50'31,"0"0"-31,0 25 16,0 1-16,0-1 15,0-25-15,0 25 16,0 0-16,-24 0 15,24 0-15,-25-25 16,0 26-16,0-1 16,0 0-1,0 0-15,-25 25 16,25-50-16,-24 25 16,24-25-16,-25 25 15,-25 25-15,25-49 16,25 49-1,-49-50-15,24 25 16,-25 0-16,25 25 16,-24-75-16,-1 75 0,25-50 15,25 50-15,-49 0 16,49 0 0,0 0-16,-50-24 15,50-1-15,-25 25 16,25 0-16,-24 0 15,-1 0-15,0 0 16,25 0-16,0 0 16,0 0-16,0 0 15,1 0-15,-1 0 16,-50 0 0,50 0-16,0 0 15,0 0 1,0 0-16,0 25 15,1-25 1,-1 0 0,-25 0-1,25 0-15,0 24 16,0-24-16,0 0 0,-25 0 16,26 25-16,-26-25 15,50 25 1,-25-25-16,0 0 15,0 0-15,0 0 16,0 0 0,0 25-1,-24 0 1,24-25 0,0 0-16,25 25 15,-25-25 1,0 25-16,25 0 0,-25-25 15,25 25-15,-25 0 16,25-1 0,-25-24-16,0 25 15,0 0 1,0-25-16,1 50 16,24-25-16,0 0 15,-25-25-15,0 25 16,25 0-1,0 0-15,-25-25 16,0 25 0,0-1-16,0 1 31,0 0-31,0 0 16,0-25-1,1 25 1,24 0 15,-25 0-31,0-25 31,25 25-15,0 0 0,-25 0-1,25-1 1,-25 1 15,0 0-31,25 0 16,0 0-1,0 0 1,-25-25-16,25 25 16,-25 0-1,25 0 1,0 0-16,-25-1 15,25 1-15,0 0 16,0 0 15,0 0-15,0 0 0,0 0-1,0 0 1,0 0-16,0 0 15,0 24 1,0-24 15,0 0-31,0 0 0,0 0 16,0 0 0,0 0-16,0 25 15,0-26-15,0 26 31,0-25-15,0 0-16,0 0 16,0 0-1,0 25 1,25-50 0,-25 25-16,25 0 15,0-1 1,-25 1-16,25-25 15,-25 25-15,25-25 16,-25 25-16,25 0 16,0 0-16,0 0 15,99 0 1,-99 0 0,0-25-16,0 25 15,25-25-15,-1 24 16,1-24-1,-25 0-15,25 0 0,0 0 16,-25 25 0,49-25-16,-24 0 15,0 0 1,-25 0-16,25 25 16,-25-25-16,49 0 15,-24 25-15,-25-25 16,25 0-16,-25 0 15,74 0-15,-74 0 16,25 0-16,0 0 16,0 0-16,24 0 15,-49 0-15,50 0 16,-50 0-16,74 0 16,-24 0-16,-25 0 15,25 0 1,-50 0-16,24 0 15,26 0-15,-25 0 0,-25 0 16,0 0 0,24 0-16,26 0 0,-50 0 15,0 0 1,25 0-16,-25 0 16,0 0-16,24 0 15,1-25-15,-25 25 16,25-25-16,0 25 15,24 0 1,-74-25-16,25 25 16,-25-24-16,0-1 15,25-25 1,0 25-16,-25 0 16,0-25-16,25 50 0,-25-25 15,25 0-15,-25 1 16,0-1 15,0 0-15,0 0-1,0 0-15,0-25 16,0 0-16,0 25 16,0-49-16,0 49 15,0 0-15,0 0 16,25 25-16,-25-25 15,0 0-15,0-25 16,0 25 0,0 1-1,0-1 32,0 0-31,0 0-16,0 0 31,0 0-31,0-25 16,0 0-1,0 26 1,0-1-16,-25-25 16,25 25-1,-25 0 1,25-25-16,0 25 15,0 0-15,-25 1 16,25-1-16,-25 0 16,25 0 15</inkml:trace>
  <inkml:trace contextRef="#ctx0" brushRef="#br0" timeOffset="7337.64">17780 12676 0,'0'24'109,"0"26"-109,-50-25 16,50 0-1,-25 25-15,25-25 0,-25 0 32,0 0-32,1-25 15,24 24-15,-25-24 16,0 25 0,25 0-16,-25 0 15,0 0-15,-25 0 16,0 25-16,25-50 15,-24 25-15,24 24 16,0-49-16,0 25 16,0 0-16,-25 0 15,25 0 1,25 0-16,-25-25 16,25 25-16,-24 0 15,-1-25-15,0 25 16,-25 0-16,25 24 15,-25-24 1,25 0 0,0 0-1,1-25-15,-1 25 16,0-25-16,0 25 0,0-25 16,0 25-16,0-25 31</inkml:trace>
  <inkml:trace contextRef="#ctx0" brushRef="#br0" timeOffset="8130.92">16535 13348 0,'0'25'16,"0"0"-1,0 0-15,0 24 16,0-24-16,0 0 15,-25-25 1,25 25-16,0 0 31,0 0-31,0 0 32,0 0-32,0 0 15,0 0-15,-25-1 16,25 1 93,25-25-78,25 0-15,0 0-16,-1 0 16,51 0-16,-75 0 15,0 0-15,50 0 16,24 0-16,-49 0 16,25 0-16,-50 0 15,-1 0-15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3.49754" units="1/cm"/>
          <inkml:channelProperty channel="Y" name="resolution" value="33.53712" units="1/cm"/>
          <inkml:channelProperty channel="T" name="resolution" value="1" units="1/dev"/>
        </inkml:channelProperties>
      </inkml:inkSource>
      <inkml:timestamp xml:id="ts0" timeString="2021-12-04T08:25:51.870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6524 8641 0,'0'-24'16,"-25"24"-1,25-25-15,-24 0 32,-1-25-1,0 25-15,0 0-16,0-25 15,0 50-15,0-25 16,0 0-16,0 1 15,0-1 1,0 0-16,1 25 16,-1 0-16,0-25 15,25 0-15,-50 25 16,0-25 0,0 0-1,1 25 1,49-25-16,-50 25 15,25 0-15,0 0 16,-25 0 0,25 0-1,0 0-15,0 0 16,1-25-16,-26 25 16,0 0-16,0 0 15,25 0-15,-25 0 16,1 0-16,24 0 15,0 0-15,0 0 16,0 0 0,0 0-16,0 0 0,-49 0 15,24 0 1,25 0 0,0 0-16,-25 0 15,25 0 1,-50 0-16,51 0 15,-26 0-15,25 25 16,0 0-16,0-25 16,0 0-1,-25 0-15,1 25 16,24-25-16,25 25 16,-50-25-1,25 25-15,0 0 16,0 0-16,-25 0 15,25-1-15,1 1 16,-1 0-16,0 0 16,0 25-1,25-25 1,-25 0-16,25 0 16,0 0-16,-25 0 15,25 24 1,-25 1-16,25-25 15,-25 25 1,25-25-16,0 25 16,0-1-16,0 1 15,0 25-15,0-50 16,0 0-16,0 0 16,0-1-16,0 26 15,0-25-15,0 25 16,0-25-16,0 25 15,0-1-15,-50 26 16,50 0-16,0-50 16,-24 25-16,24-26 15,0 26-15,0 0 16,-25-25-16,25 25 16,0 0-1,-25-1-15,25 1 16,0 0-16,0 25 15,0-50-15,-25 49 16,0-24-16,25 0 16,0 0-16,0-25 15,-25 0-15,25 24 16,-50 1-16,50-25 16,0 25-16,0 25 15,0-26-15,-25 26 16,25-50-16,0 25 15,0 24-15,0-24 16,0-25-16,0 25 16,0 0-1,0-25-15,0 49 0,0-24 16,0 0-16,0-25 16,0 25-16,25 24 15,-25-49-15,25 25 16,-25 0-1,0 0-15,25 24 16,-25-24-16,0-25 16,25 25-16,-25-25 15,25 50-15,-25-51 16,0 1-16,0 0 16,25 25-16,-25-25 15,0 25 1,0 0-16,25-26 15,0 1-15,-25 0 16,24 0-16,1 25 16,0 0-1,0-25-15,-25 0 16,0 0 0,50-1-16,-25 1 15,0 0 1,0 0-1,0-25-15,24 25 0,1 0 16,-25 0 0,0-25-16,25 25 15,0-25-15,49 25 16,-49 0-16,0-25 16,-25 0-16,99 49 15,-99-49-15,50 0 16,-50 0-16,25 0 15,-26 25-15,1-25 16,0 0 0,0 0-16,0 0 0,0 0 15,0 0-15,0 0 16,25 0 0,-26 0-16,1 0 0,0 0 15,25 0 1,0 0-1,-25 0-15,25 0 16,-26 0-16,1-25 16,0 25-16,0 0 15,0 0-15,0 0 16,0 0-16,0 0 16,-25-25-16,25 25 15,0-24 1,-1 24-16,-24-25 15,25 25-15,0-50 16,0 25 0,0 25-16,0-25 15,0 0 1,0 25-16,25-25 16,-26 25-16,1-25 15,0-24-15,0 24 16,0 0-16,25 0 15,-25 25 1,-25-25-16,25 25 16,0-25-16,-25 0 15,0 0 1,49-25-16,-49 1 16,0 24-1,25 0-15,-25 0 16,0 0-1,0 0 1,0-25-16,0 25 16,0 0-16,0 1 0,0-1 15,0 0-15,0 0 16,0 0-16,0 0 16,0-25-1,0 25-15,0 0 16,0 1-16,0-1 15,0 0-15,0-50 16,0 25-16,0 25 16,0 0-16,0-24 15,0 24-15,0-25 16,0 0-16,0 0 16,0 1-16,0 24 15,0 0-15,0-50 16,0 50-16,0 0 15,0-25-15,0 1 16,0-1 0,0 0-1,0 0-15,0 0 16,0-24-16,0 24 0,0-25 16,0 25-1,0 1-15,0-26 16,0 25-16,0 0 15,0 0-15,0 26 16,0-51-16,25 25 16,0 25-16,-25 0 15,0-25-15,0 26 16,25-26 0,-25 25-16,25 0 15,-25 0-15,0 0 31,0 0-31,0 0 16,0 0-16,25 25 0,-25-25 16,0 1-16,0-1 15,0 0 1,0 0 0,0-25-16,0 25 15,0-25 1,0 25-1,0 1 1,0-26-16,0 25 16,0 0-16,0 0 15,0-25-15,0 25 16,0 0-16,-25 1 16,25-1-16,0 0 15,-25 0 1,25 0-1,0 0-15,-25 0 16,25 0 0,0 0-1,-25 25 1,25-25-16,-25 1 16,0-1 15,1-25 0,-1 25-15,0 0-16,0 25 15,25-25 1,0 0 0,-50 25-1,50-25-15,-25 0 250,-25 1-234,25-1-16,0 0 15,1 0 1,24 0 0,-25 25-16,-25-25 15,25 25-15,0 0 0,25-25 16,-25 25-16,0-25 16,0 25 15,0 0-16,25-25-15</inkml:trace>
  <inkml:trace contextRef="#ctx0" brushRef="#br0" timeOffset="44667.33">9861 9239 0,'-25'-25'16,"0"25"-16,25-25 15,0 0-15,0 0 16,-25 1 0,1-1-16,24 0 15,0 0-15,-50-25 16,25 0-1,25 25-15,-25 0 16,25 1-16,-25-1 16,25 0-1,-25-25-15,0 25 16,0 0-16,25 0 0,-25 0 16,-24-24-16,-1 24 15,25 25-15,0-50 16,0 50-1,0-50-15,0 50 16,-24-25-16,-1 0 16,0 0-16,-25 0 15,50 25-15,-24-49 16,-26 49-16,50 0 16,-50-50-16,25 50 15,25-25-15,-49 25 16,49 0-16,-25-25 15,25 25-15,0 0 16,-25 0-16,1-25 16,24 25-16,-25 0 15,25 0-15,-25 0 16,0 0 0,1 0-16,-1 0 15,0 0-15,25 0 16,0 0-16,0 0 0,-49 0 15,49 0 1,0 0-16,-25 0 16,25 0-16,0 0 15,0 0-15,-24 0 16,-1 0-16,25 25 16,-25 0-16,25-25 15,-25 25 1,0 0-16,26-25 15,-1 25-15,0 24 16,-25-24 0,25 0-1,25 0-15,-25 0 16,0 25 0,0-25-16,25 25 15,-25-1 1,1 26-16,24-25 15,-25 25-15,25-26 16,0-24-16,-25 25 16,0 0-16,25-25 15,-25 25-15,25-26 16,0 26-16,0 25 16,-75 0-16,50-50 15,0 74-15,1-74 16,24 50-16,0-25 15,0 49-15,0-24 16,-50 49-16,50-99 16,-25 75-16,0 0 15,25-26 1,0-24-16,-25 0 16,25 25-16,-25-26 15,25 1-15,0 25 0,0 24 16,0-74-1,0 75-15,0-50 16,-25 0-16,25-1 16,0-24-16,0 0 15,0 0-15,0 25 16,0 25 0,0-50-16,0 24 15,0 1-15,0 25 16,0-25-16,0-1 15,0 1 1,0-25-16,0 0 16,0 0-16,0 75 0,0-76 15,0 1 1,25 25 0,-25-25-1,25 25 1,-25-25-1,25-25-15,-25 25 16,0 0-16,25-25 16,-25 24-16,50 1 15,-25 0-15,-1 0 16,-24 0 0,25 0-16,25 25 15,-25-25-15,0 0 16,0-25-16,0 24 15,0 1 1,24 0-16,-49 0 16,25 0-1,0-25-15,-25 25 16,25-25-16,0 25 16,0-25-16,25 25 15,-25-25 1,-25 25-1,25-25 1,24 25 0,-24-25-1,25 25 1,0-25 0,0 0-1,-25 0-15,0 24 16,-1-24-1,1 0-15,25 0 16,-25 0 0,0 0-16,0 0 0,25 0 15,-1 0-15,-24 0 16,0 0 0,25 0-16,-25 0 15,0 0 1,25 0-1,-25 0 1,49 0-16,-49 0 16,0 0-1,0 0-15,0 0 16,25 0 0,24 0-1,-49 0-15,50-24 16,-25 24-1,0 0-15,24-25 16,-24 0 0,25 25-16,-25-25 15,-25 25-15,-1 0 16,1-25-16,0 0 16,0 25-16,-25-25 0,50 0 15,-25 0 1,0-25-1,0 26 1,0-1-16,-25-25 16,49 25-16,-49-50 15,25 25-15,25 1 16,0-51-16,-25 75 16,25-74-16,-26 74 15,1-75 1,25 50-16,25-49 0,-50 24 15,-25 50-15,50-50 16,-50 26-16,49-26 16,-49 50-16,25 0 15,-25-25 1,0 25-16,0-25 16,0 26-16,0-26 15,0 25-15,25-25 16,0 25-16,-25 0 15,0-25-15,0 26 16,0-26-16,0 25 16,0-25-1,0 25 1,0 0-16,0 0 0,0 0 16,0 1-16,0-1 15,0 0-15,0 0 16,0 0-16,0 0 15,0-25 1,0 25-16,0 0 16,0 1-16,0-1 0,0 0 15,0 0 1,0 0-16,0-25 0,0 25 16,0 0-1,0-24-15,0-1 16,0 25-16,0 0 15,0 0-15,0-25 16,0 25 0,0-25-1,0 26 1,0-26 0,0 25-1,0 0-15,0 0 0,-25-50 31,25 50-15,-25 1 31,25-1-47,0 0 16,0 0-1,-25 0-15,0 25 31,25-25-31,0 0 32,0 0-32,0 0 31,-24 0-15,-26 1 62,50-1-63,-25 25 32,25-25 16,0 0 93,-25-25-156,0 25 16,25 0-1,-25 0 1,25 0-1,-25 1 1,0 24 15,0-25 63</inkml:trace>
  <inkml:trace contextRef="#ctx0" brushRef="#br0" timeOffset="48572.06">14319 8915 0,'0'-25'31,"0"1"-31,0-1 63,0 0-48,-25 25 1,25-25-16,-50-25 15,25 25 1,0 0-16,0 0 16,0 0-1,0 1-15,-24 24 16,49-25 0,-25 25-16,-50-50 15,25 25-15,25 0 16,-49 0-16,24 0 15,25 25-15,-50-25 16,25 0 0,1 25-16,-1-25 15,25 1-15,0 24 16,-25-25-16,25 25 16,-25-25-16,26 25 15,-1-50-15,0 50 16,-25 0-16,25 0 15,0 0-15,-74-25 16,74 25-16,0 0 16,-25-25-16,25 25 15,0 0-15,0-25 16,-49 25-16,49 0 16,-25 0-16,0 0 15,25 0 1,0 0-16,-50 0 15,26 0-15,24 0 16,0 0-16,0 0 0,-25 0 16,0 0-1,25 0-15,1 0 16,-26 25 0,25 0-16,-25-25 15,25 25 1,0 25-16,-25-50 15,26 25-15,-1 0 16,25-1-16,-25 1 16,-25 0-16,25 0 15,0 25 1,-25 0-16,50 0 16,-25-50-16,1 49 15,-1 1-15,0 50 16,25-75-16,-25 0 15,0 49 1,0 1-16,-25 0 16,50-25-16,-50 24 15,50-24-15,0 0 16,-24 74-16,-1-74 16,25 0-16,0 50 15,-50-51-15,50 26 16,0-25-16,0 25 15,-25-50-15,25-1 16,0 1-16,0 25 16,0-25-16,0 25 15,0 0 1,0-1-16,0-24 16,0 50-1,0-25-15,0 25 16,0-1-16,0-24 15,0-25-15,0 25 0,0 0 16,0-1-16,0 1 16,0 25-1,0-25-15,0 24 16,0-24-16,0 0 16,0 0-16,0 25 15,0-1-15,25-24 16,-25 25-16,0-50 15,0 0-15,25 74 16,-25-74-16,0 25 16,0-25-1,0 25-15,0-26 16,0 51 0,0-25-16,0-25 15,0 50-15,25-1 16,0-49-1,-1 25-15,-24-25 16,0 0 0,25 25-16,0 24 15,-25-49-15,0 0 16,0 0 0,25 25-16,-25 0 15,0-1-15,25 1 16,-25-25-16,0 0 15,25 0-15,-25 0 16,0 0 0,25 25-1,-25-26 1,25-24 0,-25 25-16,25 0 15,0 0-15,-1-25 16,1 25-16,-25 0 15,25-25-15,0 25 0,25 25 16,-25-50 0,0 0-16,0 0 15,0 25-15,-1-1 16,1-24 0,0 25-16,0-25 15,0 0 1,0 0-16,25 25 15,-25-25-15,0 0 16,-1 0 0,1 0-16,0 0 0,0 0 15,0 0-15,25 0 16,0 0-16,-25 0 16,24 0-16,26 0 15,25 0 1,-50 0-16,24 0 15,-24 0-15,0 0 16,-25 0-16,49 0 16,1 0-16,-25 0 15,0 0-15,0 0 16,-1 0-16,26 0 16,-25 0-16,0 0 15,-1 0 1,-24 0-16,25 0 0,0 0 15,0 0-15,-25 0 16,24-25-16,26 25 16,-50 0-16,0 0 15,0-25 1,0 25-16,0 0 16,0-24-16,0 24 15,-1-25-15,1 25 16,0-25-16,0 0 0,-25 0 15,25 0 1,0 0-16,-25-25 16,50 1-16,-50-1 15,25 25-15,-25 0 16,49-25-16,-24 25 16,-25 0-16,0-24 15,25-1-15,-25 0 16,50 0-16,-50 0 15,50-24 1,-50 24-16,25 0 0,0 0 16,0-49-16,-25 49 15,24 0-15,-24-25 16,25 25-16,-25-24 16,25 24-1,0-25-15,-25 25 16,0-24-16,0-1 15,0 25-15,0 0 16,0-24-16,0 24 0,0 0 16,0 25-1,0 0-15,0 0 16,0-49-16,0 49 16,0 0-16,0-25 15,0 25-15,0 0 16,0 0-16,0 0 15,-25-24-15,25 24 16,0 0 0,0 0-1,0 0-15,0 0 16,-25-25-16,25 25 16,0 1-16,0-1 15,0-25 1,0 25-1,0 0-15,0-25 16,0 25 0,-25-24-1,25 24 1,0-25 0,0 25-16,0 0 15,0 0 1,0 0-1,0 0-15,0 0 32,0 1 15,0-1-47,0 0 15,-24 25 1,24-50-16,0 25 15,-25 0-15,25 0 16,0 0 0,-25-25-1,25 1 1,-25 49-16,25-25 16,0 0-16,-25 0 15,0-25 1,25 25-1,-25 0-15,0-49 32,25 49-32,-25-25 15,25 25-15,-25 0 16,25 0 0,-24-25-16,24 26 0,0-1 31,-25 0-31,25-25 15,-25 25-15,25 0 16,-25-25 0,25 25-16,-25 1 15,25-1-15,0 0 16,-25 0-16,25 0 16,0 0-1,-25 25-15,25-25 16,0 0-1,-25 0-15,25 0 94</inkml:trace>
  <inkml:trace contextRef="#ctx0" brushRef="#br0" timeOffset="56577.29">22960 1943 0,'-25'0'63,"0"0"-63,-50 0 31,25 25-31,25 24 16,-24 76-16,24-75 0,-25 49 15,50 1 1,0-25-16,-25-1 16,25 51-16,0-25 15,0-51-15,0 51 16,25 0-16,0 74 15,25-25-15,-26-49 16,51 24-16,-50-24 16,0-100-16,-25 25 15,25-25-15</inkml:trace>
  <inkml:trace contextRef="#ctx0" brushRef="#br0" timeOffset="57453">23258 2715 0,'0'50'32,"0"24"-17,0 51-15,0-26 16,0-49-16,0 50 16,0-50-16,0 49 15,0-49-15,0-25 16,0 0-1,0-75 48,0 25-63,0-75 16,0 1-1,0 49-15,0-50 0,25-24 16,50 49-16,-25-24 15,0-1-15,-25 75 16,-1-50 0,26 51-16,-50-1 15,25 25-15,0 0 47,0 0-31,25 25-16,-25-1 15,0 26-15,-25 50 16,0-1-16,0-24 16,0 25-16,0-1 15,0-49-15,24 25 16,1-25-16,-25-1 16,25 1-16,0-25 15,-25 0 1,0 0-16,25-25 15,-25 25-15,25-25 16,0 0 0,0 0-1,0 0 1,0 0 0,-1-25-16,-24 0 15</inkml:trace>
  <inkml:trace contextRef="#ctx0" brushRef="#br0" timeOffset="57876.96">24777 2540 0,'25'0'15,"-25"25"-15,50 0 16,0 50-16,0 0 15,-25-26-15,74 51 16,1 0-16,-50-51 16,24 26-16,26 25 15,-25-1-15,-1-49 16,1 25-16,-25-25 16,25 0-1,-50-50-15,-1 24 16</inkml:trace>
  <inkml:trace contextRef="#ctx0" brushRef="#br0" timeOffset="58325.36">25749 2516 0,'-50'24'0,"0"26"16,-25 0-16,26 25 16,-51 49-16,0-24 15,1-1-15,49 1 16,-25-25-16,-24-1 16,49-24-16,-25 75 15,50-100-15,-74 49 16,49 1-16,50-25 15,-25 25-15,25-50 16,-25-1 0</inkml:trace>
  <inkml:trace contextRef="#ctx0" brushRef="#br0" timeOffset="59381.73">26620 2665 0,'0'25'31,"0"25"-15,0-1-16,0 26 15,0-25 1,0 25-16,0 24 16,0-49-16,0 0 15,25 0-15,-25-1 0,0 1 16,0 0-16,0-25 15,0 0 1,0 0-16,25-25 94,-25-75-63,0 25-31,25-24 0,25-1 16,-25 0-16,-25 25 15,74-49-15,-49 24 16,0 25-16,25-24 16,-25 49-1,0 0-15,-25 0 16,25 25 46,-25 50-46,25 24-16,-1 1 16,-24 0-16,25-25 15,0 49-15,25-49 16,-50 0-16,50-25 15,-50 0-15,25-1 16,25-24 0,-26 0-1,1 0-15,0 0 16,0 0 0,0 0-16,0 0 15,0-49-15,-25 24 0,50-50 16,-50 25-1,0 0-15,49-49 16,-49-1-16,25 1 16</inkml:trace>
  <inkml:trace contextRef="#ctx0" brushRef="#br0" timeOffset="59893.57">27766 1619 0,'49'0'16,"1"50"-16,0 0 15,50 49-15,-1 1 16,-24-25-16,-50-26 16,25 26-16,0 25 15,24 24-15,1 1 16,-25 24-16,0 25 15,-1 1-15,-24 24 16,-25-25 0,0 26-16,0-51 0,0 0 15,-25-24-15,0-1 16,-24-49-16,24-75 16,0 25-16,0-25 78</inkml:trace>
  <inkml:trace contextRef="#ctx0" brushRef="#br0" timeOffset="61523.63">23134 4059 0,'-50'0'47,"25"25"-31,-25-25-16,1 25 15,-1 0-15,0 25 16,-50 0-16,51-50 15,-51 50-15,75-50 16,-25 24-16,0 1 16,1 0-16,-1 0 15,25 0-15,-25 0 16,25-25-16,0 25 16,0-25-16,1 25 15</inkml:trace>
  <inkml:trace contextRef="#ctx0" brushRef="#br0" timeOffset="62325.56">22113 4234 0,'0'0'0,"-50"50"15,50-1 1,-25-24-16,25 0 16,-25 0-16,0 0 15,1 0 1,-1 25 0,0-50-16,25 49 15,-25-24-15,0 0 16,-25 0-1,25 0 1,25 0-16,-25-25 16,25 25 93,50-25-93,25 0-16,0 0 15,-1 0-15,26 0 16,-25 0 0,24 0-16,26 25 0,-51 0 15,1-25-15,-50 0 16,50 0-16,-50 0 15,-1 0 17</inkml:trace>
  <inkml:trace contextRef="#ctx0" brushRef="#br0" timeOffset="65589.85">17631 4084 0,'-25'0'16,"0"0"0,25 25-1,0 50-15,0-25 16,0 0-16,0 49 16,0 26-16,0-26 15,0 1 1,0-25-16,0-1 15,0 1-15,0-50 16</inkml:trace>
  <inkml:trace contextRef="#ctx0" brushRef="#br0" timeOffset="66113.62">17855 4035 0,'0'24'31,"0"1"-31,0 75 16,0 0-16,0-51 16,0 1-1,0 0-15,0 25 16,0 24-16,0-24 0,0-25 15,0 0-15,0-25 16,0-1-16</inkml:trace>
  <inkml:trace contextRef="#ctx0" brushRef="#br0" timeOffset="67349.3">18776 4159 0,'0'-25'63,"0"0"-47,-25 0-1,0 25 1,0-25-16,0 25 15,1 0-15,-1 0 16,0 0 0,0 0-16,0 0 15,0 0-15,0 0 16,0 0-16,-25 25 16,26 0-16,24 25 15,-25-25-15,25 25 16,0-25-16,0 0 15,0 24-15,-25 1 16,25-25-16,0 25 16,0-25-16,0 0 31,0 0-31,0-1 16,0 1-16,0 50 0,25 0 31,-25-50-31,25 0 15,-1-25 1,-24 25 0,50-25-16,0 0 15,0 0 1,-25 0 0,0 0-16,0 0 15,-1 0-15,26 0 16,-25 0-16,0-25 15,0 0-15,0 25 16,0-25-16,-25 0 16,25 0-16,-25 0 15,0 0-15,0 0 16,0-25-16,0 26 16,0-26-1,0 25-15,0 0 16,0-25-16,0 25 15,0 0-15,0 0 16,0 1 0,0-1-1,0 0 1,0 0-16,-25 25 16,25-25-1</inkml:trace>
  <inkml:trace contextRef="#ctx0" brushRef="#br0" timeOffset="67893.41">18353 4483 0,'25'0'47,"24"0"-32,-24 0-15,0 0 16,0 0-16,25 0 15,0 0-15,0 0 16,-1 0-16,1 0 16,-25 0-16,0 0 15,0 0-15,0 0 16,0 0 15</inkml:trace>
  <inkml:trace contextRef="#ctx0" brushRef="#br0" timeOffset="68605.58">19498 4084 0,'-25'0'47,"0"50"-47,25 0 16,0 0-1,0 24-15,0 1 0,0 0 16,0-25-16,0-1 16,0 1-1,0 0-15,0 0 16,0-25-16,0 0 15,0 0-15</inkml:trace>
  <inkml:trace contextRef="#ctx0" brushRef="#br0" timeOffset="69079.92">19797 4059 0,'0'25'15,"0"0"-15,0 0 0,0 75 16,0-50 0,0-1-16,0 51 15,0 0-15,0-51 16,0 26-16,0 0 15,0-25-15,0-1 16,0-24 0</inkml:trace>
  <inkml:trace contextRef="#ctx0" brushRef="#br0" timeOffset="79459.12">24005 12277 0,'25'0'110,"0"0"-110,25 0 31,0 0-31,-25 0 16,25 0-16,-1-50 0,-24 50 15,50 0-15,-25 0 16,25 0-16,-51 0 16,51 0-1,0 0-15,-25 0 16,-25 0-16,74 0 15,-24 0-15,0 0 16,-26-25-16,1 25 16,0 0-16,0 0 15,0 0-15,-1 0 16,1 0-16,-25 0 16,25 0-16,0 0 15,-25 0-15,0 0 16,-1 0-16,1 0 15,25 0-15,25 0 16,-50 0-16,25 0 16,-1 0-1,1 0-15,-25 0 16,25 0-16,0 0 16,-25 0-16,-1 0 15,26 0-15,25-25 16,-50 25-16,25 0 15,-1 0-15,-24 0 16,0 0-16,25 0 16,-25 0-16,0 0 15,25 0-15,-25 0 16,-1 0-16,1 0 16,25 0-16,0 0 15,-25 0-15,25 0 16,-25 0-1,24 0-15,1 0 16,-25 0-16,25 0 0,0 0 16,0 0-16,-1 0 15,1 0 1,-25 0-16,0 0 16,0 0-16,0 0 15,25 0-15,-1 0 16,1 0-1,-25 0 1,0-24 0,0 24-1</inkml:trace>
  <inkml:trace contextRef="#ctx0" brushRef="#br0" timeOffset="81492.27">25574 10808 0,'0'25'109,"0"0"-109,0 0 16,0-1-1,0 51-15,0-50 16,0 0 0,0 0-16,0 0 15,0 0-15,-25 25 16,25-1-16,0-24 15,0 25-15,0 0 16,0-25-16,0 0 16,0 24-16,0-24 15,0 0-15,-24 0 16,24 0-16,0 0 16,0 0-16,0 50 15,0-26-15,0-24 16,0 50-1,0-50-15,0 0 16,-25 49-16,25-24 16,0-25-16,0 0 0,0 0 15,0 0-15,0 25 16,0-25 0,0-1-16,0 26 15,0 0 1,-25-25-16,25 50 15,0-25-15,0-26 16,0 1-16,0 25 16,0 0-16,0-25 15,0 0-15,0 0 16,0 24-16,0-24 16,0 25-16,0-25 15,0 25 1,0-25-16,0 0 0,0 0 15,0-1-15,-25 26 16,25-25 0,0 25-16,0-25 15,0 25-15,0-25 16,0 24-16,-25 1 16,25 0-16,0 0 15,0 0-15,-25-26 16,25 1-16,0 50 15,0-50-15,0 0 16,0 0 0,0 0-16,0 0 15</inkml:trace>
  <inkml:trace contextRef="#ctx0" brushRef="#br1" timeOffset="147041.97">8068 6799 0,'25'25'47,"-25"-1"-32,25 1 1,0-25-16,0 25 16,25 25-16,-1-50 15,1 0-15,0 50 16,0-50-16,25 0 16,-26 0-16,1 0 15,25 0-15,24 25 16,-49-25-16,0 0 15,0 0-15,25 0 16,-1 0-16,26 25 16,-25-25-16,24 25 15,51-25-15,-26 24 16,26-24-16,-51 0 16,51 0-1,-1 0-15,-24 0 16,49 0-16,-25 0 15,26 0-15,-51 0 0,1 0 16,24 0 0,-25 25-16,1-25 15,24 0-15,-24 0 16,24 0-16,-24 0 16,24 0-16,1 0 15,-1 0-15,0 0 16,1 0-16,-1 0 15,1 0-15,-26 0 16,1 0-16,-1 0 16,-49 0-1,25 0-15,-26 0 16,1 0-16,0 0 16,-1 0-16,1 0 0,0 0 15,24 0 1,1 0-16,0 0 15,-1 0-15,1 0 16,-1 0-16,26 0 16,-1 0-16,-24 0 15,25 0-15,-1 0 16,26 0-16,-26 0 16,1 0-16,24 0 15,-25 0-15,1 0 16,24 0-16,-49 0 15,24 0-15,-24 0 16,-25 0-16,24 0 16,26 0-16,-25 0 15,-26 0-15,26 0 16,-1 0 0,-24 0-16,25 0 15,-1 0-15,-49 0 16,25 0-16,0 25 15,-1-25-15,1 25 16,0 0-16,-25-25 16,-1 25-16,51 0 15,-50-25-15,24 25 16,-24 0-16,25 0 16,-25 0-16,0-1 15,24 1-15,1 25 16,-25-25-16,0 25 15,24 0-15,1 24 16,-25-24 0,0-25-16,-1 25 0,-24-25 15,0 25 1,25-26-16,-25 1 16,-25 0-1,25 0 1,0-50 109,0 0-125,24-24 15,51-26-15,-75 50 16,50-50-16,-26 25 16,76-24-16,-50 24 15,-26 25 1,26 0-16,25-50 16,-50 75-16,24-49 15,-24 49-15,25-50 0,-25 50 16,-1 0-1,1-25-15,0 25 16,-25 0-16,25 0 16,24 0-16,-49-25 15,50 0-15,-50 25 16,50 0-16,-26 0 16,-24 0-16,50-25 15,-25 25-15,-25-25 16,25 25-16,-1 0 15,26 0 1,-25 0-16,0 0 16,-1 0-16,-24 0 15,50 0-15,-25 0 0,0 0 16,24-25-16,26 25 16,-25 0-1,-1 0-15,-24 0 16,50 0-16,-25 0 15,-26 0-15,26 0 16,0 0-16,-25 0 16,24 0-16,-24 0 15,0 0-15,25 0 16,-26 0-16,26 0 16,-25 0-1,0 0-15,24 0 0,-24 0 16,25 0-16,-25 0 15,24 0-15,1 0 16,25 0-16,-26 0 16,-24 0-1,75 0-15,-51 0 16,1 0-16,0 0 16,-25 0-16,-1 0 15,26 0-15,-25 0 16,25 0-16,24 0 15,-24 0-15,0 0 16,-1 0-16,1 0 16,25 0-16,-26 0 15,26 0-15,-50 0 16,0 0-16,24 0 16,-24 0-16,-25 0 15,0 0-15,0 0 16,25 0-1,-1 0-15,1 0 0,-25 0 16,25 0 0,-25 0-16,74 0 0,-74 0 15,50 0-15,-25-25 16,25 25 0,-26 0-16,26 0 15,-50 0-15,25 0 16,0 0-16,-1 0 15,1 0-15,-25 0 16,75 0-16,-50 0 16,24 0-16,1 0 15,-25 0-15,49 0 16,-24 0 0,0 0-16,-25 0 0,24-24 15,-24-1-15,-25 25 16,50 0-16,-1 0 15,-24 0-15,25 0 16,-25 0 0,24 0-16,1 0 15,-50 0-15,50 0 16,-25 0-16,-26 0 16,1 0-16,25 0 0,-25 0 15,25 0 1,49 0-16,-49 0 15,0 0-15,25-25 16,24 25-16,1 0 16,-75 0-16,50 0 15,-1 0-15,-24 0 16,25 0-16,0 0 16,-26 0-16,51-25 15,-50 0 1,24 25-16,26 0 0,-75 0 15,25-25-15,-25 25 16,24-25-16,1 25 16,-25 0-16,25 0 31,-25 0-31,25-25 16,-25 0-16,-1 25 15,26 0-15,-25-25 16,0 1-16,0 24 15,0-25 1,0 0 0,0 25-1,25-50 1,-26 25-16,1 0 16,25 0-1,-50 0-15,25 0 16,0 1-16,-25-1 31,25 0-31,25 0 16,-50-25-1,25 0 1,-25 25-16,0 0 16,24-49-1,1 49-15,-25-25 16,0 0-16,0 0 15,0 26-15,0-1 16,0 0-16,0-25 16,0 0-16,0 25 15,0-25-15,0 25 16,0-24-16,0-1 31,0 25-31,0-50 0,-25 50 16,-24-24-16,24 24 15,0-50-15,0 50 16,0-25-16,-25 25 16,25 0-1,0 1-15,-24-1 16,49 0 0,-25 25-16,0-25 15,0 0-15,0 0 31,0 0-31,0 0 16,0 25 15,0-25-15,0 0 0,1 25 202,-51 0-202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Đầu trang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Chỗ dành sẵn cho Ngày tháng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66BE00-9046-47FC-856B-DC5694DEFB3C}" type="datetimeFigureOut">
              <a:rPr lang="vi-VN" smtClean="0"/>
              <a:t>22/12/25</a:t>
            </a:fld>
            <a:endParaRPr lang="vi-VN"/>
          </a:p>
        </p:txBody>
      </p:sp>
      <p:sp>
        <p:nvSpPr>
          <p:cNvPr id="4" name="Chỗ dành sẵn cho Hình ảnh của Bản chiế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Chỗ dành sẵn cho Ghi chú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C4723E-EF9E-4602-980A-0CD8F2CC2F4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502402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x: input</a:t>
            </a:r>
            <a:endParaRPr lang="vi-VN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4723E-EF9E-4602-980A-0CD8F2CC2F42}" type="slidenum">
              <a:rPr lang="vi-VN" smtClean="0"/>
              <a:t>12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527349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x: input</a:t>
            </a:r>
            <a:endParaRPr lang="vi-VN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4723E-EF9E-4602-980A-0CD8F2CC2F42}" type="slidenum">
              <a:rPr lang="vi-VN" smtClean="0"/>
              <a:t>13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914812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902D9-9ACE-4FB2-B88D-329366A2F409}" type="slidenum">
              <a:rPr lang="vi-VN" smtClean="0"/>
              <a:t>14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569251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902D9-9ACE-4FB2-B88D-329366A2F409}" type="slidenum">
              <a:rPr lang="vi-VN" smtClean="0"/>
              <a:t>15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000546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Fisher information matrix acts as a metric tensor, transforming the steepest descent in the Euclidean parameter space to the steepest descent in the distribution space</a:t>
            </a:r>
            <a:endParaRPr lang="vi-VN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2F9441-3F37-484D-9437-A587EF1C857A}" type="slidenum">
              <a:rPr lang="vi-VN" smtClean="0"/>
              <a:t>25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010200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Fisher information matrix acts as a metric tensor, transforming the steepest descent in the Euclidean parameter space to the steepest descent in the distribution space</a:t>
            </a:r>
            <a:endParaRPr lang="vi-VN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2F9441-3F37-484D-9437-A587EF1C857A}" type="slidenum">
              <a:rPr lang="vi-VN" smtClean="0"/>
              <a:t>26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549285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8243DBDB-0D36-4B70-8D10-1A8214F1C9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D2622190-A9D9-4C80-A8F6-98E66EE631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vi-VN"/>
              <a:t>Bấm để chỉnh sửa kiểu tiêu đề phụ của Bản cái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44EC7000-AC1A-4415-B55C-BD7B95548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2127A-F625-4921-8E47-1FEB55B6F53E}" type="datetimeFigureOut">
              <a:rPr lang="vi-VN" smtClean="0"/>
              <a:t>22/12/25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C5AF0524-B616-41C6-A2CF-16364EF1B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04FE369F-61C1-4576-84A0-452999BA9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8BF3B-95FA-498D-BA93-26559460E92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54366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38925FBC-9691-4DDF-954C-4F220115B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E57640CB-E46B-409D-AC9E-E6D61B7691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A667FFAB-13F8-4D68-BBC2-B7503C24A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2127A-F625-4921-8E47-1FEB55B6F53E}" type="datetimeFigureOut">
              <a:rPr lang="vi-VN" smtClean="0"/>
              <a:t>22/12/25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2521371B-2982-47D5-9568-BA9369625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38D04F86-AC6C-4CB8-9DC4-16DD59031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8BF3B-95FA-498D-BA93-26559460E92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6156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324D098F-52A5-4EE1-8F70-B4604DD6C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D752694C-C838-4B47-8657-462A3B0049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FFDE074C-CB6B-424A-B856-17E3A2A5C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2127A-F625-4921-8E47-1FEB55B6F53E}" type="datetimeFigureOut">
              <a:rPr lang="vi-VN" smtClean="0"/>
              <a:t>22/12/25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B8E33C2F-684E-44F8-B446-3D6605155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AFC93876-D357-4A37-9637-79E4A155A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8BF3B-95FA-498D-BA93-26559460E92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490752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1B6868B2-6215-4A6B-AFD0-231891F6D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154BFA39-3E20-42D6-8551-26BEA67BFC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4BBBEEBE-7511-4800-8D64-0DA8E38E4B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18EA1379-E814-45A8-B87D-EDACECFC3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2127A-F625-4921-8E47-1FEB55B6F53E}" type="datetimeFigureOut">
              <a:rPr lang="vi-VN" smtClean="0"/>
              <a:t>22/12/25</a:t>
            </a:fld>
            <a:endParaRPr lang="vi-VN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73F5634E-9EAE-4F26-A245-E3E3EF7F1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DCA4A440-6283-4CB7-8316-9CD728B6D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8BF3B-95FA-498D-BA93-26559460E92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5583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FA7FF2E5-41BA-4D44-90BF-ED2E22394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21B8FF79-9D9A-4AE6-9732-B93E39F559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D1B2D610-E4EF-46DD-9162-4D46C84487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5" name="Chỗ dành sẵn cho Văn bản 4">
            <a:extLst>
              <a:ext uri="{FF2B5EF4-FFF2-40B4-BE49-F238E27FC236}">
                <a16:creationId xmlns:a16="http://schemas.microsoft.com/office/drawing/2014/main" id="{732C1191-8261-468C-AFD8-D74F54F090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6" name="Chỗ dành sẵn cho Nội dung 5">
            <a:extLst>
              <a:ext uri="{FF2B5EF4-FFF2-40B4-BE49-F238E27FC236}">
                <a16:creationId xmlns:a16="http://schemas.microsoft.com/office/drawing/2014/main" id="{19B964D2-D3B2-4F44-86CC-83374838FA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7" name="Chỗ dành sẵn cho Ngày tháng 6">
            <a:extLst>
              <a:ext uri="{FF2B5EF4-FFF2-40B4-BE49-F238E27FC236}">
                <a16:creationId xmlns:a16="http://schemas.microsoft.com/office/drawing/2014/main" id="{4C6157CD-0260-4452-BC4D-AE94B0E87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2127A-F625-4921-8E47-1FEB55B6F53E}" type="datetimeFigureOut">
              <a:rPr lang="vi-VN" smtClean="0"/>
              <a:t>22/12/25</a:t>
            </a:fld>
            <a:endParaRPr lang="vi-VN"/>
          </a:p>
        </p:txBody>
      </p:sp>
      <p:sp>
        <p:nvSpPr>
          <p:cNvPr id="8" name="Chỗ dành sẵn cho Chân trang 7">
            <a:extLst>
              <a:ext uri="{FF2B5EF4-FFF2-40B4-BE49-F238E27FC236}">
                <a16:creationId xmlns:a16="http://schemas.microsoft.com/office/drawing/2014/main" id="{173066F2-3F96-404F-B46C-6C5C93853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Chỗ dành sẵn cho Số hiệu Bản chiếu 8">
            <a:extLst>
              <a:ext uri="{FF2B5EF4-FFF2-40B4-BE49-F238E27FC236}">
                <a16:creationId xmlns:a16="http://schemas.microsoft.com/office/drawing/2014/main" id="{AB3FE737-C68F-42D2-9059-9D4A7890A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8BF3B-95FA-498D-BA93-26559460E92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41493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2ED198B6-B7C9-467F-92CC-C34FD379C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gày tháng 2">
            <a:extLst>
              <a:ext uri="{FF2B5EF4-FFF2-40B4-BE49-F238E27FC236}">
                <a16:creationId xmlns:a16="http://schemas.microsoft.com/office/drawing/2014/main" id="{425947B0-099B-44C8-A338-6A3BE46FB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2127A-F625-4921-8E47-1FEB55B6F53E}" type="datetimeFigureOut">
              <a:rPr lang="vi-VN" smtClean="0"/>
              <a:t>22/12/25</a:t>
            </a:fld>
            <a:endParaRPr lang="vi-VN"/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0AE31002-BF0C-4CA5-AA3B-CE00474C1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430857A2-88BB-46ED-888B-9AAC11F63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8BF3B-95FA-498D-BA93-26559460E92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79371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gày tháng 1">
            <a:extLst>
              <a:ext uri="{FF2B5EF4-FFF2-40B4-BE49-F238E27FC236}">
                <a16:creationId xmlns:a16="http://schemas.microsoft.com/office/drawing/2014/main" id="{A0189507-1A49-45BE-8595-D5781CE09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2127A-F625-4921-8E47-1FEB55B6F53E}" type="datetimeFigureOut">
              <a:rPr lang="vi-VN" smtClean="0"/>
              <a:t>22/12/25</a:t>
            </a:fld>
            <a:endParaRPr lang="vi-VN"/>
          </a:p>
        </p:txBody>
      </p:sp>
      <p:sp>
        <p:nvSpPr>
          <p:cNvPr id="3" name="Chỗ dành sẵn cho Chân trang 2">
            <a:extLst>
              <a:ext uri="{FF2B5EF4-FFF2-40B4-BE49-F238E27FC236}">
                <a16:creationId xmlns:a16="http://schemas.microsoft.com/office/drawing/2014/main" id="{A7ACAE4E-1508-47A6-B765-60539E66C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B83D23C8-11B4-4381-9739-1074B09C1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8BF3B-95FA-498D-BA93-26559460E92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9428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08A975C3-A720-488D-8376-12BF6133C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159A82D1-32D9-46B3-9B12-156D75B4E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72B82970-08DB-497D-B4D6-637CF02FA8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1D878D93-D48E-47E9-BD55-6ED2BEAF1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2127A-F625-4921-8E47-1FEB55B6F53E}" type="datetimeFigureOut">
              <a:rPr lang="vi-VN" smtClean="0"/>
              <a:t>22/12/25</a:t>
            </a:fld>
            <a:endParaRPr lang="vi-VN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E54D36CB-F5D8-48EC-A747-F9A4B41DB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3A2F2B9C-B831-434D-87C7-93C5D4E70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8BF3B-95FA-498D-BA93-26559460E92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28839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8C9C7290-D689-4B21-97A0-0B2351FF1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Hình ảnh 2">
            <a:extLst>
              <a:ext uri="{FF2B5EF4-FFF2-40B4-BE49-F238E27FC236}">
                <a16:creationId xmlns:a16="http://schemas.microsoft.com/office/drawing/2014/main" id="{730708E6-DF2B-4BA1-9270-6A52C379FE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A2DAB71E-AA13-4BD1-B422-5F9ABA6BCC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DE9F53D9-7CA9-4948-ABE5-7A9DE9E68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2127A-F625-4921-8E47-1FEB55B6F53E}" type="datetimeFigureOut">
              <a:rPr lang="vi-VN" smtClean="0"/>
              <a:t>22/12/25</a:t>
            </a:fld>
            <a:endParaRPr lang="vi-VN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740263D7-EC53-446F-A135-E639ECF41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649B80FF-BE85-4BB6-8FB4-58CBF962B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8BF3B-95FA-498D-BA93-26559460E92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833206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16A2442D-63DB-44F2-9969-CBFD42ED3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498223EA-ACAD-4E95-A65E-3A1BFAB3F1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EC045107-1806-4BF1-B936-B58DBA298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2127A-F625-4921-8E47-1FEB55B6F53E}" type="datetimeFigureOut">
              <a:rPr lang="vi-VN" smtClean="0"/>
              <a:t>22/12/25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12F9C5E9-9244-4AED-956F-850252820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4E3E9F83-2D56-4FAE-A6AA-2D59E6D91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8BF3B-95FA-498D-BA93-26559460E92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42496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Dọc 1">
            <a:extLst>
              <a:ext uri="{FF2B5EF4-FFF2-40B4-BE49-F238E27FC236}">
                <a16:creationId xmlns:a16="http://schemas.microsoft.com/office/drawing/2014/main" id="{667CEDF1-95F8-47A2-A50A-812DCD1675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E13338DB-FC86-43B3-9820-92901C30F2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D169BE3E-D679-4BE8-B7C2-D5EF305D1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2127A-F625-4921-8E47-1FEB55B6F53E}" type="datetimeFigureOut">
              <a:rPr lang="vi-VN" smtClean="0"/>
              <a:t>22/12/25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C346A4F5-025E-449E-8510-306FF0781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08E10E00-5E8E-40B1-97D3-8A4C314E9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8BF3B-95FA-498D-BA93-26559460E92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38713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Tiêu đề 1">
            <a:extLst>
              <a:ext uri="{FF2B5EF4-FFF2-40B4-BE49-F238E27FC236}">
                <a16:creationId xmlns:a16="http://schemas.microsoft.com/office/drawing/2014/main" id="{2E64F7D6-D2C9-4483-AFB5-6285CCDEC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60EC9D9D-DFFA-42B7-A081-AEE16D6349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CB7B0EE5-0DFC-4FEF-A832-79EBF43455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D2127A-F625-4921-8E47-1FEB55B6F53E}" type="datetimeFigureOut">
              <a:rPr lang="vi-VN" smtClean="0"/>
              <a:t>22/12/25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51EF9A62-1963-49CF-8F61-7F3156E6A0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364E2364-DB8A-4A83-95CA-3A9A0474F9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B8BF3B-95FA-498D-BA93-26559460E92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78572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customXml" Target="../ink/ink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customXml" Target="../ink/ink6.xml"/><Relationship Id="rId4" Type="http://schemas.openxmlformats.org/officeDocument/2006/relationships/image" Target="../media/image1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../media/image23.png"/><Relationship Id="rId7" Type="http://schemas.openxmlformats.org/officeDocument/2006/relationships/customXml" Target="../ink/ink12.xm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CE100C9-7531-4AAB-BF44-719848ABA3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Quantum Gradient</a:t>
            </a:r>
            <a:br>
              <a:rPr lang="en-US"/>
            </a:br>
            <a:r>
              <a:rPr lang="en-US"/>
              <a:t>Parameter shift method</a:t>
            </a:r>
            <a:endParaRPr lang="vi-VN"/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B3A41369-2C7A-4DB4-8BD5-294EA65DB8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2019</a:t>
            </a:r>
          </a:p>
          <a:p>
            <a:r>
              <a:rPr lang="en-US"/>
              <a:t>5/6/2021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275420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04ACC7D5-F94B-436B-8C00-9FB745676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1. Gradient descent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75B94B5C-DD60-43A2-BA7E-7AC6582007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38877"/>
                <a:ext cx="11076728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vi-VN">
                    <a:latin typeface="Calibri (Thân)"/>
                  </a:rPr>
                  <a:t>Numerical gradient:</a:t>
                </a:r>
              </a:p>
              <a:p>
                <a:pPr marL="0" indent="0">
                  <a:buNone/>
                </a:pPr>
                <a:endParaRPr lang="vi-VN">
                  <a:latin typeface="Calibri (Thân)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vi-VN" b="0" i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vi-VN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vi-V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vi-VN" b="1" i="1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vi-V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vi-V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vi-VN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vi-V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vi-VN" b="1" i="1" smtClean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  <m:r>
                                <a:rPr lang="vi-V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vi-VN" i="1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e>
                          </m:d>
                          <m:r>
                            <a:rPr lang="vi-VN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vi-V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vi-V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vi-VN" b="1" i="1" smtClean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  <m:r>
                                <a:rPr lang="vi-V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vi-VN" b="0" i="1" smtClean="0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e>
                          </m:d>
                        </m:num>
                        <m:den>
                          <m:r>
                            <a:rPr lang="vi-V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vi-VN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den>
                      </m:f>
                      <m:r>
                        <a:rPr lang="vi-VN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vi-V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𝒪</m:t>
                      </m:r>
                      <m:r>
                        <a:rPr lang="vi-V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vi-V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vi-V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</m:e>
                        <m:sup>
                          <m:r>
                            <a:rPr lang="vi-V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vi-V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vi-VN">
                  <a:latin typeface="Calibri (Thân)"/>
                </a:endParaRPr>
              </a:p>
              <a:p>
                <a:pPr marL="0" indent="0">
                  <a:buNone/>
                </a:pPr>
                <a:endParaRPr lang="vi-VN">
                  <a:latin typeface="Calibri (Thân)"/>
                </a:endParaRPr>
              </a:p>
              <a:p>
                <a:pPr marL="0" indent="0">
                  <a:buNone/>
                </a:pPr>
                <a:r>
                  <a:rPr lang="vi-VN">
                    <a:latin typeface="Calibri (Thân)"/>
                  </a:rPr>
                  <a:t>This is zero – order method</a:t>
                </a:r>
              </a:p>
              <a:p>
                <a:pPr marL="0" indent="0">
                  <a:buNone/>
                </a:pPr>
                <a:r>
                  <a:rPr lang="vi-VN">
                    <a:latin typeface="Calibri (Thân)"/>
                  </a:rPr>
                  <a:t>Given a model parameterized by </a:t>
                </a:r>
                <a14:m>
                  <m:oMath xmlns:m="http://schemas.openxmlformats.org/officeDocument/2006/math">
                    <m:r>
                      <a:rPr lang="vi-VN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vi-VN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vi-V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  <m:r>
                      <a:rPr lang="vi-VN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vi-VN" b="1" i="1" smtClean="0">
                        <a:latin typeface="Cambria Math" panose="02040503050406030204" pitchFamily="18" charset="0"/>
                      </a:rPr>
                      <m:t>𝜽</m:t>
                    </m:r>
                    <m:r>
                      <a:rPr lang="vi-VN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vi-V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vi-V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vi-VN">
                    <a:latin typeface="Calibri (Thân)"/>
                  </a:rPr>
                  <a:t>, loss function </a:t>
                </a:r>
                <a14:m>
                  <m:oMath xmlns:m="http://schemas.openxmlformats.org/officeDocument/2006/math">
                    <m:r>
                      <a:rPr lang="vi-V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vi-V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vi-V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vi-V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a:rPr lang="vi-V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vi-V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vi-VN">
                    <a:latin typeface="Calibri (Thân)"/>
                  </a:rPr>
                  <a:t>.</a:t>
                </a:r>
              </a:p>
              <a:p>
                <a:pPr marL="0" indent="0">
                  <a:buNone/>
                </a:pPr>
                <a:endParaRPr lang="vi-VN" b="1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vi-VN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vi-VN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p>
                          <m:r>
                            <a:rPr lang="vi-V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vi-V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vi-VN" b="0" i="1" smtClean="0">
                              <a:latin typeface="Cambria Math" panose="02040503050406030204" pitchFamily="18" charset="0"/>
                            </a:rPr>
                            <m:t>+1)</m:t>
                          </m:r>
                        </m:sup>
                      </m:sSup>
                      <m:r>
                        <a:rPr lang="vi-VN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vi-VN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vi-VN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p>
                          <m:r>
                            <a:rPr lang="vi-VN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vi-V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vi-V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vi-VN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vi-VN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m:rPr>
                          <m:sty m:val="p"/>
                        </m:rPr>
                        <a:rPr lang="vi-VN" b="0" i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vi-VN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vi-V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vi-VN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vi-VN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p>
                          <m:r>
                            <a:rPr lang="vi-VN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vi-VN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vi-V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vi-VN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vi-VN">
                  <a:latin typeface="Calibri (Thân)"/>
                </a:endParaRPr>
              </a:p>
              <a:p>
                <a:pPr marL="0" indent="0">
                  <a:buNone/>
                </a:pPr>
                <a:endParaRPr lang="vi-VN">
                  <a:latin typeface="Calibri (Thân)"/>
                </a:endParaRPr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75B94B5C-DD60-43A2-BA7E-7AC6582007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38877"/>
                <a:ext cx="11076728" cy="4351338"/>
              </a:xfrm>
              <a:blipFill>
                <a:blip r:embed="rId2"/>
                <a:stretch>
                  <a:fillRect l="-1156" t="-2384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>
            <a:extLst>
              <a:ext uri="{FF2B5EF4-FFF2-40B4-BE49-F238E27FC236}">
                <a16:creationId xmlns:a16="http://schemas.microsoft.com/office/drawing/2014/main" id="{D8ADAC9E-249F-4A94-B39C-1D000F5874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4997" y="-85420"/>
            <a:ext cx="6832209" cy="3552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Viết tay 3">
                <a:extLst>
                  <a:ext uri="{FF2B5EF4-FFF2-40B4-BE49-F238E27FC236}">
                    <a16:creationId xmlns:a16="http://schemas.microsoft.com/office/drawing/2014/main" id="{8EB95AF2-B250-4BCF-ABFA-4E607F828D57}"/>
                  </a:ext>
                </a:extLst>
              </p14:cNvPr>
              <p14:cNvContentPartPr/>
              <p14:nvPr/>
            </p14:nvContentPartPr>
            <p14:xfrm>
              <a:off x="5741640" y="2795040"/>
              <a:ext cx="1134720" cy="866520"/>
            </p14:xfrm>
          </p:contentPart>
        </mc:Choice>
        <mc:Fallback xmlns="">
          <p:pic>
            <p:nvPicPr>
              <p:cNvPr id="4" name="Viết tay 3">
                <a:extLst>
                  <a:ext uri="{FF2B5EF4-FFF2-40B4-BE49-F238E27FC236}">
                    <a16:creationId xmlns:a16="http://schemas.microsoft.com/office/drawing/2014/main" id="{8EB95AF2-B250-4BCF-ABFA-4E607F828D5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732280" y="2785680"/>
                <a:ext cx="1153440" cy="885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510138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4D070293-6098-4032-B2B4-4FBA8F073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Example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EAD638CF-B490-4D84-B66A-76F5390C55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77212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>
                    <a:latin typeface="Calibri (Thân)"/>
                  </a:rPr>
                  <a:t>In general: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>
                  <a:latin typeface="Calibri (Thân)"/>
                </a:endParaRPr>
              </a:p>
              <a:p>
                <a:pPr marL="0" indent="0">
                  <a:buNone/>
                </a:pPr>
                <a:r>
                  <a:rPr lang="en-US">
                    <a:latin typeface="Calibri (Thân)"/>
                  </a:rPr>
                  <a:t>Take an example, we have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r>
                  <a:rPr lang="en-US">
                    <a:latin typeface="Calibri (Thân)"/>
                  </a:rPr>
                  <a:t>, assume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>
                    <a:latin typeface="Calibri (Thân)"/>
                  </a:rPr>
                  <a:t> is a black box so we can not compute the derivative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>
                    <a:latin typeface="Calibri (Thân)"/>
                  </a:rPr>
                  <a:t> directly.</a:t>
                </a:r>
              </a:p>
              <a:p>
                <a:pPr marL="0" indent="0">
                  <a:buNone/>
                </a:pPr>
                <a:r>
                  <a:rPr lang="en-US" b="0"/>
                  <a:t>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func>
                              <m:func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fNam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func>
                          </m:e>
                        </m:func>
                      </m:e>
                    </m:func>
                  </m:oMath>
                </a14:m>
                <a:endParaRPr lang="en-US">
                  <a:latin typeface="Calibri (Thân)"/>
                </a:endParaRPr>
              </a:p>
              <a:p>
                <a:pPr marL="0" indent="0">
                  <a:buNone/>
                </a:pPr>
                <a:r>
                  <a:rPr lang="en-US">
                    <a:latin typeface="Calibri (Thân)"/>
                  </a:rPr>
                  <a:t>	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sin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>
                  <a:latin typeface="Calibri (Thân)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>
                    <a:latin typeface="Calibri (Thân)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>
                  <a:latin typeface="Calibri (Thân)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>
                    <a:latin typeface="Calibri (Thân)"/>
                  </a:rPr>
                  <a:t> Only change params into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>
                    <a:latin typeface="Calibri (Thân)"/>
                  </a:rPr>
                  <a:t> to get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>
                    <a:latin typeface="Calibri (Thân)"/>
                  </a:rPr>
                  <a:t>, this method called </a:t>
                </a:r>
                <a:r>
                  <a:rPr lang="en-US" b="1">
                    <a:latin typeface="Calibri (Thân)"/>
                  </a:rPr>
                  <a:t>parameter-shift rules.</a:t>
                </a:r>
                <a:endParaRPr lang="en-US">
                  <a:latin typeface="Calibri (Thân)"/>
                </a:endParaRPr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EAD638CF-B490-4D84-B66A-76F5390C55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772123"/>
              </a:xfrm>
              <a:blipFill>
                <a:blip r:embed="rId2"/>
                <a:stretch>
                  <a:fillRect l="-1217" t="-2043" b="-127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02367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4D070293-6098-4032-B2B4-4FBA8F073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Notation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EAD638CF-B490-4D84-B66A-76F5390C55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823917" cy="373111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>
                    <a:latin typeface="Calibri (Thân)"/>
                  </a:rPr>
                  <a:t>Sequence of gate: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>
                    <a:latin typeface="Calibri (Thân)"/>
                  </a:rPr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>
                    <a:latin typeface="Calibri (Thân)"/>
                  </a:rPr>
                  <a:t> is a set of params follow by an observable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en-US">
                    <a:latin typeface="Calibri (Thân)"/>
                  </a:rPr>
                  <a:t>.</a:t>
                </a:r>
              </a:p>
              <a:p>
                <a:pPr marL="0" indent="0">
                  <a:buNone/>
                </a:pPr>
                <a:r>
                  <a:rPr lang="en-US">
                    <a:latin typeface="Calibri (Thân)"/>
                  </a:rPr>
                  <a:t>Example: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>
                    <a:latin typeface="Calibri (Thân)"/>
                  </a:rPr>
                  <a:t> is a Pauli – Z operator, when measure, we get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|0⟩</m:t>
                    </m:r>
                  </m:oMath>
                </a14:m>
                <a:r>
                  <a:rPr lang="en-US">
                    <a:latin typeface="Calibri (Thân)"/>
                  </a:rPr>
                  <a:t> 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|1⟩</m:t>
                    </m:r>
                  </m:oMath>
                </a14:m>
                <a:r>
                  <a:rPr lang="en-US">
                    <a:latin typeface="Calibri (Thân)"/>
                  </a:rPr>
                  <a:t>, 1 or -1, respectively (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>
                    <a:latin typeface="Calibri (Thân)"/>
                  </a:rPr>
                  <a:t> are eigenvalues of Pauli – Z).</a:t>
                </a:r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EAD638CF-B490-4D84-B66A-76F5390C55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823917" cy="3731113"/>
              </a:xfrm>
              <a:blipFill>
                <a:blip r:embed="rId2"/>
                <a:stretch>
                  <a:fillRect l="-1126" t="-2284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Nội dung 2">
            <a:extLst>
              <a:ext uri="{FF2B5EF4-FFF2-40B4-BE49-F238E27FC236}">
                <a16:creationId xmlns:a16="http://schemas.microsoft.com/office/drawing/2014/main" id="{42832DCD-A740-4D89-B754-64056C0DA4F6}"/>
              </a:ext>
            </a:extLst>
          </p:cNvPr>
          <p:cNvSpPr txBox="1">
            <a:spLocks/>
          </p:cNvSpPr>
          <p:nvPr/>
        </p:nvSpPr>
        <p:spPr>
          <a:xfrm>
            <a:off x="838200" y="5852160"/>
            <a:ext cx="10515600" cy="10141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>
                <a:latin typeface="Calibri (Thân)"/>
              </a:rPr>
              <a:t>Observable in QC can simply be a vector or matrix, associated with some real physical quantity like position, momentum, …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Viết tay 4">
                <a:extLst>
                  <a:ext uri="{FF2B5EF4-FFF2-40B4-BE49-F238E27FC236}">
                    <a16:creationId xmlns:a16="http://schemas.microsoft.com/office/drawing/2014/main" id="{C4440B03-5754-4752-9827-C8F99C0F9F5F}"/>
                  </a:ext>
                </a:extLst>
              </p14:cNvPr>
              <p14:cNvContentPartPr/>
              <p14:nvPr/>
            </p14:nvContentPartPr>
            <p14:xfrm>
              <a:off x="10787040" y="1759320"/>
              <a:ext cx="554040" cy="580680"/>
            </p14:xfrm>
          </p:contentPart>
        </mc:Choice>
        <mc:Fallback xmlns="">
          <p:pic>
            <p:nvPicPr>
              <p:cNvPr id="5" name="Viết tay 4">
                <a:extLst>
                  <a:ext uri="{FF2B5EF4-FFF2-40B4-BE49-F238E27FC236}">
                    <a16:creationId xmlns:a16="http://schemas.microsoft.com/office/drawing/2014/main" id="{C4440B03-5754-4752-9827-C8F99C0F9F5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777680" y="1749960"/>
                <a:ext cx="572760" cy="599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44315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4D070293-6098-4032-B2B4-4FBA8F073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Notation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EAD638CF-B490-4D84-B66A-76F5390C55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823917" cy="373111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>
                    <a:latin typeface="Calibri (Thân)"/>
                  </a:rPr>
                  <a:t>To find the expectation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en-US">
                    <a:latin typeface="Calibri (Thân)"/>
                  </a:rPr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≔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†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acc>
                                <m:accPr>
                                  <m:chr m:val="̂"/>
                                  <m:ctrlPr>
                                    <a:rPr lang="vi-VN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vi-VN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acc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>
                  <a:latin typeface="Calibri (Thân)"/>
                </a:endParaRPr>
              </a:p>
              <a:p>
                <a:pPr marL="0" indent="0">
                  <a:buNone/>
                </a:pPr>
                <a:r>
                  <a:rPr lang="en-US">
                    <a:latin typeface="Calibri (Thân)"/>
                  </a:rPr>
                  <a:t>Called “expectation” because we have run </a:t>
                </a:r>
                <a:r>
                  <a:rPr lang="en-US"/>
                  <a:t>several times and averages measurement samples to get an estimate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>
                    <a:latin typeface="Calibri (Thân)"/>
                  </a:rPr>
                  <a:t>.</a:t>
                </a:r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EAD638CF-B490-4D84-B66A-76F5390C55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823917" cy="3731113"/>
              </a:xfrm>
              <a:blipFill>
                <a:blip r:embed="rId2"/>
                <a:stretch>
                  <a:fillRect l="-1126" t="-2284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Viết tay 4">
                <a:extLst>
                  <a:ext uri="{FF2B5EF4-FFF2-40B4-BE49-F238E27FC236}">
                    <a16:creationId xmlns:a16="http://schemas.microsoft.com/office/drawing/2014/main" id="{2F38101C-39B0-460B-81A0-4CB9265AC8A7}"/>
                  </a:ext>
                </a:extLst>
              </p14:cNvPr>
              <p14:cNvContentPartPr/>
              <p14:nvPr/>
            </p14:nvContentPartPr>
            <p14:xfrm>
              <a:off x="6438240" y="2143080"/>
              <a:ext cx="2563200" cy="669960"/>
            </p14:xfrm>
          </p:contentPart>
        </mc:Choice>
        <mc:Fallback xmlns="">
          <p:pic>
            <p:nvPicPr>
              <p:cNvPr id="5" name="Viết tay 4">
                <a:extLst>
                  <a:ext uri="{FF2B5EF4-FFF2-40B4-BE49-F238E27FC236}">
                    <a16:creationId xmlns:a16="http://schemas.microsoft.com/office/drawing/2014/main" id="{2F38101C-39B0-460B-81A0-4CB9265AC8A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428880" y="2133720"/>
                <a:ext cx="2581920" cy="688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873796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ECADE999-C691-4F7E-93FC-4FAB916DD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Summary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0930B5E4-B55A-4F72-9517-18DC1DE429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For simplicity, let us assume that the parameter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affects a single gate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𝒢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𝒢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/>
                  <a:t> are other gates. The partial derivative: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  <m:d>
                        <m:dPr>
                          <m:begChr m:val="⟨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𝜓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𝒢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†</m:t>
                                  </m:r>
                                </m:sup>
                              </m:sSup>
                              <m:acc>
                                <m:accPr>
                                  <m:chr m:val="̂"/>
                                  <m:ctrlPr>
                                    <a:rPr lang="vi-VN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vi-VN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</m:acc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𝒢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𝜓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𝒢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†</m:t>
                                  </m:r>
                                </m:sup>
                              </m:sSup>
                              <m:acc>
                                <m:accPr>
                                  <m:chr m:val="̂"/>
                                  <m:ctrlPr>
                                    <a:rPr lang="vi-VN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vi-VN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</m:acc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𝒢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c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vi-VN"/>
                  <a:t>With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vi-VN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vi-VN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acc>
                    <m:r>
                      <a:rPr lang="vi-VN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vi-V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†</m:t>
                        </m:r>
                      </m:sup>
                    </m:sSup>
                    <m:acc>
                      <m:accPr>
                        <m:chr m:val="̂"/>
                        <m:ctrlPr>
                          <a:rPr lang="vi-V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vi-V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vi-VN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vi-VN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|"/>
                        <m:endChr m:val="⟩"/>
                        <m:ctrlPr>
                          <a:rPr lang="vi-V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vi-VN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vi-V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vi-VN" b="0" i="1" smtClean="0">
                        <a:latin typeface="Cambria Math" panose="02040503050406030204" pitchFamily="18" charset="0"/>
                      </a:rPr>
                      <m:t>𝑊</m:t>
                    </m:r>
                    <m:d>
                      <m:dPr>
                        <m:begChr m:val="|"/>
                        <m:endChr m:val="⟩"/>
                        <m:ctrlPr>
                          <a:rPr lang="vi-V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vi-V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0930B5E4-B55A-4F72-9517-18DC1DE429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hỗ dành sẵn cho Nội dung 2">
                <a:extLst>
                  <a:ext uri="{FF2B5EF4-FFF2-40B4-BE49-F238E27FC236}">
                    <a16:creationId xmlns:a16="http://schemas.microsoft.com/office/drawing/2014/main" id="{65F39C7C-DC25-4E5B-B98C-E5D238F8FD8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5852160"/>
                <a:ext cx="10515600" cy="101419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>
                    <a:latin typeface="Calibri (Thân)"/>
                  </a:rPr>
                  <a:t>For more complex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>
                    <a:latin typeface="Calibri (Thân)"/>
                  </a:rPr>
                  <a:t>, we can use product rule.</a:t>
                </a:r>
              </a:p>
            </p:txBody>
          </p:sp>
        </mc:Choice>
        <mc:Fallback xmlns="">
          <p:sp>
            <p:nvSpPr>
              <p:cNvPr id="4" name="Chỗ dành sẵn cho Nội dung 2">
                <a:extLst>
                  <a:ext uri="{FF2B5EF4-FFF2-40B4-BE49-F238E27FC236}">
                    <a16:creationId xmlns:a16="http://schemas.microsoft.com/office/drawing/2014/main" id="{65F39C7C-DC25-4E5B-B98C-E5D238F8FD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852160"/>
                <a:ext cx="10515600" cy="1014193"/>
              </a:xfrm>
              <a:prstGeom prst="rect">
                <a:avLst/>
              </a:prstGeom>
              <a:blipFill>
                <a:blip r:embed="rId3"/>
                <a:stretch>
                  <a:fillRect l="-1217" t="-9639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79924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D5227A2A-5728-4938-8C99-AB2E22B72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3.1. Proof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BCD3F62B-1711-4513-96FC-CB69FF4A965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4"/>
                <a:ext cx="11353801" cy="4667251"/>
              </a:xfrm>
            </p:spPr>
            <p:txBody>
              <a:bodyPr>
                <a:normAutofit fontScale="85000" lnSpcReduction="10000"/>
              </a:bodyPr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/>
                  <a:t>(1) For any two operators B, C we have: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n-US"/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†</m:t>
                                  </m:r>
                                </m:sup>
                              </m:sSup>
                              <m:acc>
                                <m:accPr>
                                  <m:chr m:val="̂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</m:acc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𝜓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†</m:t>
                                  </m:r>
                                </m:sup>
                              </m:sSup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</m:acc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𝜓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†</m:t>
                                  </m:r>
                                </m:sup>
                              </m:sSup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</m:acc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</m:oMath>
                  </m:oMathPara>
                </a14:m>
                <a:endParaRPr lang="en-US" b="0" i="1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⟨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†</m:t>
                                      </m:r>
                                    </m:sup>
                                  </m:s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+2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†</m:t>
                                      </m:r>
                                    </m:sup>
                                  </m:s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d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</m:acc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</m:oMath>
                  </m:oMathPara>
                </a14:m>
                <a:endParaRPr lang="en-US" b="0" i="1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⟨"/>
                          <m:endChr m:val="⟩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𝜓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†</m:t>
                                      </m:r>
                                    </m:sup>
                                  </m:s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𝐵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†</m:t>
                                      </m:r>
                                    </m:sup>
                                  </m:s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†</m:t>
                                      </m:r>
                                    </m:sup>
                                  </m:s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𝐵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†</m:t>
                                      </m:r>
                                    </m:sup>
                                  </m:s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</m:d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</m:acc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⟨"/>
                          <m:endChr m:val="⟩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𝜓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†</m:t>
                                      </m:r>
                                    </m:sup>
                                  </m:s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𝐵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†</m:t>
                                      </m:r>
                                    </m:sup>
                                  </m:s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†</m:t>
                                      </m:r>
                                    </m:sup>
                                  </m:s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𝐵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†</m:t>
                                      </m:r>
                                    </m:sup>
                                  </m:s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</m:d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</m:acc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</m:oMath>
                  </m:oMathPara>
                </a14:m>
                <a:endParaRPr lang="en-US" b="0" i="1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⟨"/>
                          <m:endChr m:val="⟩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𝜓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†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†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</m:acc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⟨"/>
                          <m:endChr m:val="⟩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𝜓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†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†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</m:acc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</m:oMath>
                  </m:oMathPara>
                </a14:m>
                <a:endParaRPr lang="en-US" b="0" i="1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𝜓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†</m:t>
                                  </m:r>
                                </m:sup>
                              </m:sSup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</m:d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𝜓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†</m:t>
                                  </m:r>
                                </m:sup>
                              </m:sSup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</m:acc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/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n-US"/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vi-VN" i="1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BCD3F62B-1711-4513-96FC-CB69FF4A96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4"/>
                <a:ext cx="11353801" cy="4667251"/>
              </a:xfrm>
              <a:blipFill>
                <a:blip r:embed="rId2"/>
                <a:stretch>
                  <a:fillRect l="-805" t="-1044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65646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ECADE999-C691-4F7E-93FC-4FAB916DD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3.1. Proof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0930B5E4-B55A-4F72-9517-18DC1DE429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1353800" cy="481432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/>
                  <a:t>(2) A generator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/>
                  <a:t> (Hermitian) in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𝒢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 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𝐺</m:t>
                        </m:r>
                      </m:sup>
                    </m:sSup>
                  </m:oMath>
                </a14:m>
                <a:r>
                  <a:rPr lang="en-US"/>
                  <a:t> can be express 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/>
                  <a:t> if it has 2 eigenvalues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/>
                  <a:t>.</a:t>
                </a:r>
                <a14:m>
                  <m:oMath xmlns:m="http://schemas.openxmlformats.org/officeDocument/2006/math">
                    <a:fld id="{825F15A7-03F4-43D7-82C5-3E23DA2F108C}" type="mathplaceholder">
                      <a:rPr lang="en-US" i="1" smtClean="0">
                        <a:latin typeface="Cambria Math" panose="02040503050406030204" pitchFamily="18" charset="0"/>
                      </a:rPr>
                      <a:t>Gõ phương trình vào đây.</a:t>
                    </a:fld>
                  </m:oMath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Example: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Pauli 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/>
                  <a:t> has eigen values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±1</m:t>
                    </m:r>
                  </m:oMath>
                </a14:m>
                <a:r>
                  <a:rPr lang="en-US"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lang="en-US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b="0" i="0">
                    <a:latin typeface="+mj-lt"/>
                  </a:rPr>
                  <a:t> </a:t>
                </a:r>
                <a:r>
                  <a:rPr lang="en-US"/>
                  <a:t>has eigen values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√2</m:t>
                    </m:r>
                  </m:oMath>
                </a14:m>
                <a:r>
                  <a:rPr lang="en-US"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0930B5E4-B55A-4F72-9517-18DC1DE429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1353800" cy="4814326"/>
              </a:xfrm>
              <a:blipFill>
                <a:blip r:embed="rId2"/>
                <a:stretch>
                  <a:fillRect l="-1128" t="-177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28706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ECADE999-C691-4F7E-93FC-4FAB916DD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3.1. Proof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0930B5E4-B55A-4F72-9517-18DC1DE429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1432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/>
                  <a:t>Consider a gate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𝒢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) 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𝐺</m:t>
                        </m:r>
                      </m:sup>
                    </m:sSup>
                    <m:r>
                      <a:rPr lang="en-US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generated by a Hermitian operator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Taylor serie: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𝐺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p>
                                  </m:sSup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(2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+1)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!</m:t>
                                  </m:r>
                                </m:den>
                              </m:f>
                            </m:e>
                          </m:nary>
                        </m:e>
                      </m:nary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)!</m:t>
                              </m:r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(2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+1)!</m:t>
                                  </m:r>
                                </m:den>
                              </m:f>
                            </m:e>
                          </m:nary>
                        </m:e>
                      </m:nary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𝐼𝑐𝑜𝑠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</m:d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b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𝒢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𝒢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0930B5E4-B55A-4F72-9517-18DC1DE429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14326"/>
              </a:xfrm>
              <a:blipFill>
                <a:blip r:embed="rId2"/>
                <a:stretch>
                  <a:fillRect l="-1217" t="-177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79543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ECADE999-C691-4F7E-93FC-4FAB916DD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3.2. Summary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0930B5E4-B55A-4F72-9517-18DC1DE429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Consider a gate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𝒢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) 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𝐺</m:t>
                        </m:r>
                      </m:sup>
                    </m:sSup>
                    <m:r>
                      <a:rPr lang="en-US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generated by a Hermitian operator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b>
                              <m:r>
                                <m:rPr>
                                  <m:lit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𝐺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𝑖𝐺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𝐺</m:t>
                          </m:r>
                        </m:sup>
                      </m:sSup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Subsituation: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𝜓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𝒢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†</m:t>
                                  </m:r>
                                </m:sup>
                              </m:sSup>
                              <m:acc>
                                <m:accPr>
                                  <m:chr m:val="̂"/>
                                  <m:ctrlPr>
                                    <a:rPr lang="vi-VN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vi-VN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</m:acc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𝒢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c</m:t>
                      </m:r>
                    </m:oMath>
                  </m:oMathPara>
                </a14:m>
                <a:endParaRPr lang="en-US" b="0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𝜓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𝒢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†</m:t>
                                  </m:r>
                                </m:sup>
                              </m:sSup>
                              <m:acc>
                                <m:accPr>
                                  <m:chr m:val="̂"/>
                                  <m:ctrlPr>
                                    <a:rPr lang="vi-VN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vi-VN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</m:acc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𝑖𝐺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c</m:t>
                      </m:r>
                    </m:oMath>
                  </m:oMathPara>
                </a14:m>
                <a:endParaRPr lang="en-US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𝜓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𝒢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†</m:t>
                                  </m:r>
                                </m:sup>
                              </m:sSup>
                              <m:acc>
                                <m:accPr>
                                  <m:chr m:val="̂"/>
                                  <m:ctrlPr>
                                    <a:rPr lang="vi-VN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vi-VN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</m:acc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𝑖𝐺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𝒢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c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𝜓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vi-VN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vi-VN" i="1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</m:acc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𝑖𝐺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⟨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𝜓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𝒢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†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𝜓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𝒢</m:t>
                    </m:r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=|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⟩)</m:t>
                    </m:r>
                  </m:oMath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0930B5E4-B55A-4F72-9517-18DC1DE429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196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Viết tay 3">
                <a:extLst>
                  <a:ext uri="{FF2B5EF4-FFF2-40B4-BE49-F238E27FC236}">
                    <a16:creationId xmlns:a16="http://schemas.microsoft.com/office/drawing/2014/main" id="{3BFB6AEC-92AD-4825-9299-502DA66B3CD9}"/>
                  </a:ext>
                </a:extLst>
              </p14:cNvPr>
              <p14:cNvContentPartPr/>
              <p14:nvPr/>
            </p14:nvContentPartPr>
            <p14:xfrm>
              <a:off x="1223280" y="3134160"/>
              <a:ext cx="2858040" cy="2268720"/>
            </p14:xfrm>
          </p:contentPart>
        </mc:Choice>
        <mc:Fallback xmlns="">
          <p:pic>
            <p:nvPicPr>
              <p:cNvPr id="4" name="Viết tay 3">
                <a:extLst>
                  <a:ext uri="{FF2B5EF4-FFF2-40B4-BE49-F238E27FC236}">
                    <a16:creationId xmlns:a16="http://schemas.microsoft.com/office/drawing/2014/main" id="{3BFB6AEC-92AD-4825-9299-502DA66B3CD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13920" y="3124800"/>
                <a:ext cx="2876760" cy="2287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795221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D5227A2A-5728-4938-8C99-AB2E22B72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3.2. Summary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BCD3F62B-1711-4513-96FC-CB69FF4A965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4"/>
                <a:ext cx="11353801" cy="466725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/>
                  <a:t>Note that: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𝜓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vi-V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</m:t>
                            </m:r>
                            <m:acc>
                              <m:accPr>
                                <m:chr m:val="̂"/>
                                <m:ctrlPr>
                                  <a:rPr lang="vi-VN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vi-VN" i="1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</m:acc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𝑖𝐺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</m:oMath>
                </a14:m>
                <a:endParaRPr lang="en-US" i="1"/>
              </a:p>
              <a:p>
                <a:pPr marL="0" indent="0">
                  <a:buNone/>
                </a:pPr>
                <a:endParaRPr lang="en-US" i="1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p>
                                      </m:s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†</m:t>
                                  </m:r>
                                </m:sup>
                              </m:sSup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</m:s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</m:d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</m:d>
                    </m:oMath>
                  </m:oMathPara>
                </a14:m>
                <a:endParaRPr lang="en-US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⟨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𝐺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†</m:t>
                                </m:r>
                              </m:sup>
                            </m:sSup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</m:acc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𝐺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/>
                  <a:t> (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𝒢</m:t>
                                    </m:r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𝜋</m:t>
                                            </m:r>
                                          </m:num>
                                          <m:den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4</m:t>
                                            </m:r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𝑟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</m:d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†</m:t>
                                </m:r>
                              </m:sup>
                            </m:sSup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</m:acc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𝒢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den>
                                </m:f>
                              </m:e>
                            </m:d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𝜓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d>
                  </m:oMath>
                </a14:m>
                <a:r>
                  <a:rPr lang="en-US"/>
                  <a:t>-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𝒢</m:t>
                                    </m:r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f>
                                          <m:f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𝜋</m:t>
                                            </m:r>
                                          </m:num>
                                          <m:den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4</m:t>
                                            </m:r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𝑟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</m:d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†</m:t>
                                </m:r>
                              </m:sup>
                            </m:sSup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</m:acc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𝒢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den>
                                </m:f>
                              </m:e>
                            </m:d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𝜓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d>
                  </m:oMath>
                </a14:m>
                <a:r>
                  <a:rPr lang="en-US"/>
                  <a:t> </a:t>
                </a:r>
                <a:endParaRPr lang="en-US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/2(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lang="en-US"/>
                  <a:t>))</a:t>
                </a:r>
              </a:p>
              <a:p>
                <a:pPr marL="0" indent="0">
                  <a:buNone/>
                </a:pPr>
                <a:endParaRPr lang="vi-VN" i="1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BCD3F62B-1711-4513-96FC-CB69FF4A96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4"/>
                <a:ext cx="11353801" cy="4667251"/>
              </a:xfrm>
              <a:blipFill>
                <a:blip r:embed="rId2"/>
                <a:stretch>
                  <a:fillRect l="-1074" t="-1305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2CDB8CE8-900D-4523-AB30-200501D203F3}"/>
              </a:ext>
            </a:extLst>
          </p:cNvPr>
          <p:cNvSpPr/>
          <p:nvPr/>
        </p:nvSpPr>
        <p:spPr>
          <a:xfrm>
            <a:off x="2283653" y="5106572"/>
            <a:ext cx="4356297" cy="9425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049995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FC395F27-0734-46AB-A5A8-EDB981A1D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2.2. Summary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4D3FE38B-3EF4-461D-AFD0-C6624BF9BC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4"/>
                <a:ext cx="11009243" cy="503237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>
                    <a:latin typeface="Calibri (Thân)"/>
                  </a:rPr>
                  <a:t>Our system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 …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>
                    <a:latin typeface="Calibri (Thân)"/>
                  </a:rPr>
                  <a:t>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>
                    <a:latin typeface="Calibri (Thân)"/>
                  </a:rPr>
                  <a:t>:</a:t>
                </a:r>
                <a:r>
                  <a:rPr lang="en-US" b="1">
                    <a:latin typeface="Calibri (Thân)"/>
                  </a:rPr>
                  <a:t> </a:t>
                </a:r>
                <a:r>
                  <a:rPr lang="en-US">
                    <a:latin typeface="Calibri (Thân)"/>
                  </a:rPr>
                  <a:t>non-apadable param)</a:t>
                </a:r>
              </a:p>
              <a:p>
                <a:pPr marL="0" indent="0">
                  <a:buNone/>
                </a:pPr>
                <a:r>
                  <a:rPr lang="en-US">
                    <a:latin typeface="Calibri (Thân)"/>
                  </a:rPr>
                  <a:t>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>
                    <a:latin typeface="Calibri (Thân)"/>
                  </a:rPr>
                  <a:t> can be rewrited as: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US">
                    <a:latin typeface="Calibri (Thân)"/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>
                    <a:latin typeface="Calibri (Thân)"/>
                  </a:rPr>
                  <a:t> Hermitian matrix).</a:t>
                </a:r>
              </a:p>
              <a:p>
                <a:pPr marL="0" indent="0">
                  <a:buNone/>
                </a:pPr>
                <a:r>
                  <a:rPr lang="en-US">
                    <a:latin typeface="Calibri (Thân)"/>
                  </a:rPr>
                  <a:t>For simplify,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>
                    <a:latin typeface="Calibri (Thân)"/>
                  </a:rPr>
                  <a:t>. Init state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=|0⟩</m:t>
                    </m:r>
                  </m:oMath>
                </a14:m>
                <a:r>
                  <a:rPr lang="en-US">
                    <a:latin typeface="Calibri (Thân)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US">
                    <a:latin typeface="Calibri (Thân)"/>
                  </a:rPr>
                  <a:t>Loss function:</a:t>
                </a:r>
              </a:p>
              <a:p>
                <a:pPr marL="0" indent="0">
                  <a:buNone/>
                </a:pPr>
                <a:r>
                  <a:rPr lang="en-US" b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=⟨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𝑈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𝑈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†</m:t>
                            </m:r>
                          </m:sup>
                        </m:sSup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endParaRPr lang="en-US">
                  <a:latin typeface="Calibri (Thân)"/>
                </a:endParaRPr>
              </a:p>
              <a:p>
                <a:pPr marL="0" indent="0">
                  <a:buNone/>
                </a:pPr>
                <a:r>
                  <a:rPr lang="en-US" b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=⟨0|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†</m:t>
                        </m:r>
                      </m:sup>
                    </m:s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†</m:t>
                        </m:r>
                      </m:sup>
                    </m:sSup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endParaRPr lang="en-US" b="0"/>
              </a:p>
              <a:p>
                <a:pPr marL="0" indent="0">
                  <a:buNone/>
                </a:pPr>
                <a:r>
                  <a:rPr lang="en-US" b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=⟨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†</m:t>
                        </m:r>
                      </m:sup>
                    </m:sSup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endParaRPr lang="en-US">
                  <a:latin typeface="Calibri (Thân)"/>
                </a:endParaRPr>
              </a:p>
              <a:p>
                <a:pPr marL="0" indent="0">
                  <a:buNone/>
                </a:pPr>
                <a:r>
                  <a:rPr lang="en-US" b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=⟨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ℳ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>
                    <a:latin typeface="Calibri (Thân)"/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ℳ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>
                    <a:latin typeface="Calibri (Thân)"/>
                  </a:rPr>
                  <a:t>: linear transformation)</a:t>
                </a:r>
              </a:p>
              <a:p>
                <a:pPr marL="0" indent="0">
                  <a:buNone/>
                </a:pPr>
                <a:endParaRPr lang="en-US">
                  <a:latin typeface="Calibri (Thân)"/>
                </a:endParaRPr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4D3FE38B-3EF4-461D-AFD0-C6624BF9BC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4"/>
                <a:ext cx="11009243" cy="5032375"/>
              </a:xfrm>
              <a:blipFill>
                <a:blip r:embed="rId3"/>
                <a:stretch>
                  <a:fillRect l="-1107" t="-193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7748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FC395F27-0734-46AB-A5A8-EDB981A1D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2.2. Summary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4D3FE38B-3EF4-461D-AFD0-C6624BF9BC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4"/>
                <a:ext cx="11009243" cy="503237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=⟨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ℳ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endParaRPr lang="en-US">
                  <a:latin typeface="Calibri (Thân)"/>
                </a:endParaRPr>
              </a:p>
              <a:p>
                <a:pPr marL="0" indent="0">
                  <a:buNone/>
                </a:pPr>
                <a:endParaRPr lang="en-US">
                  <a:latin typeface="Calibri (Thân)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∇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ℳ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</m:sSub>
                              <m:acc>
                                <m:accPr>
                                  <m:chr m:val="̂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acc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ℝ</m:t>
                      </m:r>
                    </m:oMath>
                  </m:oMathPara>
                </a14:m>
                <a:endParaRPr lang="en-US">
                  <a:latin typeface="Calibri (Thân)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ℳ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sub>
                    </m:sSub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ℳ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sub>
                    </m:sSub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>
                    <a:latin typeface="Calibri (Thân)"/>
                  </a:rPr>
                  <a:t> (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>
                    <a:latin typeface="Calibri (Thân)"/>
                  </a:rPr>
                  <a:t> are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ℳ</m:t>
                    </m:r>
                  </m:oMath>
                </a14:m>
                <a:r>
                  <a:rPr lang="en-US">
                    <a:latin typeface="Calibri (Thân)"/>
                  </a:rPr>
                  <a:t>, s is not infinitesimal)</a:t>
                </a:r>
              </a:p>
              <a:p>
                <a:pPr marL="0" indent="0">
                  <a:buNone/>
                </a:pPr>
                <a:endParaRPr lang="en-US" b="1">
                  <a:latin typeface="Calibri (Thân)"/>
                </a:endParaRPr>
              </a:p>
              <a:p>
                <a:pPr marL="0" indent="0">
                  <a:buNone/>
                </a:pPr>
                <a:endParaRPr lang="en-US" b="1">
                  <a:latin typeface="Calibri (Thân)"/>
                </a:endParaRPr>
              </a:p>
              <a:p>
                <a:pPr marL="0" indent="0">
                  <a:buNone/>
                </a:pPr>
                <a:r>
                  <a:rPr lang="en-US">
                    <a:latin typeface="Calibri (Thân)"/>
                  </a:rPr>
                  <a:t>For multi-gates case, we use Product rule to calculate the derivative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d>
                  </m:oMath>
                </a14:m>
                <a:r>
                  <a:rPr lang="en-US">
                    <a:latin typeface="Calibri (Thân)"/>
                  </a:rPr>
                  <a:t> </a:t>
                </a:r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4D3FE38B-3EF4-461D-AFD0-C6624BF9BC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4"/>
                <a:ext cx="11009243" cy="5032375"/>
              </a:xfrm>
              <a:blipFill>
                <a:blip r:embed="rId3"/>
                <a:stretch>
                  <a:fillRect l="-110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09497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0DB8A3E6-4AB5-45BB-9876-E1E5F5339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D3E90636-B3F3-45EF-A398-433D877645D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vi-VN">
                    <a:latin typeface="Calibri (Thân)"/>
                  </a:rPr>
                  <a:t>But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b="0" i="0" smtClean="0">
                        <a:latin typeface="Cambria Math" panose="02040503050406030204" pitchFamily="18" charset="0"/>
                      </a:rPr>
                      <m:t>∇</m:t>
                    </m:r>
                    <m:r>
                      <a:rPr lang="vi-V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r>
                      <a:rPr lang="vi-V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b="1" i="1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p>
                        <m:r>
                          <a:rPr lang="vi-VN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vi-VN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vi-V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vi-VN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vi-VN">
                    <a:latin typeface="Calibri (Thân)"/>
                  </a:rPr>
                  <a:t> is so hard to compute, so we use: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vi-VN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vi-VN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p>
                          <m:r>
                            <a:rPr lang="vi-V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vi-V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vi-VN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  <m:r>
                            <a:rPr lang="vi-VN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vi-VN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vi-VN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vi-VN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p>
                          <m:r>
                            <a:rPr lang="vi-V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vi-V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vi-V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vi-VN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vi-VN" b="0" i="1" smtClean="0">
                          <a:latin typeface="Cambria Math" panose="02040503050406030204" pitchFamily="18" charset="0"/>
                        </a:rPr>
                        <m:t>𝛼</m:t>
                      </m:r>
                      <m:sSup>
                        <m:sSupPr>
                          <m:ctrlPr>
                            <a:rPr lang="vi-V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vi-VN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vi-V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vi-V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vi-V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vi-V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vi-VN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vi-VN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p>
                          <m:r>
                            <a:rPr lang="vi-V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vi-VN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vi-VN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vi-VN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vi-VN">
                  <a:latin typeface="Calibri (Thân)"/>
                </a:endParaRPr>
              </a:p>
              <a:p>
                <a:pPr marL="0" indent="0">
                  <a:buNone/>
                </a:pPr>
                <a:r>
                  <a:rPr lang="en-US"/>
                  <a:t>where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vi-V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vi-VN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d>
                          <m:dPr>
                            <m:ctrlPr>
                              <a:rPr lang="vi-V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vi-V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p>
                    </m:sSup>
                    <m:d>
                      <m:dPr>
                        <m:ctrlPr>
                          <a:rPr lang="vi-V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vi-VN" b="1" i="1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/>
                  <a:t> is a sequence of random variables – estimators of the gradient – which defines the particular algorithm.</a:t>
                </a:r>
              </a:p>
              <a:p>
                <a:pPr marL="0" indent="0">
                  <a:buNone/>
                </a:pPr>
                <a:r>
                  <a:rPr lang="en-US">
                    <a:latin typeface="Calibri (Thân)"/>
                  </a:rPr>
                  <a:t>Note that: </a:t>
                </a:r>
                <a14:m>
                  <m:oMath xmlns:m="http://schemas.openxmlformats.org/officeDocument/2006/math">
                    <m:r>
                      <a:rPr lang="vi-V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vi-V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vi-V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vi-VN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d>
                              <m:dPr>
                                <m:ctrlPr>
                                  <a:rPr lang="vi-V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vi-VN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sup>
                        </m:sSup>
                        <m:d>
                          <m:dPr>
                            <m:ctrlPr>
                              <a:rPr lang="vi-V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vi-VN" b="1" i="1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</m:d>
                      </m:e>
                    </m:d>
                    <m:r>
                      <a:rPr lang="vi-VN" b="1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vi-VN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>
                        <a:latin typeface="Cambria Math" panose="02040503050406030204" pitchFamily="18" charset="0"/>
                      </a:rPr>
                      <m:t>∇</m:t>
                    </m:r>
                    <m:r>
                      <a:rPr lang="vi-V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r>
                      <a:rPr lang="vi-V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vi-VN" b="1" i="1">
                        <a:latin typeface="Cambria Math" panose="02040503050406030204" pitchFamily="18" charset="0"/>
                      </a:rPr>
                      <m:t>𝜽</m:t>
                    </m:r>
                    <m:r>
                      <a:rPr lang="vi-VN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vi-VN">
                    <a:latin typeface="Calibri (Thân)"/>
                  </a:rPr>
                  <a:t> for all </a:t>
                </a:r>
                <a14:m>
                  <m:oMath xmlns:m="http://schemas.openxmlformats.org/officeDocument/2006/math">
                    <m:r>
                      <a:rPr lang="vi-VN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vi-VN">
                  <a:latin typeface="Calibri (Thân)"/>
                </a:endParaRPr>
              </a:p>
              <a:p>
                <a:pPr marL="0" indent="0">
                  <a:buNone/>
                </a:pPr>
                <a:endParaRPr lang="vi-VN">
                  <a:latin typeface="Calibri (Thân)"/>
                </a:endParaRPr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D3E90636-B3F3-45EF-A398-433D877645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1821" r="-406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50271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D3E90636-B3F3-45EF-A398-433D877645D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1878994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vi-VN">
                    <a:latin typeface="Calibri (Thân)"/>
                  </a:rPr>
                  <a:t>Consider </a:t>
                </a:r>
                <a14:m>
                  <m:oMath xmlns:m="http://schemas.openxmlformats.org/officeDocument/2006/math">
                    <m:r>
                      <a:rPr lang="vi-V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</m:oMath>
                </a14:m>
                <a:r>
                  <a:rPr lang="vi-VN">
                    <a:latin typeface="Calibri (Thân)"/>
                  </a:rPr>
                  <a:t> as </a:t>
                </a:r>
                <a14:m>
                  <m:oMath xmlns:m="http://schemas.openxmlformats.org/officeDocument/2006/math">
                    <m:r>
                      <a:rPr lang="vi-VN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vi-VN">
                    <a:latin typeface="Calibri (Thân)"/>
                  </a:rPr>
                  <a:t> measurements </a:t>
                </a:r>
                <a:r>
                  <a:rPr lang="en-US">
                    <a:latin typeface="Calibri (Thân)"/>
                  </a:rPr>
                  <a:t>because it’s come from a quantum circuit: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vi-V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vi-VN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vi-VN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vi-V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vi-V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vi-VN" b="1" i="1">
                              <a:latin typeface="Cambria Math" panose="02040503050406030204" pitchFamily="18" charset="0"/>
                            </a:rPr>
                            <m:t>𝜽</m:t>
                          </m:r>
                          <m:r>
                            <a:rPr lang="vi-VN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vi-VN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vi-VN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vi-V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vi-VN" b="0" i="1" smtClean="0">
                                          <a:latin typeface="Cambria Math" panose="02040503050406030204" pitchFamily="18" charset="0"/>
                                        </a:rPr>
                                        <m:t>𝑂</m:t>
                                      </m:r>
                                    </m:e>
                                    <m:sub>
                                      <m:r>
                                        <a:rPr lang="vi-VN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b>
                              <m:r>
                                <a:rPr lang="vi-VN" b="1" i="1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sub>
                          </m:sSub>
                          <m:r>
                            <a:rPr lang="vi-VN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vi-V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vi-VN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vi-V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vi-VN" i="1">
                                          <a:latin typeface="Cambria Math" panose="02040503050406030204" pitchFamily="18" charset="0"/>
                                        </a:rPr>
                                        <m:t>𝑂</m:t>
                                      </m:r>
                                    </m:e>
                                    <m:sub>
                                      <m:r>
                                        <a:rPr lang="vi-VN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b>
                              <m:r>
                                <a:rPr lang="vi-VN" b="1" i="1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sub>
                          </m:sSub>
                          <m:r>
                            <a:rPr lang="vi-VN" b="1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vi-V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vi-VN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vi-V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vi-VN" i="1">
                                          <a:latin typeface="Cambria Math" panose="02040503050406030204" pitchFamily="18" charset="0"/>
                                        </a:rPr>
                                        <m:t>𝑂</m:t>
                                      </m:r>
                                    </m:e>
                                    <m:sub>
                                      <m:r>
                                        <a:rPr lang="vi-VN" b="0" i="1" smtClean="0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b>
                              <m:r>
                                <a:rPr lang="vi-VN" b="1" i="1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vi-VN">
                  <a:latin typeface="Calibri (Thân)"/>
                </a:endParaRPr>
              </a:p>
              <a:p>
                <a:pPr marL="0" indent="0">
                  <a:buNone/>
                </a:pPr>
                <a:r>
                  <a:rPr lang="vi-VN">
                    <a:latin typeface="Calibri (Thân)"/>
                  </a:rPr>
                  <a:t>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vi-VN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vi-V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vi-VN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</m:e>
                              <m:sub>
                                <m:r>
                                  <a:rPr lang="vi-VN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vi-VN" b="1" i="1">
                            <a:latin typeface="Cambria Math" panose="02040503050406030204" pitchFamily="18" charset="0"/>
                          </a:rPr>
                          <m:t>𝜽</m:t>
                        </m:r>
                      </m:sub>
                    </m:sSub>
                    <m:r>
                      <a:rPr lang="vi-VN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⟨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Ψ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sub>
                    </m:sSub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</m:acc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†</m:t>
                            </m:r>
                          </m:sup>
                        </m:s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</m:d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</m:acc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</m:d>
                      </m:e>
                    </m:d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Ψ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𝜽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>
                    <a:latin typeface="Calibri (Thân)"/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Ψ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𝜽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>
                    <a:latin typeface="Calibri (Thân)"/>
                  </a:rPr>
                  <a:t> is the init state, like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>
                    <a:latin typeface="Calibri (Thân)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US">
                    <a:latin typeface="Calibri (Thân)"/>
                  </a:rPr>
                  <a:t>For short: </a:t>
                </a:r>
                <a14:m>
                  <m:oMath xmlns:m="http://schemas.openxmlformats.org/officeDocument/2006/math">
                    <m:r>
                      <a:rPr lang="vi-V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vi-V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vi-VN" b="1" i="1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d>
                    <m:r>
                      <a:rPr lang="vi-VN" b="1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vi-V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vi-VN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vi-VN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</m:d>
                      </m:e>
                      <m:sub>
                        <m:r>
                          <a:rPr lang="vi-VN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</m:sub>
                    </m:sSub>
                  </m:oMath>
                </a14:m>
                <a:endParaRPr lang="vi-VN">
                  <a:latin typeface="Calibri (Thân)"/>
                </a:endParaRPr>
              </a:p>
              <a:p>
                <a:pPr marL="0" indent="0">
                  <a:buNone/>
                </a:pPr>
                <a:r>
                  <a:rPr lang="en-US">
                    <a:latin typeface="Calibri (Thân)"/>
                  </a:rPr>
                  <a:t>a parameter shift rule can be derived, via which all partial derivatives can be expressed as linear combinations of the same expectation value</a:t>
                </a:r>
              </a:p>
              <a:p>
                <a:pPr marL="0" indent="0">
                  <a:buNone/>
                </a:pPr>
                <a:endParaRPr lang="en-US">
                  <a:latin typeface="Calibri (Thân)"/>
                </a:endParaRPr>
              </a:p>
              <a:p>
                <a:pPr marL="0" indent="0">
                  <a:buNone/>
                </a:pPr>
                <a:endParaRPr lang="vi-VN">
                  <a:latin typeface="Calibri (Thân)"/>
                </a:endParaRPr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D3E90636-B3F3-45EF-A398-433D877645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1878994" cy="4351338"/>
              </a:xfrm>
              <a:blipFill>
                <a:blip r:embed="rId3"/>
                <a:stretch>
                  <a:fillRect l="-1078"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79299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ACCAB8CF-46B2-4AFA-9623-2B5071BC71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Quantum natural gradient</a:t>
            </a:r>
            <a:endParaRPr lang="vi-VN"/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B75B7428-F34A-43B9-9443-5C9021C206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vi-VN"/>
              <a:t>James Stokes, Josh Izaac, Nathan Killoran, Giuseppe Carleo</a:t>
            </a:r>
            <a:endParaRPr lang="en-US"/>
          </a:p>
          <a:p>
            <a:r>
              <a:rPr lang="en-US"/>
              <a:t>2019</a:t>
            </a:r>
            <a:endParaRPr lang="vi-VN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A87E1784-85ED-4ABC-90A0-063F3D6B6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66184-45EA-4705-A48D-735C92F82468}" type="slidenum">
              <a:rPr lang="vi-VN" smtClean="0"/>
              <a:t>16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17430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E62DBF5B-CC15-49F1-B76B-D0B99217127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>
                    <a:latin typeface="Calibri (Thân)"/>
                  </a:rPr>
                  <a:t>Suppose we have a model parameterized by parameter vector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>
                    <a:latin typeface="Calibri (Thân)"/>
                  </a:rPr>
                  <a:t> </a:t>
                </a:r>
                <a:r>
                  <a:rPr lang="vi-VN">
                    <a:latin typeface="Calibri (Thân)"/>
                  </a:rPr>
                  <a:t>that models a distribution</a:t>
                </a:r>
                <a:r>
                  <a:rPr lang="en-US">
                    <a:latin typeface="Calibri (Thân)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>
                    <a:latin typeface="Calibri (Thân)"/>
                  </a:rPr>
                  <a:t>. Our goal is to maximize the log-likelihood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>
                    <a:latin typeface="Calibri (Thân)"/>
                  </a:rPr>
                  <a:t>, we defind the score function:</a:t>
                </a:r>
              </a:p>
              <a:p>
                <a:pPr marL="0" indent="0">
                  <a:buNone/>
                </a:pPr>
                <a:endParaRPr lang="en-US">
                  <a:latin typeface="Calibri (Thân)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∇log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vi-VN">
                  <a:latin typeface="Calibri (Thân)"/>
                </a:endParaRPr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E62DBF5B-CC15-49F1-B76B-D0B9921712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27EC8A3B-6DA2-490C-A9EC-CA22CDBEC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66184-45EA-4705-A48D-735C92F82468}" type="slidenum">
              <a:rPr lang="vi-VN" smtClean="0"/>
              <a:t>17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160474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E62DBF5B-CC15-49F1-B76B-D0B99217127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956603"/>
                <a:ext cx="10515600" cy="5220360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US">
                    <a:latin typeface="Calibri (Thân)"/>
                  </a:rPr>
                  <a:t>But the expected value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=0⇒</m:t>
                    </m:r>
                  </m:oMath>
                </a14:m>
                <a:r>
                  <a:rPr lang="en-US">
                    <a:latin typeface="Calibri (Thân)"/>
                  </a:rPr>
                  <a:t> the gradient = 0</a:t>
                </a:r>
              </a:p>
              <a:p>
                <a:pPr marL="0" indent="0">
                  <a:buNone/>
                </a:pPr>
                <a:r>
                  <a:rPr lang="en-US">
                    <a:latin typeface="Calibri (Thân)"/>
                  </a:rPr>
                  <a:t>Proof:</a:t>
                </a:r>
              </a:p>
              <a:p>
                <a:pPr marL="0" indent="0">
                  <a:buNone/>
                </a:pPr>
                <a:endParaRPr lang="en-US">
                  <a:latin typeface="Calibri (Thân)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]=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∇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>
                  <a:latin typeface="Calibri (Thân)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fun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b="0">
                  <a:latin typeface="Calibri (Thân)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>
                  <a:latin typeface="Calibri (Thân)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∇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1=0</m:t>
                          </m:r>
                        </m:e>
                      </m:nary>
                    </m:oMath>
                  </m:oMathPara>
                </a14:m>
                <a:endParaRPr lang="en-US">
                  <a:latin typeface="Calibri (Thân)"/>
                </a:endParaRPr>
              </a:p>
              <a:p>
                <a:pPr marL="0" indent="0">
                  <a:buNone/>
                </a:pPr>
                <a:r>
                  <a:rPr lang="en-US">
                    <a:latin typeface="Calibri (Thân)"/>
                  </a:rPr>
                  <a:t>Obviously, the sum of all probs is equals 1</a:t>
                </a:r>
                <a:endParaRPr lang="vi-VN">
                  <a:latin typeface="Calibri (Thân)"/>
                </a:endParaRPr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E62DBF5B-CC15-49F1-B76B-D0B9921712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956603"/>
                <a:ext cx="10515600" cy="5220360"/>
              </a:xfrm>
              <a:blipFill>
                <a:blip r:embed="rId2"/>
                <a:stretch>
                  <a:fillRect l="-1043" t="-1752" b="-175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380E2867-A38B-4444-B4A1-00929CB05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66184-45EA-4705-A48D-735C92F82468}" type="slidenum">
              <a:rPr lang="vi-VN" smtClean="0"/>
              <a:t>18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379486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814D5063-E986-4578-BE27-D4D92E690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 Fisher information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09DB0A84-16D5-401F-8352-6D851DC753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Measuring the amount of information that an observable random variable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/>
                  <a:t> carries about an unknown parameter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/>
                  <a:t> of a distribution that models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/>
                  <a:t>.</a:t>
                </a:r>
                <a:endParaRPr lang="vi-VN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09DB0A84-16D5-401F-8352-6D851DC753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 r="-150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E4EE872F-238B-4DD4-ABDA-59DFC0901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66184-45EA-4705-A48D-735C92F82468}" type="slidenum">
              <a:rPr lang="vi-VN" smtClean="0"/>
              <a:t>19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835756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814D5063-E986-4578-BE27-D4D92E690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 Fisher information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09DB0A84-16D5-401F-8352-6D851DC753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Expected value of the</a:t>
                </a:r>
              </a:p>
              <a:p>
                <a:pPr marL="0" indent="0">
                  <a:buNone/>
                </a:pPr>
                <a:r>
                  <a:rPr lang="en-US"/>
                  <a:t>	Square of the</a:t>
                </a:r>
              </a:p>
              <a:p>
                <a:pPr marL="0" indent="0">
                  <a:buNone/>
                </a:pPr>
                <a:r>
                  <a:rPr lang="en-US"/>
                  <a:t>		Derivative of the</a:t>
                </a:r>
              </a:p>
              <a:p>
                <a:pPr marL="0" indent="0">
                  <a:buNone/>
                </a:pPr>
                <a:r>
                  <a:rPr lang="en-US"/>
                  <a:t>			Log of the</a:t>
                </a:r>
              </a:p>
              <a:p>
                <a:pPr marL="0" indent="0">
                  <a:buNone/>
                </a:pPr>
                <a:r>
                  <a:rPr lang="en-US"/>
                  <a:t>				Likelihood of the</a:t>
                </a:r>
              </a:p>
              <a:p>
                <a:pPr marL="0" indent="0">
                  <a:buNone/>
                </a:pPr>
                <a:r>
                  <a:rPr lang="en-US"/>
                  <a:t>					Random sample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vi-VN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09DB0A84-16D5-401F-8352-6D851DC753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D74D0382-5C40-477A-8D9A-69D1E78C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66184-45EA-4705-A48D-735C92F82468}" type="slidenum">
              <a:rPr lang="vi-VN" smtClean="0"/>
              <a:t>20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360330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814D5063-E986-4578-BE27-D4D92E690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 Fisher information</a:t>
            </a:r>
            <a:endParaRPr lang="vi-V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09DB0A84-16D5-401F-8352-6D851DC753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𝜕</m:t>
                                      </m:r>
                                    </m:num>
                                    <m:den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𝜕𝜃</m:t>
                                      </m:r>
                                    </m:den>
                                  </m:f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func>
                                    <m:func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𝑓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𝑋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|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func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𝜕</m:t>
                                      </m:r>
                                    </m:num>
                                    <m:den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𝜕𝜃</m:t>
                                      </m:r>
                                    </m:den>
                                  </m:f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unc>
                                        <m:func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b="0" i="0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log</m:t>
                                          </m:r>
                                        </m:fName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</m:d>
                                        </m:e>
                                      </m:func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 is twice differentiable (that mean it exists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′′(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):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limLoc m:val="undOvr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09DB0A84-16D5-401F-8352-6D851DC753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16570" b="-54942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0B2878B9-A08A-452E-8867-1A8B245D1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66184-45EA-4705-A48D-735C92F82468}" type="slidenum">
              <a:rPr lang="vi-VN" smtClean="0"/>
              <a:t>21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985972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680BE69-54A3-4BE0-87F9-5AED25B97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 Fisher information: simple case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891A8D43-E661-4CE2-AA14-A52AB35F6F8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/>
                  <a:t> be a Bernoulli trial: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1−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  <m:func>
                                <m:func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1−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func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1−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vi-VN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891A8D43-E661-4CE2-AA14-A52AB35F6F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E4F9A237-4B34-4B0A-8BCD-CC7BCDA34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66184-45EA-4705-A48D-735C92F82468}" type="slidenum">
              <a:rPr lang="vi-VN" smtClean="0"/>
              <a:t>22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9832030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680BE69-54A3-4BE0-87F9-5AED25B97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 Fisher information: simple case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891A8D43-E661-4CE2-AA14-A52AB35F6F8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We have: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(1−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vi-VN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891A8D43-E661-4CE2-AA14-A52AB35F6F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Viết tay 3">
                <a:extLst>
                  <a:ext uri="{FF2B5EF4-FFF2-40B4-BE49-F238E27FC236}">
                    <a16:creationId xmlns:a16="http://schemas.microsoft.com/office/drawing/2014/main" id="{F034E328-AE0A-43E3-9004-C4434500B2D8}"/>
                  </a:ext>
                </a:extLst>
              </p14:cNvPr>
              <p14:cNvContentPartPr/>
              <p14:nvPr/>
            </p14:nvContentPartPr>
            <p14:xfrm>
              <a:off x="3514320" y="4455720"/>
              <a:ext cx="4536360" cy="2151720"/>
            </p14:xfrm>
          </p:contentPart>
        </mc:Choice>
        <mc:Fallback xmlns="">
          <p:pic>
            <p:nvPicPr>
              <p:cNvPr id="4" name="Viết tay 3">
                <a:extLst>
                  <a:ext uri="{FF2B5EF4-FFF2-40B4-BE49-F238E27FC236}">
                    <a16:creationId xmlns:a16="http://schemas.microsoft.com/office/drawing/2014/main" id="{F034E328-AE0A-43E3-9004-C4434500B2D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04960" y="4446360"/>
                <a:ext cx="4555080" cy="217044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D79EF5D6-9E0E-40D4-80BB-A588E8EF3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66184-45EA-4705-A48D-735C92F82468}" type="slidenum">
              <a:rPr lang="vi-VN" smtClean="0"/>
              <a:t>23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5542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FA3F6695-D47F-46FB-8012-7A134FB33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 Fisher information: matrix form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3D9FD9AE-F4E2-463D-938D-0DBFDD05F62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In case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…</m:t>
                                        </m:r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𝑁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</m:m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 is 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/>
                  <a:t> matrix:</a:t>
                </a:r>
              </a:p>
              <a:p>
                <a:pPr marL="0" indent="0">
                  <a:buNone/>
                </a:pPr>
                <a:r>
                  <a:rPr lang="en-US"/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  <m:func>
                                <m:func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func>
                            </m:e>
                          </m:d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den>
                              </m:f>
                              <m:func>
                                <m:func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func>
                            </m:e>
                          </m:d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3D9FD9AE-F4E2-463D-938D-0DBFDD05F6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38FA48DF-8D3B-47B7-916F-9D5D3A538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66184-45EA-4705-A48D-735C92F82468}" type="slidenum">
              <a:rPr lang="vi-VN" smtClean="0"/>
              <a:t>24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578817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33D16ED0-1893-4ED6-9806-0EC7ADA80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Natural gradient descent (NGD)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1425D2DD-B352-4F50-B969-F61B0A10A7B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d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/>
                  <a:t> is the Fisher information matrix.</a:t>
                </a:r>
                <a:endParaRPr lang="vi-VN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1425D2DD-B352-4F50-B969-F61B0A10A7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8" name="Picture 4">
            <a:extLst>
              <a:ext uri="{FF2B5EF4-FFF2-40B4-BE49-F238E27FC236}">
                <a16:creationId xmlns:a16="http://schemas.microsoft.com/office/drawing/2014/main" id="{3A50B487-0095-462E-B38F-D9FEDA5355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2275" y="3280735"/>
            <a:ext cx="6015111" cy="2792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Viết tay 3">
                <a:extLst>
                  <a:ext uri="{FF2B5EF4-FFF2-40B4-BE49-F238E27FC236}">
                    <a16:creationId xmlns:a16="http://schemas.microsoft.com/office/drawing/2014/main" id="{4A5BE11E-7E82-4865-AC10-4CE8A9D7AEAB}"/>
                  </a:ext>
                </a:extLst>
              </p14:cNvPr>
              <p14:cNvContentPartPr/>
              <p14:nvPr/>
            </p14:nvContentPartPr>
            <p14:xfrm>
              <a:off x="3137760" y="1147680"/>
              <a:ext cx="8310600" cy="5253480"/>
            </p14:xfrm>
          </p:contentPart>
        </mc:Choice>
        <mc:Fallback xmlns="">
          <p:pic>
            <p:nvPicPr>
              <p:cNvPr id="4" name="Viết tay 3">
                <a:extLst>
                  <a:ext uri="{FF2B5EF4-FFF2-40B4-BE49-F238E27FC236}">
                    <a16:creationId xmlns:a16="http://schemas.microsoft.com/office/drawing/2014/main" id="{4A5BE11E-7E82-4865-AC10-4CE8A9D7AEA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128400" y="1138320"/>
                <a:ext cx="8329320" cy="52722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D8F0FB95-5795-4A32-B9DD-0702E00DC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66184-45EA-4705-A48D-735C92F82468}" type="slidenum">
              <a:rPr lang="vi-VN" smtClean="0"/>
              <a:t>25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968691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33D16ED0-1893-4ED6-9806-0EC7ADA80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Natural gradient descent (NGD)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1425D2DD-B352-4F50-B969-F61B0A10A7B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In general,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/>
                  <a:t> can be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/>
                  <a:t> Identity matrix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/>
                  <a:t>, so the NGD formula: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d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𝛼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turn to SGD formula.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vi-VN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1425D2DD-B352-4F50-B969-F61B0A10A7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5D62AB17-A772-4D2F-833E-A33A6469B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66184-45EA-4705-A48D-735C92F82468}" type="slidenum">
              <a:rPr lang="vi-VN" smtClean="0"/>
              <a:t>26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27148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4A3AA37E-F363-4521-84CA-EC5B21853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Quantum NGD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FE40AC23-1B74-4A66-A1BC-785DED9AAD1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Quantum natural gradient optimization technique is proposed in Stokes et al. (2019)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=4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𝑅𝑒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begChr m:val="⟨"/>
                              <m:endChr m:val="⟩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</m:d>
                          <m:d>
                            <m:dPr>
                              <m:begChr m:val="⟨"/>
                              <m:endChr m:val="⟩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Which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/>
                  <a:t> is the current state of our system (it’s 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/>
                  <a:t>-dimensional vector)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vi-VN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FE40AC23-1B74-4A66-A1BC-785DED9AAD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076C975B-7E1A-472D-B1FB-67C20BCA2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66184-45EA-4705-A48D-735C92F82468}" type="slidenum">
              <a:rPr lang="vi-VN" smtClean="0"/>
              <a:t>27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790480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4A3AA37E-F363-4521-84CA-EC5B21853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Quantum NGD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FE40AC23-1B74-4A66-A1BC-785DED9AAD1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=4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𝑅𝑒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begChr m:val="⟨"/>
                              <m:endChr m:val="⟩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</m:d>
                          <m:d>
                            <m:dPr>
                              <m:begChr m:val="⟨"/>
                              <m:endChr m:val="⟩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/>
                  <a:t> in quantum circuit can be calculated easy by parameter shift rule: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𝜓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d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r>
                  <a:rPr lang="en-US"/>
                  <a:t>Note that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/>
                  <a:t> is also 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/>
                  <a:t> dimensional vector.</a:t>
                </a:r>
              </a:p>
              <a:p>
                <a:pPr marL="0" indent="0">
                  <a:buNone/>
                </a:pPr>
                <a:endParaRPr lang="vi-VN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FE40AC23-1B74-4A66-A1BC-785DED9AAD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Viết tay 3">
                <a:extLst>
                  <a:ext uri="{FF2B5EF4-FFF2-40B4-BE49-F238E27FC236}">
                    <a16:creationId xmlns:a16="http://schemas.microsoft.com/office/drawing/2014/main" id="{1A5DC28D-0477-4B9F-B3FB-EFED8536A9BE}"/>
                  </a:ext>
                </a:extLst>
              </p14:cNvPr>
              <p14:cNvContentPartPr/>
              <p14:nvPr/>
            </p14:nvContentPartPr>
            <p14:xfrm>
              <a:off x="4715280" y="4912920"/>
              <a:ext cx="5469120" cy="1165680"/>
            </p14:xfrm>
          </p:contentPart>
        </mc:Choice>
        <mc:Fallback xmlns="">
          <p:pic>
            <p:nvPicPr>
              <p:cNvPr id="4" name="Viết tay 3">
                <a:extLst>
                  <a:ext uri="{FF2B5EF4-FFF2-40B4-BE49-F238E27FC236}">
                    <a16:creationId xmlns:a16="http://schemas.microsoft.com/office/drawing/2014/main" id="{1A5DC28D-0477-4B9F-B3FB-EFED8536A9B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05920" y="4903560"/>
                <a:ext cx="5487840" cy="11844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0FD90325-6E54-409E-914B-0B34562DF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66184-45EA-4705-A48D-735C92F82468}" type="slidenum">
              <a:rPr lang="vi-VN" smtClean="0"/>
              <a:t>28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517850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4A3AA37E-F363-4521-84CA-EC5B21853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Quantum NGD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FE40AC23-1B74-4A66-A1BC-785DED9AAD1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/>
                  <a:t>Fact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/>
                  <a:t> is real and Hermitian, so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𝑗𝑖</m:t>
                        </m:r>
                      </m:sub>
                    </m:sSub>
                  </m:oMath>
                </a14:m>
                <a:r>
                  <a:rPr lang="en-US"/>
                  <a:t> for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d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FE40AC23-1B74-4A66-A1BC-785DED9AAD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196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Viết tay 3">
                <a:extLst>
                  <a:ext uri="{FF2B5EF4-FFF2-40B4-BE49-F238E27FC236}">
                    <a16:creationId xmlns:a16="http://schemas.microsoft.com/office/drawing/2014/main" id="{9C94E1F3-CF56-48D3-96D3-68CF1D897C0A}"/>
                  </a:ext>
                </a:extLst>
              </p14:cNvPr>
              <p14:cNvContentPartPr/>
              <p14:nvPr/>
            </p14:nvContentPartPr>
            <p14:xfrm>
              <a:off x="6284160" y="1085040"/>
              <a:ext cx="4366440" cy="3442680"/>
            </p14:xfrm>
          </p:contentPart>
        </mc:Choice>
        <mc:Fallback xmlns="">
          <p:pic>
            <p:nvPicPr>
              <p:cNvPr id="4" name="Viết tay 3">
                <a:extLst>
                  <a:ext uri="{FF2B5EF4-FFF2-40B4-BE49-F238E27FC236}">
                    <a16:creationId xmlns:a16="http://schemas.microsoft.com/office/drawing/2014/main" id="{9C94E1F3-CF56-48D3-96D3-68CF1D897C0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274800" y="1075680"/>
                <a:ext cx="4385160" cy="34614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59ECC608-F357-4857-8445-B5D0FC104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66184-45EA-4705-A48D-735C92F82468}" type="slidenum">
              <a:rPr lang="vi-VN" smtClean="0"/>
              <a:t>29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857265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4A3AA37E-F363-4521-84CA-EC5B21853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QNG – Adam or QNG – AdaptBatch,</a:t>
            </a:r>
            <a:br>
              <a:rPr lang="en-US"/>
            </a:br>
            <a:r>
              <a:rPr lang="en-US"/>
              <a:t>QNG – AdaptLR, …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FE40AC23-1B74-4A66-A1BC-785DED9AAD1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/>
                  <a:t>When mixing QNG with Adam, we treat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𝐴𝑑𝑎𝑚𝑂𝑝𝑡𝑖𝑚𝑖𝑧𝑒𝑟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e>
                          </m:d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How about?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𝐴𝑑𝑎𝑝𝑡𝐵𝑎𝑡𝑐h𝑂𝑝𝑡𝑖𝑚𝑖𝑧𝑒𝑟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e>
                          </m:d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FE40AC23-1B74-4A66-A1BC-785DED9AAD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Viết tay 3">
                <a:extLst>
                  <a:ext uri="{FF2B5EF4-FFF2-40B4-BE49-F238E27FC236}">
                    <a16:creationId xmlns:a16="http://schemas.microsoft.com/office/drawing/2014/main" id="{27218DAC-8C30-437B-9DEB-B6A5973C0293}"/>
                  </a:ext>
                </a:extLst>
              </p14:cNvPr>
              <p14:cNvContentPartPr/>
              <p14:nvPr/>
            </p14:nvContentPartPr>
            <p14:xfrm>
              <a:off x="8426880" y="3711600"/>
              <a:ext cx="753480" cy="950400"/>
            </p14:xfrm>
          </p:contentPart>
        </mc:Choice>
        <mc:Fallback xmlns="">
          <p:pic>
            <p:nvPicPr>
              <p:cNvPr id="4" name="Viết tay 3">
                <a:extLst>
                  <a:ext uri="{FF2B5EF4-FFF2-40B4-BE49-F238E27FC236}">
                    <a16:creationId xmlns:a16="http://schemas.microsoft.com/office/drawing/2014/main" id="{27218DAC-8C30-437B-9DEB-B6A5973C029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417520" y="3702240"/>
                <a:ext cx="772200" cy="96912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72AB85A9-9970-42BA-BCDF-9C14D8058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66184-45EA-4705-A48D-735C92F82468}" type="slidenum">
              <a:rPr lang="vi-VN" smtClean="0"/>
              <a:t>30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107454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2DA96378-DDA4-4D3D-9871-29C52F842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4. Experiments</a:t>
            </a:r>
            <a:endParaRPr lang="vi-VN"/>
          </a:p>
        </p:txBody>
      </p:sp>
      <p:pic>
        <p:nvPicPr>
          <p:cNvPr id="1026" name="Picture 2" descr="tutorial quantum natural gradient">
            <a:extLst>
              <a:ext uri="{FF2B5EF4-FFF2-40B4-BE49-F238E27FC236}">
                <a16:creationId xmlns:a16="http://schemas.microsoft.com/office/drawing/2014/main" id="{FD7A5948-C5A8-4AC5-A0DB-59F314933FC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01" r="7807"/>
          <a:stretch/>
        </p:blipFill>
        <p:spPr bwMode="auto">
          <a:xfrm>
            <a:off x="4218039" y="1423078"/>
            <a:ext cx="7973962" cy="54349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4EC80EFF-2705-41E5-82AF-46CDAB852627}"/>
              </a:ext>
            </a:extLst>
          </p:cNvPr>
          <p:cNvSpPr txBox="1"/>
          <p:nvPr/>
        </p:nvSpPr>
        <p:spPr>
          <a:xfrm>
            <a:off x="943897" y="2182761"/>
            <a:ext cx="36428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From penny-lane benchmark</a:t>
            </a:r>
            <a:endParaRPr lang="vi-V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Viết tay 2">
                <a:extLst>
                  <a:ext uri="{FF2B5EF4-FFF2-40B4-BE49-F238E27FC236}">
                    <a16:creationId xmlns:a16="http://schemas.microsoft.com/office/drawing/2014/main" id="{90792E24-68B3-437E-95DC-E79513D7206F}"/>
                  </a:ext>
                </a:extLst>
              </p14:cNvPr>
              <p14:cNvContentPartPr/>
              <p14:nvPr/>
            </p14:nvContentPartPr>
            <p14:xfrm>
              <a:off x="9368280" y="1067040"/>
              <a:ext cx="1094040" cy="636840"/>
            </p14:xfrm>
          </p:contentPart>
        </mc:Choice>
        <mc:Fallback xmlns="">
          <p:pic>
            <p:nvPicPr>
              <p:cNvPr id="3" name="Viết tay 2">
                <a:extLst>
                  <a:ext uri="{FF2B5EF4-FFF2-40B4-BE49-F238E27FC236}">
                    <a16:creationId xmlns:a16="http://schemas.microsoft.com/office/drawing/2014/main" id="{90792E24-68B3-437E-95DC-E79513D7206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358920" y="1057680"/>
                <a:ext cx="1112760" cy="65556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710C28C4-D032-4571-B33A-0D23059F1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66184-45EA-4705-A48D-735C92F82468}" type="slidenum">
              <a:rPr lang="vi-VN" smtClean="0"/>
              <a:t>31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510174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2DA96378-DDA4-4D3D-9871-29C52F842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4. Experiments</a:t>
            </a:r>
            <a:endParaRPr lang="vi-VN"/>
          </a:p>
        </p:txBody>
      </p:sp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4EC80EFF-2705-41E5-82AF-46CDAB852627}"/>
              </a:ext>
            </a:extLst>
          </p:cNvPr>
          <p:cNvSpPr txBox="1"/>
          <p:nvPr/>
        </p:nvSpPr>
        <p:spPr>
          <a:xfrm>
            <a:off x="838200" y="1690688"/>
            <a:ext cx="36428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When optimizing 1-qubit circuit (simplest case)</a:t>
            </a:r>
            <a:endParaRPr lang="vi-VN"/>
          </a:p>
        </p:txBody>
      </p:sp>
      <p:pic>
        <p:nvPicPr>
          <p:cNvPr id="6" name="Chỗ dành sẵn cho Nội dung 5">
            <a:extLst>
              <a:ext uri="{FF2B5EF4-FFF2-40B4-BE49-F238E27FC236}">
                <a16:creationId xmlns:a16="http://schemas.microsoft.com/office/drawing/2014/main" id="{43A1B38F-0235-4712-8064-20F8E6A1F7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623431"/>
            <a:ext cx="5043646" cy="3423407"/>
          </a:xfrm>
        </p:spPr>
      </p:pic>
      <p:sp>
        <p:nvSpPr>
          <p:cNvPr id="3" name="Chỗ dành sẵn cho Số hiệu Bản chiếu 2">
            <a:extLst>
              <a:ext uri="{FF2B5EF4-FFF2-40B4-BE49-F238E27FC236}">
                <a16:creationId xmlns:a16="http://schemas.microsoft.com/office/drawing/2014/main" id="{8940FFEF-42B7-4228-BAD0-2171F8E14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66184-45EA-4705-A48D-735C92F82468}" type="slidenum">
              <a:rPr lang="vi-VN" smtClean="0"/>
              <a:t>32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396557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ACCAB8CF-46B2-4AFA-9623-2B5071BC71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Fubini-study tensor metric</a:t>
            </a:r>
            <a:endParaRPr lang="vi-VN"/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B75B7428-F34A-43B9-9443-5C9021C206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vi-VN"/>
              <a:t>James Stokes, Josh Izaac, Nathan Killoran, Giuseppe Carleo</a:t>
            </a:r>
            <a:endParaRPr lang="en-US"/>
          </a:p>
          <a:p>
            <a:r>
              <a:rPr lang="en-US"/>
              <a:t>2019</a:t>
            </a:r>
            <a:endParaRPr lang="vi-VN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B519DA95-94E5-4DB1-9839-B836DBEBB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66184-45EA-4705-A48D-735C92F82468}" type="slidenum">
              <a:rPr lang="vi-VN" smtClean="0"/>
              <a:t>33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178166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CBD3F375-3437-4B66-A936-682EDD128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 Intro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85A0AE7A-AD48-487E-916D-C24C30BF8E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In QNG formula, replacing Quantum Fisher information by Fubini-study tensor metric: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d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𝛼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†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d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It can be shown that the Fubini-Study metric tensor reduces to the Fisher information matrix in the classical limit</a:t>
                </a:r>
              </a:p>
              <a:p>
                <a:pPr marL="0" indent="0">
                  <a:buNone/>
                </a:pPr>
                <a:endParaRPr lang="vi-VN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85A0AE7A-AD48-487E-916D-C24C30BF8E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 r="-1043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9995F53F-5B3C-41A3-87B5-F5F2A9A4A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66184-45EA-4705-A48D-735C92F82468}" type="slidenum">
              <a:rPr lang="vi-VN" smtClean="0"/>
              <a:t>34</a:t>
            </a:fld>
            <a:endParaRPr lang="vi-V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Viết tay 4">
                <a:extLst>
                  <a:ext uri="{FF2B5EF4-FFF2-40B4-BE49-F238E27FC236}">
                    <a16:creationId xmlns:a16="http://schemas.microsoft.com/office/drawing/2014/main" id="{78C7FB99-5C8B-444A-A572-FD23C0CE04E2}"/>
                  </a:ext>
                </a:extLst>
              </p14:cNvPr>
              <p14:cNvContentPartPr/>
              <p14:nvPr/>
            </p14:nvContentPartPr>
            <p14:xfrm>
              <a:off x="5889960" y="3021120"/>
              <a:ext cx="1380600" cy="1927800"/>
            </p14:xfrm>
          </p:contentPart>
        </mc:Choice>
        <mc:Fallback xmlns="">
          <p:pic>
            <p:nvPicPr>
              <p:cNvPr id="5" name="Viết tay 4">
                <a:extLst>
                  <a:ext uri="{FF2B5EF4-FFF2-40B4-BE49-F238E27FC236}">
                    <a16:creationId xmlns:a16="http://schemas.microsoft.com/office/drawing/2014/main" id="{78C7FB99-5C8B-444A-A572-FD23C0CE04E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880600" y="3011760"/>
                <a:ext cx="1399320" cy="1946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089801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75F9630-7232-4B5A-A64D-3F7920E8B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Block-diagonal metric tensor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B7078D32-36A7-4EFC-9A47-C4F981C977C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1713988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⟨"/>
                          <m:endChr m:val="⟩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vi-VN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B7078D32-36A7-4EFC-9A47-C4F981C977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171398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FB28C359-EF4F-41A5-9D84-752D49E9E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66184-45EA-4705-A48D-735C92F82468}" type="slidenum">
              <a:rPr lang="vi-VN" smtClean="0"/>
              <a:t>35</a:t>
            </a:fld>
            <a:endParaRPr lang="vi-VN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FE67572-C5FA-4329-BCBE-32C6994722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684" y="2755192"/>
            <a:ext cx="7215649" cy="2307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Hộp Văn bản 4">
                <a:extLst>
                  <a:ext uri="{FF2B5EF4-FFF2-40B4-BE49-F238E27FC236}">
                    <a16:creationId xmlns:a16="http://schemas.microsoft.com/office/drawing/2014/main" id="{97ECEEF1-3B19-4E66-86DE-96B5F0D88AA4}"/>
                  </a:ext>
                </a:extLst>
              </p:cNvPr>
              <p:cNvSpPr txBox="1"/>
              <p:nvPr/>
            </p:nvSpPr>
            <p:spPr>
              <a:xfrm>
                <a:off x="1809135" y="5416659"/>
                <a:ext cx="12536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vi-VN"/>
              </a:p>
            </p:txBody>
          </p:sp>
        </mc:Choice>
        <mc:Fallback xmlns="">
          <p:sp>
            <p:nvSpPr>
              <p:cNvPr id="5" name="Hộp Văn bản 4">
                <a:extLst>
                  <a:ext uri="{FF2B5EF4-FFF2-40B4-BE49-F238E27FC236}">
                    <a16:creationId xmlns:a16="http://schemas.microsoft.com/office/drawing/2014/main" id="{97ECEEF1-3B19-4E66-86DE-96B5F0D88A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9135" y="5416659"/>
                <a:ext cx="1253613" cy="369332"/>
              </a:xfrm>
              <a:prstGeom prst="rect">
                <a:avLst/>
              </a:prstGeom>
              <a:blipFill>
                <a:blip r:embed="rId4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Ngoặc móc Trái 5">
            <a:extLst>
              <a:ext uri="{FF2B5EF4-FFF2-40B4-BE49-F238E27FC236}">
                <a16:creationId xmlns:a16="http://schemas.microsoft.com/office/drawing/2014/main" id="{753AF455-F634-44C3-934D-EA6F248F3ADC}"/>
              </a:ext>
            </a:extLst>
          </p:cNvPr>
          <p:cNvSpPr/>
          <p:nvPr/>
        </p:nvSpPr>
        <p:spPr>
          <a:xfrm rot="16200000">
            <a:off x="2182761" y="3484620"/>
            <a:ext cx="353962" cy="3510116"/>
          </a:xfrm>
          <a:prstGeom prst="leftBrace">
            <a:avLst>
              <a:gd name="adj1" fmla="val 51190"/>
              <a:gd name="adj2" fmla="val 48319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8" name="Ngoặc móc Trái 7">
            <a:extLst>
              <a:ext uri="{FF2B5EF4-FFF2-40B4-BE49-F238E27FC236}">
                <a16:creationId xmlns:a16="http://schemas.microsoft.com/office/drawing/2014/main" id="{BFD92A57-31CF-4021-8730-DA960F104D8F}"/>
              </a:ext>
            </a:extLst>
          </p:cNvPr>
          <p:cNvSpPr/>
          <p:nvPr/>
        </p:nvSpPr>
        <p:spPr>
          <a:xfrm rot="16200000">
            <a:off x="3516261" y="2874415"/>
            <a:ext cx="353962" cy="6177116"/>
          </a:xfrm>
          <a:prstGeom prst="leftBrace">
            <a:avLst>
              <a:gd name="adj1" fmla="val 51190"/>
              <a:gd name="adj2" fmla="val 48319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Hộp Văn bản 8">
                <a:extLst>
                  <a:ext uri="{FF2B5EF4-FFF2-40B4-BE49-F238E27FC236}">
                    <a16:creationId xmlns:a16="http://schemas.microsoft.com/office/drawing/2014/main" id="{07282896-ECA7-4305-B17E-571DD95CEE4E}"/>
                  </a:ext>
                </a:extLst>
              </p:cNvPr>
              <p:cNvSpPr txBox="1"/>
              <p:nvPr/>
            </p:nvSpPr>
            <p:spPr>
              <a:xfrm>
                <a:off x="3066435" y="6234707"/>
                <a:ext cx="12536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vi-VN"/>
              </a:p>
            </p:txBody>
          </p:sp>
        </mc:Choice>
        <mc:Fallback xmlns="">
          <p:sp>
            <p:nvSpPr>
              <p:cNvPr id="9" name="Hộp Văn bản 8">
                <a:extLst>
                  <a:ext uri="{FF2B5EF4-FFF2-40B4-BE49-F238E27FC236}">
                    <a16:creationId xmlns:a16="http://schemas.microsoft.com/office/drawing/2014/main" id="{07282896-ECA7-4305-B17E-571DD95CEE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6435" y="6234707"/>
                <a:ext cx="1253613" cy="369332"/>
              </a:xfrm>
              <a:prstGeom prst="rect">
                <a:avLst/>
              </a:prstGeom>
              <a:blipFill>
                <a:blip r:embed="rId5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8" name="Picture 4">
            <a:extLst>
              <a:ext uri="{FF2B5EF4-FFF2-40B4-BE49-F238E27FC236}">
                <a16:creationId xmlns:a16="http://schemas.microsoft.com/office/drawing/2014/main" id="{FDD68A31-6DA1-4AFC-8E61-20059BCA5F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7791" y="2991468"/>
            <a:ext cx="3819525" cy="2619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Viết tay 6">
                <a:extLst>
                  <a:ext uri="{FF2B5EF4-FFF2-40B4-BE49-F238E27FC236}">
                    <a16:creationId xmlns:a16="http://schemas.microsoft.com/office/drawing/2014/main" id="{FD1CDA7C-5CFD-4B41-9A20-B704108F30D4}"/>
                  </a:ext>
                </a:extLst>
              </p14:cNvPr>
              <p14:cNvContentPartPr/>
              <p14:nvPr/>
            </p14:nvContentPartPr>
            <p14:xfrm>
              <a:off x="1434240" y="582840"/>
              <a:ext cx="9234000" cy="4339440"/>
            </p14:xfrm>
          </p:contentPart>
        </mc:Choice>
        <mc:Fallback xmlns="">
          <p:pic>
            <p:nvPicPr>
              <p:cNvPr id="7" name="Viết tay 6">
                <a:extLst>
                  <a:ext uri="{FF2B5EF4-FFF2-40B4-BE49-F238E27FC236}">
                    <a16:creationId xmlns:a16="http://schemas.microsoft.com/office/drawing/2014/main" id="{FD1CDA7C-5CFD-4B41-9A20-B704108F30D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424880" y="573480"/>
                <a:ext cx="9252720" cy="4358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949098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75F9630-7232-4B5A-A64D-3F7920E8B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Block-diagonal metric tensor</a:t>
            </a:r>
            <a:endParaRPr lang="vi-VN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FB28C359-EF4F-41A5-9D84-752D49E9E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66184-45EA-4705-A48D-735C92F82468}" type="slidenum">
              <a:rPr lang="vi-VN" smtClean="0"/>
              <a:t>36</a:t>
            </a:fld>
            <a:endParaRPr lang="vi-VN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7A33864-49B1-4D83-BBC4-E894875D334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014" y="1712628"/>
            <a:ext cx="3759966" cy="2244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388999C1-4C63-40C3-9879-8C097DD28A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5527" y="4094898"/>
            <a:ext cx="7686675" cy="2124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64861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75F9630-7232-4B5A-A64D-3F7920E8B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Block-diagonal metric tensor</a:t>
            </a:r>
            <a:endParaRPr lang="vi-VN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FB28C359-EF4F-41A5-9D84-752D49E9E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66184-45EA-4705-A48D-735C92F82468}" type="slidenum">
              <a:rPr lang="vi-VN" smtClean="0"/>
              <a:t>37</a:t>
            </a:fld>
            <a:endParaRPr lang="vi-VN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6BA12CC-600A-41C9-B310-36758FE56FE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109" y="1690688"/>
            <a:ext cx="6092951" cy="2025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19B152B8-99BB-49FB-B4CF-8262AC6C6E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389" y="3856550"/>
            <a:ext cx="7610475" cy="2124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207027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75F9630-7232-4B5A-A64D-3F7920E8B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Experiments</a:t>
            </a:r>
            <a:endParaRPr lang="vi-VN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FB28C359-EF4F-41A5-9D84-752D49E9E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66184-45EA-4705-A48D-735C92F82468}" type="slidenum">
              <a:rPr lang="vi-VN" smtClean="0"/>
              <a:t>38</a:t>
            </a:fld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FD93A694-E958-493F-8F19-5394CA147E6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Through experiments, I see that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det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</m:d>
                      </m:e>
                    </m:func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 (&lt;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−10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 but its inverse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†</m:t>
                        </m:r>
                      </m:sup>
                    </m:sSup>
                  </m:oMath>
                </a14:m>
                <a:r>
                  <a:rPr lang="en-US"/>
                  <a:t> is good (not explode as Quantum Fisher matrix).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vi-VN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FD93A694-E958-493F-8F19-5394CA147E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Hình ảnh 5">
            <a:extLst>
              <a:ext uri="{FF2B5EF4-FFF2-40B4-BE49-F238E27FC236}">
                <a16:creationId xmlns:a16="http://schemas.microsoft.com/office/drawing/2014/main" id="{B3A869C2-E5AC-4350-A78E-98D6A1E7E9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5" y="2835268"/>
            <a:ext cx="5486411" cy="3657607"/>
          </a:xfrm>
          <a:prstGeom prst="rect">
            <a:avLst/>
          </a:prstGeom>
        </p:spPr>
      </p:pic>
      <p:pic>
        <p:nvPicPr>
          <p:cNvPr id="8" name="Hình ảnh 7">
            <a:extLst>
              <a:ext uri="{FF2B5EF4-FFF2-40B4-BE49-F238E27FC236}">
                <a16:creationId xmlns:a16="http://schemas.microsoft.com/office/drawing/2014/main" id="{C14EAD47-0846-4BD3-A312-912EC04518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7389" y="2835268"/>
            <a:ext cx="5486411" cy="3657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707852"/>
      </p:ext>
    </p:extLst>
  </p:cSld>
  <p:clrMapOvr>
    <a:masterClrMapping/>
  </p:clrMapOvr>
</p:sld>
</file>

<file path=ppt/theme/theme1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735</TotalTime>
  <Words>1764</Words>
  <Application>Microsoft Macintosh PowerPoint</Application>
  <PresentationFormat>Widescreen</PresentationFormat>
  <Paragraphs>244</Paragraphs>
  <Slides>38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Arial</vt:lpstr>
      <vt:lpstr>Calibri (Thân)</vt:lpstr>
      <vt:lpstr>Calibri Light</vt:lpstr>
      <vt:lpstr>Cambria Math</vt:lpstr>
      <vt:lpstr>Times New Roman</vt:lpstr>
      <vt:lpstr>Chủ đề Office</vt:lpstr>
      <vt:lpstr>Quantum Gradient Parameter shift method</vt:lpstr>
      <vt:lpstr>1. Gradient descent</vt:lpstr>
      <vt:lpstr>2. Example</vt:lpstr>
      <vt:lpstr>2. Notation</vt:lpstr>
      <vt:lpstr>2. Notation</vt:lpstr>
      <vt:lpstr>3. Summary</vt:lpstr>
      <vt:lpstr>3.1. Proof</vt:lpstr>
      <vt:lpstr>3.1. Proof</vt:lpstr>
      <vt:lpstr>3.1. Proof</vt:lpstr>
      <vt:lpstr>3.2. Summary</vt:lpstr>
      <vt:lpstr>3.2. Summary</vt:lpstr>
      <vt:lpstr>2.2. Summary</vt:lpstr>
      <vt:lpstr>2.2. Summary</vt:lpstr>
      <vt:lpstr>PowerPoint Presentation</vt:lpstr>
      <vt:lpstr>PowerPoint Presentation</vt:lpstr>
      <vt:lpstr>Quantum natural gradient</vt:lpstr>
      <vt:lpstr>PowerPoint Presentation</vt:lpstr>
      <vt:lpstr>PowerPoint Presentation</vt:lpstr>
      <vt:lpstr>1. Fisher information</vt:lpstr>
      <vt:lpstr>1. Fisher information</vt:lpstr>
      <vt:lpstr>1. Fisher information</vt:lpstr>
      <vt:lpstr>1. Fisher information: simple case</vt:lpstr>
      <vt:lpstr>1. Fisher information: simple case</vt:lpstr>
      <vt:lpstr>1. Fisher information: matrix form</vt:lpstr>
      <vt:lpstr>2. Natural gradient descent (NGD)</vt:lpstr>
      <vt:lpstr>2. Natural gradient descent (NGD)</vt:lpstr>
      <vt:lpstr>3. Quantum NGD</vt:lpstr>
      <vt:lpstr>3. Quantum NGD</vt:lpstr>
      <vt:lpstr>3. Quantum NGD</vt:lpstr>
      <vt:lpstr>3. QNG – Adam or QNG – AdaptBatch, QNG – AdaptLR, …</vt:lpstr>
      <vt:lpstr>4. Experiments</vt:lpstr>
      <vt:lpstr>4. Experiments</vt:lpstr>
      <vt:lpstr>Fubini-study tensor metric</vt:lpstr>
      <vt:lpstr>1. Intro</vt:lpstr>
      <vt:lpstr>2. Block-diagonal metric tensor</vt:lpstr>
      <vt:lpstr>2. Block-diagonal metric tensor</vt:lpstr>
      <vt:lpstr>2. Block-diagonal metric tensor</vt:lpstr>
      <vt:lpstr>3. Experiments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Gradient Parameter shift method</dc:title>
  <dc:creator>Tuan Hai</dc:creator>
  <cp:lastModifiedBy>Nguyễn Thị Lê Thủy</cp:lastModifiedBy>
  <cp:revision>35</cp:revision>
  <dcterms:created xsi:type="dcterms:W3CDTF">2021-05-27T15:39:31Z</dcterms:created>
  <dcterms:modified xsi:type="dcterms:W3CDTF">2025-12-22T09:20:02Z</dcterms:modified>
</cp:coreProperties>
</file>