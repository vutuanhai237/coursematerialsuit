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256" r:id="rId2"/>
    <p:sldId id="263" r:id="rId3"/>
    <p:sldId id="349" r:id="rId4"/>
    <p:sldId id="288" r:id="rId5"/>
    <p:sldId id="347" r:id="rId6"/>
    <p:sldId id="348" r:id="rId7"/>
    <p:sldId id="289" r:id="rId8"/>
    <p:sldId id="350" r:id="rId9"/>
    <p:sldId id="264" r:id="rId10"/>
    <p:sldId id="322" r:id="rId11"/>
    <p:sldId id="351" r:id="rId12"/>
    <p:sldId id="361" r:id="rId13"/>
    <p:sldId id="353" r:id="rId14"/>
    <p:sldId id="354" r:id="rId15"/>
    <p:sldId id="362" r:id="rId16"/>
    <p:sldId id="370" r:id="rId17"/>
    <p:sldId id="355" r:id="rId18"/>
    <p:sldId id="356" r:id="rId19"/>
    <p:sldId id="357" r:id="rId20"/>
    <p:sldId id="358" r:id="rId21"/>
    <p:sldId id="359" r:id="rId22"/>
    <p:sldId id="360" r:id="rId23"/>
    <p:sldId id="265" r:id="rId24"/>
    <p:sldId id="267" r:id="rId25"/>
    <p:sldId id="364" r:id="rId26"/>
    <p:sldId id="365" r:id="rId27"/>
    <p:sldId id="323" r:id="rId28"/>
    <p:sldId id="363" r:id="rId29"/>
    <p:sldId id="343" r:id="rId30"/>
    <p:sldId id="324" r:id="rId31"/>
    <p:sldId id="344" r:id="rId32"/>
    <p:sldId id="325" r:id="rId33"/>
    <p:sldId id="270" r:id="rId34"/>
    <p:sldId id="345" r:id="rId35"/>
    <p:sldId id="366" r:id="rId36"/>
    <p:sldId id="367" r:id="rId37"/>
    <p:sldId id="368" r:id="rId38"/>
    <p:sldId id="369" r:id="rId39"/>
    <p:sldId id="326" r:id="rId40"/>
    <p:sldId id="346" r:id="rId41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hần Mặc định" id="{4E2E6BC7-BFAC-4E77-8B43-1F8E25DAEB62}">
          <p14:sldIdLst>
            <p14:sldId id="256"/>
            <p14:sldId id="263"/>
            <p14:sldId id="349"/>
            <p14:sldId id="288"/>
            <p14:sldId id="347"/>
            <p14:sldId id="348"/>
            <p14:sldId id="289"/>
            <p14:sldId id="350"/>
            <p14:sldId id="264"/>
            <p14:sldId id="322"/>
          </p14:sldIdLst>
        </p14:section>
        <p14:section name="Animation DTM" id="{575F1D01-9049-46F7-AF66-7DFDC1C1C5FC}">
          <p14:sldIdLst>
            <p14:sldId id="351"/>
            <p14:sldId id="361"/>
            <p14:sldId id="353"/>
            <p14:sldId id="354"/>
            <p14:sldId id="362"/>
            <p14:sldId id="370"/>
            <p14:sldId id="355"/>
            <p14:sldId id="356"/>
            <p14:sldId id="357"/>
            <p14:sldId id="358"/>
            <p14:sldId id="359"/>
          </p14:sldIdLst>
        </p14:section>
        <p14:section name="Animation NTM" id="{9C13C044-1CB5-4B8E-8F44-C1AE0C1BDDBC}">
          <p14:sldIdLst>
            <p14:sldId id="360"/>
            <p14:sldId id="265"/>
            <p14:sldId id="267"/>
            <p14:sldId id="364"/>
            <p14:sldId id="365"/>
            <p14:sldId id="323"/>
            <p14:sldId id="363"/>
            <p14:sldId id="343"/>
            <p14:sldId id="324"/>
            <p14:sldId id="344"/>
            <p14:sldId id="325"/>
            <p14:sldId id="270"/>
            <p14:sldId id="345"/>
            <p14:sldId id="366"/>
            <p14:sldId id="367"/>
            <p14:sldId id="368"/>
            <p14:sldId id="369"/>
            <p14:sldId id="326"/>
            <p14:sldId id="34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iểu Trung bình 2 - Màu chủ đề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Kiểu Trung bình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Kiểu Trung bình 2 - Màu chủ đề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6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5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ầu trang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6CAF24-FB94-4574-A55E-47923F811846}" type="datetimeFigureOut">
              <a:rPr lang="vi-VN" smtClean="0"/>
              <a:t>22/12/25</a:t>
            </a:fld>
            <a:endParaRPr lang="vi-VN"/>
          </a:p>
        </p:txBody>
      </p:sp>
      <p:sp>
        <p:nvSpPr>
          <p:cNvPr id="4" name="Chỗ dành sẵn cho Hình ảnh của Bản chiế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Chỗ dành sẵn cho Ghi chú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CFF2AF-AE97-47EC-BF90-7C189517B76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55269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Q x xichma x {L, R} is a function</a:t>
            </a:r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0A8EB9-2BA2-44D5-82C9-5C7C3526219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4076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Q x xichma x {L, R} is a function</a:t>
            </a:r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0A8EB9-2BA2-44D5-82C9-5C7C3526219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8821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Q x xichma x {L, R} is a function</a:t>
            </a:r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0A8EB9-2BA2-44D5-82C9-5C7C3526219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5268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A45E904E-41B9-4DD6-BAB5-28F7902FDC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AF8FDC21-C9D2-4D8B-BA4F-FFA40733F6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Bấm để chỉnh sửa kiểu tiêu đề phụ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008506C0-0991-4C67-8AAF-2F8873593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8C20F-554A-4D96-B4E2-D2CF84C3B608}" type="datetime1">
              <a:rPr lang="vi-VN" smtClean="0"/>
              <a:t>22/12/25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965E96CA-891A-4CCC-BC52-18DD7B8E9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1868B738-9303-4A10-88A4-EA8F9D0A6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F7CBD-B9A5-4D53-9D65-FFCCF7EF129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76305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460016D-5B52-4234-BC0A-FE9DD0A13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2AFB8D1A-6BDB-409E-8F1D-2A541E1A73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9CF57D82-B6E2-472A-A438-E995CF130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D380E-E649-48DF-A257-75BF96F48B59}" type="datetime1">
              <a:rPr lang="vi-VN" smtClean="0"/>
              <a:t>22/12/25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B24E5EE0-78DF-4679-B974-F35C875AF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9406FC9C-2A33-4D7E-8BA9-42AE1224F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F7CBD-B9A5-4D53-9D65-FFCCF7EF129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59980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D32BF96-75A9-4309-B97E-416DE93CB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8A54D760-175C-4D60-A6B7-B0E0211EE8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60517207-A19A-4986-A06E-FDB65A8E1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67613-28DF-48E3-B7BE-1E08485F151C}" type="datetime1">
              <a:rPr lang="vi-VN" smtClean="0"/>
              <a:t>22/12/25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7B7D328D-2295-41B4-B237-7F0038A67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42F4941B-C677-469E-A982-3EB981192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F7CBD-B9A5-4D53-9D65-FFCCF7EF129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32631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5B65592-0E39-42A2-BBA6-DB2281F95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84FAB6E9-CA43-4D1C-BE63-96EE161519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CCE1A1C4-D894-44A8-A0A1-C176CF7E43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11C63561-0A49-49E4-894D-A96683BC5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3284E-9110-4BE1-A370-B994B46C90B9}" type="datetime1">
              <a:rPr lang="vi-VN" smtClean="0"/>
              <a:t>22/12/25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CE0000F3-F2AB-40DC-9405-4657C3850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60AB07AF-FACD-4A3E-8395-ECC04E362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F7CBD-B9A5-4D53-9D65-FFCCF7EF129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53837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FADB6D23-D093-4CF5-921E-EFE3E8611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47E4B3F8-D5DD-461D-B5AE-021398E72E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6498957D-793D-4C4F-B0E0-81FBF4C16A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B9E3C53E-2268-45AD-862F-C80C2B7271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76D123D2-A316-449E-9E3E-60B7627856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7" name="Chỗ dành sẵn cho Ngày tháng 6">
            <a:extLst>
              <a:ext uri="{FF2B5EF4-FFF2-40B4-BE49-F238E27FC236}">
                <a16:creationId xmlns:a16="http://schemas.microsoft.com/office/drawing/2014/main" id="{61A19DF4-B0B4-4CF0-8507-98BBD6EB2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C9FEA-240E-4FCB-9D1E-FA8B3DCA4107}" type="datetime1">
              <a:rPr lang="vi-VN" smtClean="0"/>
              <a:t>22/12/25</a:t>
            </a:fld>
            <a:endParaRPr lang="vi-VN"/>
          </a:p>
        </p:txBody>
      </p:sp>
      <p:sp>
        <p:nvSpPr>
          <p:cNvPr id="8" name="Chỗ dành sẵn cho Chân trang 7">
            <a:extLst>
              <a:ext uri="{FF2B5EF4-FFF2-40B4-BE49-F238E27FC236}">
                <a16:creationId xmlns:a16="http://schemas.microsoft.com/office/drawing/2014/main" id="{FD0FA5C0-9486-43DE-9E3C-32759820E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Chỗ dành sẵn cho Số hiệu Bản chiếu 8">
            <a:extLst>
              <a:ext uri="{FF2B5EF4-FFF2-40B4-BE49-F238E27FC236}">
                <a16:creationId xmlns:a16="http://schemas.microsoft.com/office/drawing/2014/main" id="{374E3331-F568-4CB9-B8A8-F0F1417A7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F7CBD-B9A5-4D53-9D65-FFCCF7EF129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58096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8685D22D-32C9-4EF9-ACCB-629C9BB4A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6091912A-AF4A-437C-A7B7-C4E16EFFF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F377E-49A1-42CE-9EF6-CFF24B12823A}" type="datetime1">
              <a:rPr lang="vi-VN" smtClean="0"/>
              <a:t>22/12/25</a:t>
            </a:fld>
            <a:endParaRPr lang="vi-VN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A740B77C-9563-4798-9039-660B1B6B4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73D2C2D9-E801-44FB-8D0D-7B1F64002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F7CBD-B9A5-4D53-9D65-FFCCF7EF129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66966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>
            <a:extLst>
              <a:ext uri="{FF2B5EF4-FFF2-40B4-BE49-F238E27FC236}">
                <a16:creationId xmlns:a16="http://schemas.microsoft.com/office/drawing/2014/main" id="{4B003107-C8D2-4DA5-ACDD-75D1C6818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3C755-0E19-4490-A8F9-FB381E54D176}" type="datetime1">
              <a:rPr lang="vi-VN" smtClean="0"/>
              <a:t>22/12/25</a:t>
            </a:fld>
            <a:endParaRPr lang="vi-VN"/>
          </a:p>
        </p:txBody>
      </p:sp>
      <p:sp>
        <p:nvSpPr>
          <p:cNvPr id="3" name="Chỗ dành sẵn cho Chân trang 2">
            <a:extLst>
              <a:ext uri="{FF2B5EF4-FFF2-40B4-BE49-F238E27FC236}">
                <a16:creationId xmlns:a16="http://schemas.microsoft.com/office/drawing/2014/main" id="{6E5CE142-8C1D-48D0-9039-ACCE3DC72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DC99DE61-EB0E-4D84-A14B-F09267A7B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F7CBD-B9A5-4D53-9D65-FFCCF7EF129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57745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9FFE773-0A98-4F90-9793-5F128B4D2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ED59BA4B-49B8-4CE4-AC0F-BCEA5EBE49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0AEC98B4-7280-4E8B-BA87-D330A74284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4FF44C9D-0E9D-43D7-A4D2-F545786BD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DA61A-65FB-4656-9924-0B0A0F62022C}" type="datetime1">
              <a:rPr lang="vi-VN" smtClean="0"/>
              <a:t>22/12/25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F054A1BB-7F40-445A-B707-C724EC78B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E0F9B801-A18D-4AFF-92EC-911FC4B7F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F7CBD-B9A5-4D53-9D65-FFCCF7EF129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54963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AB74EBE-EA89-41A3-BDAA-239BF01A8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C9C3348C-AF36-4122-813E-AD2CA96FA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9F959C4A-4991-4D11-B311-BDD9158981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5EF698C9-2BFE-4A2D-9EDA-2D635163B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2CACD-4A31-4457-A5C8-6C5E2262C000}" type="datetime1">
              <a:rPr lang="vi-VN" smtClean="0"/>
              <a:t>22/12/25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DA861632-76A4-4F78-920E-C732CEC2B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5A815982-5CE3-498C-9858-6F4D4D731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F7CBD-B9A5-4D53-9D65-FFCCF7EF129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936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E748A3B-6307-40D0-96EB-181F2AA5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DF6A0B97-CA27-48AD-AB6F-DAD0087FBF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031363E3-5B87-4BE7-9F4F-1AB0AC1AD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D0B5A-882B-4D55-A946-2C17B7ED0364}" type="datetime1">
              <a:rPr lang="vi-VN" smtClean="0"/>
              <a:t>22/12/25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9225A6C4-8769-47D1-BDF6-1EE2BB0FC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72C0EA36-4FD0-4F5E-9498-7684B462A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F7CBD-B9A5-4D53-9D65-FFCCF7EF129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17879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D4598D20-4EE5-4907-8FEE-E708324ED8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89BF4EE9-29FD-4313-AD93-EAA2A0D0E4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A456228A-1F68-4361-93C1-EC730174C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32ECF-03C5-4FD7-83C3-211A4374A6E0}" type="datetime1">
              <a:rPr lang="vi-VN" smtClean="0"/>
              <a:t>22/12/25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1524AB81-4025-4491-8817-8A72122C8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A1AEB6C2-9629-4E83-92D9-024BE1CC5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F7CBD-B9A5-4D53-9D65-FFCCF7EF129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14671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>
            <a:extLst>
              <a:ext uri="{FF2B5EF4-FFF2-40B4-BE49-F238E27FC236}">
                <a16:creationId xmlns:a16="http://schemas.microsoft.com/office/drawing/2014/main" id="{0E55C26B-671E-4921-B552-0FC2C1AEF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B7EF0498-038E-4CA3-A007-A1E4FACC3B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333A460A-77F9-4A3E-89BD-F0C826F2C0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ECDA88-E22B-4E1B-86A9-EB4377FEE542}" type="datetime1">
              <a:rPr lang="vi-VN" smtClean="0"/>
              <a:t>22/12/25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094847D1-A749-4C01-8A44-ABFFE65A5B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F9EF462B-2F70-4C09-ABF5-7EC6E6BF8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CF7CBD-B9A5-4D53-9D65-FFCCF7EF129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19546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NUL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0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97.png"/><Relationship Id="rId4" Type="http://schemas.openxmlformats.org/officeDocument/2006/relationships/image" Target="../media/image18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image" Target="../media/image2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0.png"/><Relationship Id="rId5" Type="http://schemas.openxmlformats.org/officeDocument/2006/relationships/image" Target="../media/image270.png"/><Relationship Id="rId4" Type="http://schemas.openxmlformats.org/officeDocument/2006/relationships/image" Target="../media/image26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png"/><Relationship Id="rId3" Type="http://schemas.openxmlformats.org/officeDocument/2006/relationships/image" Target="../media/image34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6.png"/><Relationship Id="rId10" Type="http://schemas.openxmlformats.org/officeDocument/2006/relationships/image" Target="../media/image42.png"/><Relationship Id="rId4" Type="http://schemas.openxmlformats.org/officeDocument/2006/relationships/image" Target="../media/image35.png"/><Relationship Id="rId9" Type="http://schemas.openxmlformats.org/officeDocument/2006/relationships/image" Target="../media/image4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390.png"/><Relationship Id="rId7" Type="http://schemas.openxmlformats.org/officeDocument/2006/relationships/image" Target="../media/image472.png"/><Relationship Id="rId12" Type="http://schemas.openxmlformats.org/officeDocument/2006/relationships/image" Target="../media/image52.png"/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1.png"/><Relationship Id="rId11" Type="http://schemas.openxmlformats.org/officeDocument/2006/relationships/image" Target="../media/image51.png"/><Relationship Id="rId5" Type="http://schemas.openxmlformats.org/officeDocument/2006/relationships/image" Target="../media/image441.png"/><Relationship Id="rId10" Type="http://schemas.openxmlformats.org/officeDocument/2006/relationships/image" Target="../media/image50.png"/><Relationship Id="rId4" Type="http://schemas.openxmlformats.org/officeDocument/2006/relationships/image" Target="../media/image400.png"/><Relationship Id="rId9" Type="http://schemas.openxmlformats.org/officeDocument/2006/relationships/image" Target="../media/image49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1.pn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0.png"/><Relationship Id="rId3" Type="http://schemas.openxmlformats.org/officeDocument/2006/relationships/image" Target="../media/image410.png"/><Relationship Id="rId7" Type="http://schemas.openxmlformats.org/officeDocument/2006/relationships/image" Target="../media/image4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0.png"/><Relationship Id="rId5" Type="http://schemas.openxmlformats.org/officeDocument/2006/relationships/image" Target="../media/image430.png"/><Relationship Id="rId10" Type="http://schemas.openxmlformats.org/officeDocument/2006/relationships/image" Target="../media/image480.png"/><Relationship Id="rId4" Type="http://schemas.openxmlformats.org/officeDocument/2006/relationships/image" Target="../media/image420.png"/><Relationship Id="rId9" Type="http://schemas.openxmlformats.org/officeDocument/2006/relationships/image" Target="../media/image47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1D6EE3C-28C5-4E84-9EF0-5F8CDDE251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Quantum complexity</a:t>
            </a:r>
            <a:endParaRPr lang="vi-VN"/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5AEF7168-F8D5-4C61-9736-0AD0501EB9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25/9/2021</a:t>
            </a:r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86056B53-C03F-48A7-B3A3-12748DC9A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F7CBD-B9A5-4D53-9D65-FFCCF7EF1299}" type="slidenum">
              <a:rPr lang="vi-VN" smtClean="0"/>
              <a:t>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6342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Hình ảnh 8" descr="Ảnh có chứa quảng trường&#10;&#10;Mô tả được tạo tự động">
            <a:extLst>
              <a:ext uri="{FF2B5EF4-FFF2-40B4-BE49-F238E27FC236}">
                <a16:creationId xmlns:a16="http://schemas.microsoft.com/office/drawing/2014/main" id="{D8A0B0F4-C03C-4CE4-8DF0-9FC3F382AA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609" t="28023" r="25652" b="21918"/>
          <a:stretch/>
        </p:blipFill>
        <p:spPr>
          <a:xfrm>
            <a:off x="4903304" y="1273400"/>
            <a:ext cx="6917635" cy="3431347"/>
          </a:xfrm>
          <a:prstGeom prst="rect">
            <a:avLst/>
          </a:prstGeom>
        </p:spPr>
      </p:pic>
      <p:sp>
        <p:nvSpPr>
          <p:cNvPr id="2" name="Tiêu đề 1">
            <a:extLst>
              <a:ext uri="{FF2B5EF4-FFF2-40B4-BE49-F238E27FC236}">
                <a16:creationId xmlns:a16="http://schemas.microsoft.com/office/drawing/2014/main" id="{91612F00-E5D1-41F8-B014-EE0C41431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Classical (Many marbles)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Hộp Văn bản 4">
                <a:extLst>
                  <a:ext uri="{FF2B5EF4-FFF2-40B4-BE49-F238E27FC236}">
                    <a16:creationId xmlns:a16="http://schemas.microsoft.com/office/drawing/2014/main" id="{DB998685-8E9B-403A-8FA0-9F03BF6E270E}"/>
                  </a:ext>
                </a:extLst>
              </p:cNvPr>
              <p:cNvSpPr txBox="1"/>
              <p:nvPr/>
            </p:nvSpPr>
            <p:spPr>
              <a:xfrm>
                <a:off x="838198" y="4935469"/>
                <a:ext cx="633749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/>
                  <a:t>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800" smtClean="0"/>
                          <m:t>[6, 2, 1, 5, 3, 10]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sz="2800"/>
              </a:p>
            </p:txBody>
          </p:sp>
        </mc:Choice>
        <mc:Fallback xmlns="">
          <p:sp>
            <p:nvSpPr>
              <p:cNvPr id="5" name="Hộp Văn bản 4">
                <a:extLst>
                  <a:ext uri="{FF2B5EF4-FFF2-40B4-BE49-F238E27FC236}">
                    <a16:creationId xmlns:a16="http://schemas.microsoft.com/office/drawing/2014/main" id="{DB998685-8E9B-403A-8FA0-9F03BF6E27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8" y="4935469"/>
                <a:ext cx="6337497" cy="523220"/>
              </a:xfrm>
              <a:prstGeom prst="rect">
                <a:avLst/>
              </a:prstGeom>
              <a:blipFill>
                <a:blip r:embed="rId3"/>
                <a:stretch>
                  <a:fillRect l="-1923" t="-11765" b="-34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3961FF2A-339E-4130-99E5-2040BD92DC3A}"/>
                  </a:ext>
                </a:extLst>
              </p:cNvPr>
              <p:cNvSpPr txBox="1"/>
              <p:nvPr/>
            </p:nvSpPr>
            <p:spPr>
              <a:xfrm>
                <a:off x="838200" y="1825625"/>
                <a:ext cx="4178105" cy="28791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/>
                  <a:t>Action / Operator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⌊"/>
                        <m:endChr m:val="⌋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2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en-US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sz="2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0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n-US" sz="2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0</m:t>
                                                </m:r>
                                              </m:e>
                                            </m:mr>
                                          </m:m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2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en-US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sz="2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0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n-US" sz="2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0</m:t>
                                                </m:r>
                                              </m:e>
                                            </m:mr>
                                          </m:m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3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en-US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sz="2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0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n-US" sz="2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0</m:t>
                                                </m:r>
                                              </m:e>
                                              <m:e>
                                                <m:m>
                                                  <m:mPr>
                                                    <m:mcs>
                                                      <m:mc>
                                                        <m:mcPr>
                                                          <m:count m:val="2"/>
                                                          <m:mcJc m:val="center"/>
                                                        </m:mcPr>
                                                      </m:mc>
                                                    </m:mcs>
                                                    <m:ctrlPr>
                                                      <a:rPr lang="en-US" sz="28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mPr>
                                                  <m:mr>
                                                    <m:e>
                                                      <m:r>
                                                        <m:rPr>
                                                          <m:brk m:alnAt="7"/>
                                                        </m:rPr>
                                                        <a:rPr lang="en-US" sz="28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n-US" sz="28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</m:t>
                                                      </m:r>
                                                    </m:e>
                                                  </m:mr>
                                                </m:m>
                                              </m:e>
                                            </m:mr>
                                          </m:m>
                                        </m:e>
                                      </m:mr>
                                    </m:m>
                                  </m:e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3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en-US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sz="2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0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n-US" sz="2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e>
                                              <m:e>
                                                <m:m>
                                                  <m:mPr>
                                                    <m:mcs>
                                                      <m:mc>
                                                        <m:mcPr>
                                                          <m:count m:val="2"/>
                                                          <m:mcJc m:val="center"/>
                                                        </m:mcPr>
                                                      </m:mc>
                                                    </m:mcs>
                                                    <m:ctrlPr>
                                                      <a:rPr lang="en-US" sz="28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mPr>
                                                  <m:mr>
                                                    <m:e>
                                                      <m:r>
                                                        <m:rPr>
                                                          <m:brk m:alnAt="7"/>
                                                        </m:rPr>
                                                        <a:rPr lang="en-US" sz="28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n-US" sz="28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</m:t>
                                                      </m:r>
                                                    </m:e>
                                                  </m:mr>
                                                </m:m>
                                              </m:e>
                                            </m:mr>
                                          </m:m>
                                        </m:e>
                                      </m:mr>
                                    </m:m>
                                  </m:e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3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en-US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sz="2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0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n-US" sz="2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0</m:t>
                                                </m:r>
                                              </m:e>
                                              <m:e>
                                                <m:m>
                                                  <m:mPr>
                                                    <m:mcs>
                                                      <m:mc>
                                                        <m:mcPr>
                                                          <m:count m:val="3"/>
                                                          <m:mcJc m:val="center"/>
                                                        </m:mcPr>
                                                      </m:mc>
                                                    </m:mcs>
                                                    <m:ctrlPr>
                                                      <a:rPr lang="en-US" sz="28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mPr>
                                                  <m:mr>
                                                    <m:e>
                                                      <m:r>
                                                        <m:rPr>
                                                          <m:brk m:alnAt="7"/>
                                                        </m:rPr>
                                                        <a:rPr lang="en-US" sz="28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n-US" sz="28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</m:t>
                                                      </m:r>
                                                    </m:e>
                                                    <m:e>
                                                      <m:m>
                                                        <m:mPr>
                                                          <m:mcs>
                                                            <m:mc>
                                                              <m:mcPr>
                                                                <m:count m:val="2"/>
                                                                <m:mcJc m:val="center"/>
                                                              </m:mcPr>
                                                            </m:mc>
                                                          </m:mcs>
                                                          <m:ctrlPr>
                                                            <a:rPr lang="en-US" sz="2800" b="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mPr>
                                                        <m:mr>
                                                          <m:e>
                                                            <m:r>
                                                              <m:rPr>
                                                                <m:brk m:alnAt="7"/>
                                                              </m:rPr>
                                                              <a:rPr lang="en-US" sz="2800" b="0" i="1" smtClean="0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0</m:t>
                                                            </m:r>
                                                          </m:e>
                                                          <m:e>
                                                            <m:r>
                                                              <a:rPr lang="en-US" sz="2800" b="0" i="1" smtClean="0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0</m:t>
                                                            </m:r>
                                                          </m:e>
                                                        </m:mr>
                                                      </m:m>
                                                    </m:e>
                                                  </m:mr>
                                                </m:m>
                                              </m:e>
                                            </m:mr>
                                          </m:m>
                                        </m:e>
                                      </m:mr>
                                      <m:mr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3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en-US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sz="2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n-US" sz="2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0</m:t>
                                                </m:r>
                                              </m:e>
                                              <m:e>
                                                <m:m>
                                                  <m:mPr>
                                                    <m:mcs>
                                                      <m:mc>
                                                        <m:mcPr>
                                                          <m:count m:val="3"/>
                                                          <m:mcJc m:val="center"/>
                                                        </m:mcPr>
                                                      </m:mc>
                                                    </m:mcs>
                                                    <m:ctrlPr>
                                                      <a:rPr lang="en-US" sz="28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mPr>
                                                  <m:mr>
                                                    <m:e>
                                                      <m:r>
                                                        <m:rPr>
                                                          <m:brk m:alnAt="7"/>
                                                        </m:rPr>
                                                        <a:rPr lang="en-US" sz="28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n-US" sz="28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</m:t>
                                                      </m:r>
                                                    </m:e>
                                                    <m:e>
                                                      <m:m>
                                                        <m:mPr>
                                                          <m:mcs>
                                                            <m:mc>
                                                              <m:mcPr>
                                                                <m:count m:val="2"/>
                                                                <m:mcJc m:val="center"/>
                                                              </m:mcPr>
                                                            </m:mc>
                                                          </m:mcs>
                                                          <m:ctrlPr>
                                                            <a:rPr lang="en-US" sz="2800" b="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mPr>
                                                        <m:mr>
                                                          <m:e>
                                                            <m:r>
                                                              <m:rPr>
                                                                <m:brk m:alnAt="7"/>
                                                              </m:rPr>
                                                              <a:rPr lang="en-US" sz="2800" b="0" i="1" smtClean="0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1</m:t>
                                                            </m:r>
                                                          </m:e>
                                                          <m:e>
                                                            <m:r>
                                                              <a:rPr lang="en-US" sz="2800" b="0" i="1" smtClean="0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0</m:t>
                                                            </m:r>
                                                          </m:e>
                                                        </m:mr>
                                                      </m:m>
                                                    </m:e>
                                                  </m:mr>
                                                </m:m>
                                              </m:e>
                                            </m:mr>
                                          </m:m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endParaRPr lang="en-US" sz="2800"/>
              </a:p>
            </p:txBody>
          </p:sp>
        </mc:Choice>
        <mc:Fallback xmlns="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3961FF2A-339E-4130-99E5-2040BD92DC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5625"/>
                <a:ext cx="4178105" cy="2879122"/>
              </a:xfrm>
              <a:prstGeom prst="rect">
                <a:avLst/>
              </a:prstGeom>
              <a:blipFill>
                <a:blip r:embed="rId4"/>
                <a:stretch>
                  <a:fillRect l="-3066" t="-1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Hộp Văn bản 9">
                <a:extLst>
                  <a:ext uri="{FF2B5EF4-FFF2-40B4-BE49-F238E27FC236}">
                    <a16:creationId xmlns:a16="http://schemas.microsoft.com/office/drawing/2014/main" id="{D01E12B2-49AB-428F-A583-FA5DC40262DC}"/>
                  </a:ext>
                </a:extLst>
              </p:cNvPr>
              <p:cNvSpPr txBox="1"/>
              <p:nvPr/>
            </p:nvSpPr>
            <p:spPr>
              <a:xfrm>
                <a:off x="838198" y="5689411"/>
                <a:ext cx="633749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/>
                  <a:t>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sz="2800" b="0" i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 = </m:t>
                        </m:r>
                        <m:r>
                          <m:rPr>
                            <m:nor/>
                          </m:rPr>
                          <a:rPr lang="en-US" sz="2800" smtClean="0"/>
                          <m:t>[</m:t>
                        </m:r>
                        <m:r>
                          <m:rPr>
                            <m:nor/>
                          </m:rPr>
                          <a:rPr lang="en-US" sz="2800" b="0" i="0" smtClean="0"/>
                          <m:t>0</m:t>
                        </m:r>
                        <m:r>
                          <m:rPr>
                            <m:nor/>
                          </m:rPr>
                          <a:rPr lang="en-US" sz="2800" smtClean="0"/>
                          <m:t>, </m:t>
                        </m:r>
                        <m:r>
                          <m:rPr>
                            <m:nor/>
                          </m:rPr>
                          <a:rPr lang="en-US" sz="2800" b="0" i="0" smtClean="0"/>
                          <m:t>0</m:t>
                        </m:r>
                        <m:r>
                          <m:rPr>
                            <m:nor/>
                          </m:rPr>
                          <a:rPr lang="en-US" sz="2800" smtClean="0"/>
                          <m:t>, 12, 5, </m:t>
                        </m:r>
                        <m:r>
                          <m:rPr>
                            <m:nor/>
                          </m:rPr>
                          <a:rPr lang="en-US" sz="2800" b="0" i="0" smtClean="0"/>
                          <m:t>1</m:t>
                        </m:r>
                        <m:r>
                          <m:rPr>
                            <m:nor/>
                          </m:rPr>
                          <a:rPr lang="en-US" sz="2800" smtClean="0"/>
                          <m:t>, </m:t>
                        </m:r>
                        <m:r>
                          <m:rPr>
                            <m:nor/>
                          </m:rPr>
                          <a:rPr lang="en-US" sz="2800" b="0" i="0" smtClean="0"/>
                          <m:t>9</m:t>
                        </m:r>
                        <m:r>
                          <m:rPr>
                            <m:nor/>
                          </m:rPr>
                          <a:rPr lang="en-US" sz="2800" smtClean="0"/>
                          <m:t>]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sz="2800"/>
              </a:p>
            </p:txBody>
          </p:sp>
        </mc:Choice>
        <mc:Fallback xmlns="">
          <p:sp>
            <p:nvSpPr>
              <p:cNvPr id="10" name="Hộp Văn bản 9">
                <a:extLst>
                  <a:ext uri="{FF2B5EF4-FFF2-40B4-BE49-F238E27FC236}">
                    <a16:creationId xmlns:a16="http://schemas.microsoft.com/office/drawing/2014/main" id="{D01E12B2-49AB-428F-A583-FA5DC40262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8" y="5689411"/>
                <a:ext cx="6337497" cy="523220"/>
              </a:xfrm>
              <a:prstGeom prst="rect">
                <a:avLst/>
              </a:prstGeom>
              <a:blipFill>
                <a:blip r:embed="rId5"/>
                <a:stretch>
                  <a:fillRect l="-1923" t="-104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2559A6E9-FB34-4903-BE38-6073882C5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BBA0F-ED8F-4A6E-AA06-FEAFBF3D52E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280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1612F00-E5D1-41F8-B014-EE0C41431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Classical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3961FF2A-339E-4130-99E5-2040BD92DC3A}"/>
                  </a:ext>
                </a:extLst>
              </p:cNvPr>
              <p:cNvSpPr txBox="1"/>
              <p:nvPr/>
            </p:nvSpPr>
            <p:spPr>
              <a:xfrm>
                <a:off x="838200" y="1825625"/>
                <a:ext cx="10041835" cy="27646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/>
                  <a:t>Note that the marbles must be in somewhere so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/>
                  <a:t> is a unita:</a:t>
                </a:r>
              </a:p>
              <a:p>
                <a:endParaRPr lang="en-US" sz="2800"/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nary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k</m:t>
                        </m:r>
                      </m:sup>
                    </m:sSup>
                  </m:oMath>
                </a14:m>
                <a:r>
                  <a:rPr lang="en-US" sz="2800"/>
                  <a:t> is still a unita</a:t>
                </a:r>
              </a:p>
              <a:p>
                <a:endParaRPr lang="en-US" sz="280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2800"/>
              </a:p>
            </p:txBody>
          </p:sp>
        </mc:Choice>
        <mc:Fallback xmlns="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3961FF2A-339E-4130-99E5-2040BD92DC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5625"/>
                <a:ext cx="10041835" cy="2764668"/>
              </a:xfrm>
              <a:prstGeom prst="rect">
                <a:avLst/>
              </a:prstGeom>
              <a:blipFill>
                <a:blip r:embed="rId2"/>
                <a:stretch>
                  <a:fillRect l="-1275" t="-198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2559A6E9-FB34-4903-BE38-6073882C5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BBA0F-ED8F-4A6E-AA06-FEAFBF3D52E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499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Hình ảnh 8" descr="Ảnh có chứa văn bản, ảnh chụp màn hình, màn hình&#10;&#10;Mô tả được tạo tự động">
            <a:extLst>
              <a:ext uri="{FF2B5EF4-FFF2-40B4-BE49-F238E27FC236}">
                <a16:creationId xmlns:a16="http://schemas.microsoft.com/office/drawing/2014/main" id="{3B8D859F-5CFE-4E1F-9979-8056577C504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217" t="20390" r="30544" b="17024"/>
          <a:stretch/>
        </p:blipFill>
        <p:spPr>
          <a:xfrm>
            <a:off x="7275444" y="539352"/>
            <a:ext cx="4784035" cy="4290100"/>
          </a:xfrm>
          <a:prstGeom prst="rect">
            <a:avLst/>
          </a:prstGeom>
        </p:spPr>
      </p:pic>
      <p:sp>
        <p:nvSpPr>
          <p:cNvPr id="2" name="Tiêu đề 1">
            <a:extLst>
              <a:ext uri="{FF2B5EF4-FFF2-40B4-BE49-F238E27FC236}">
                <a16:creationId xmlns:a16="http://schemas.microsoft.com/office/drawing/2014/main" id="{91612F00-E5D1-41F8-B014-EE0C41431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Dynamic / Markov (Single marble)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Hộp Văn bản 4">
                <a:extLst>
                  <a:ext uri="{FF2B5EF4-FFF2-40B4-BE49-F238E27FC236}">
                    <a16:creationId xmlns:a16="http://schemas.microsoft.com/office/drawing/2014/main" id="{DB998685-8E9B-403A-8FA0-9F03BF6E270E}"/>
                  </a:ext>
                </a:extLst>
              </p:cNvPr>
              <p:cNvSpPr txBox="1"/>
              <p:nvPr/>
            </p:nvSpPr>
            <p:spPr>
              <a:xfrm>
                <a:off x="5854503" y="5215713"/>
                <a:ext cx="633749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/>
                  <a:t>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800" smtClean="0"/>
                          <m:t>[</m:t>
                        </m:r>
                        <m:r>
                          <m:rPr>
                            <m:nor/>
                          </m:rPr>
                          <a:rPr lang="en-US" sz="2800" b="0" i="0" smtClean="0"/>
                          <m:t>1/6, 1/6, 2/3</m:t>
                        </m:r>
                        <m:r>
                          <m:rPr>
                            <m:nor/>
                          </m:rPr>
                          <a:rPr lang="en-US" sz="2800" smtClean="0"/>
                          <m:t>]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sz="2800"/>
              </a:p>
            </p:txBody>
          </p:sp>
        </mc:Choice>
        <mc:Fallback xmlns="">
          <p:sp>
            <p:nvSpPr>
              <p:cNvPr id="5" name="Hộp Văn bản 4">
                <a:extLst>
                  <a:ext uri="{FF2B5EF4-FFF2-40B4-BE49-F238E27FC236}">
                    <a16:creationId xmlns:a16="http://schemas.microsoft.com/office/drawing/2014/main" id="{DB998685-8E9B-403A-8FA0-9F03BF6E27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4503" y="5215713"/>
                <a:ext cx="6337497" cy="523220"/>
              </a:xfrm>
              <a:prstGeom prst="rect">
                <a:avLst/>
              </a:prstGeom>
              <a:blipFill>
                <a:blip r:embed="rId3"/>
                <a:stretch>
                  <a:fillRect l="-1923" t="-11765" b="-34118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3961FF2A-339E-4130-99E5-2040BD92DC3A}"/>
                  </a:ext>
                </a:extLst>
              </p:cNvPr>
              <p:cNvSpPr txBox="1"/>
              <p:nvPr/>
            </p:nvSpPr>
            <p:spPr>
              <a:xfrm>
                <a:off x="838200" y="1825625"/>
                <a:ext cx="4784035" cy="48731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/>
                  <a:t>Action / Operator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1/6</m:t>
                              </m:r>
                            </m:e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5/6</m:t>
                              </m:r>
                            </m:e>
                          </m:mr>
                          <m:m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1/3</m:t>
                              </m:r>
                            </m:e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1/2</m:t>
                              </m:r>
                            </m:e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1/6</m:t>
                              </m:r>
                            </m:e>
                          </m:mr>
                          <m:m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2/3</m:t>
                              </m:r>
                            </m:e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1/3</m:t>
                              </m:r>
                            </m:e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800"/>
              </a:p>
              <a:p>
                <a:r>
                  <a:rPr lang="en-US" sz="2800"/>
                  <a:t>is a double stochastic matrix</a:t>
                </a:r>
              </a:p>
              <a:p>
                <a:r>
                  <a:rPr lang="en-US" sz="2800"/>
                  <a:t>In this system, the marble is always in motion but it must be in somewhere.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=1,</m:t>
                          </m:r>
                          <m:nary>
                            <m:naryPr>
                              <m:chr m:val="∑"/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d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=1 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sz="2800"/>
              </a:p>
            </p:txBody>
          </p:sp>
        </mc:Choice>
        <mc:Fallback xmlns="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3961FF2A-339E-4130-99E5-2040BD92DC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5625"/>
                <a:ext cx="4784035" cy="4873194"/>
              </a:xfrm>
              <a:prstGeom prst="rect">
                <a:avLst/>
              </a:prstGeom>
              <a:blipFill>
                <a:blip r:embed="rId4"/>
                <a:stretch>
                  <a:fillRect l="-2679" t="-1125" r="-357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Hộp Văn bản 9">
                <a:extLst>
                  <a:ext uri="{FF2B5EF4-FFF2-40B4-BE49-F238E27FC236}">
                    <a16:creationId xmlns:a16="http://schemas.microsoft.com/office/drawing/2014/main" id="{D01E12B2-49AB-428F-A583-FA5DC40262DC}"/>
                  </a:ext>
                </a:extLst>
              </p:cNvPr>
              <p:cNvSpPr txBox="1"/>
              <p:nvPr/>
            </p:nvSpPr>
            <p:spPr>
              <a:xfrm>
                <a:off x="5854503" y="5969655"/>
                <a:ext cx="633749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/>
                  <a:t>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sz="2800" b="0" i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 = </m:t>
                        </m:r>
                        <m:r>
                          <m:rPr>
                            <m:nor/>
                          </m:rPr>
                          <a:rPr lang="en-US" sz="2800" smtClean="0"/>
                          <m:t>[</m:t>
                        </m:r>
                        <m:r>
                          <m:rPr>
                            <m:nor/>
                          </m:rPr>
                          <a:rPr lang="en-US" sz="2800" b="0" smtClean="0"/>
                          <m:t>21/36</m:t>
                        </m:r>
                        <m:r>
                          <m:rPr>
                            <m:nor/>
                          </m:rPr>
                          <a:rPr lang="en-US" sz="2800" b="0" i="0" smtClean="0"/>
                          <m:t>, 9/36, 6/36</m:t>
                        </m:r>
                        <m:r>
                          <m:rPr>
                            <m:nor/>
                          </m:rPr>
                          <a:rPr lang="en-US" sz="2800" smtClean="0"/>
                          <m:t>]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sz="2800"/>
              </a:p>
            </p:txBody>
          </p:sp>
        </mc:Choice>
        <mc:Fallback xmlns="">
          <p:sp>
            <p:nvSpPr>
              <p:cNvPr id="10" name="Hộp Văn bản 9">
                <a:extLst>
                  <a:ext uri="{FF2B5EF4-FFF2-40B4-BE49-F238E27FC236}">
                    <a16:creationId xmlns:a16="http://schemas.microsoft.com/office/drawing/2014/main" id="{D01E12B2-49AB-428F-A583-FA5DC40262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4503" y="5969655"/>
                <a:ext cx="6337497" cy="523220"/>
              </a:xfrm>
              <a:prstGeom prst="rect">
                <a:avLst/>
              </a:prstGeom>
              <a:blipFill>
                <a:blip r:embed="rId5"/>
                <a:stretch>
                  <a:fillRect l="-1923" t="-10465" b="-32558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hỗ dành sẵn cho Số hiệu Bản chiếu 2">
            <a:extLst>
              <a:ext uri="{FF2B5EF4-FFF2-40B4-BE49-F238E27FC236}">
                <a16:creationId xmlns:a16="http://schemas.microsoft.com/office/drawing/2014/main" id="{8FE37E3E-45A2-4296-857A-EE30B3AF7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BBA0F-ED8F-4A6E-AA06-FEAFBF3D52E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921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Hình ảnh 2">
            <a:extLst>
              <a:ext uri="{FF2B5EF4-FFF2-40B4-BE49-F238E27FC236}">
                <a16:creationId xmlns:a16="http://schemas.microsoft.com/office/drawing/2014/main" id="{69695615-3102-456C-A2D3-FF191F96CF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2592" y="768405"/>
            <a:ext cx="4912075" cy="4268048"/>
          </a:xfrm>
          <a:prstGeom prst="rect">
            <a:avLst/>
          </a:prstGeom>
        </p:spPr>
      </p:pic>
      <p:sp>
        <p:nvSpPr>
          <p:cNvPr id="2" name="Tiêu đề 1">
            <a:extLst>
              <a:ext uri="{FF2B5EF4-FFF2-40B4-BE49-F238E27FC236}">
                <a16:creationId xmlns:a16="http://schemas.microsoft.com/office/drawing/2014/main" id="{91612F00-E5D1-41F8-B014-EE0C41431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Markov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Hộp Văn bản 4">
                <a:extLst>
                  <a:ext uri="{FF2B5EF4-FFF2-40B4-BE49-F238E27FC236}">
                    <a16:creationId xmlns:a16="http://schemas.microsoft.com/office/drawing/2014/main" id="{DB998685-8E9B-403A-8FA0-9F03BF6E270E}"/>
                  </a:ext>
                </a:extLst>
              </p:cNvPr>
              <p:cNvSpPr txBox="1"/>
              <p:nvPr/>
            </p:nvSpPr>
            <p:spPr>
              <a:xfrm>
                <a:off x="838200" y="3909343"/>
                <a:ext cx="633749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/>
                  <a:t>State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2800"/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800" smtClean="0"/>
                          <m:t>[</m:t>
                        </m:r>
                        <m:r>
                          <m:rPr>
                            <m:nor/>
                          </m:rPr>
                          <a:rPr lang="en-US" sz="2800" b="0" i="0" smtClean="0"/>
                          <m:t>1/3, 0, 2/3</m:t>
                        </m:r>
                        <m:r>
                          <m:rPr>
                            <m:nor/>
                          </m:rPr>
                          <a:rPr lang="en-US" sz="2800" smtClean="0"/>
                          <m:t>]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sz="2800"/>
              </a:p>
            </p:txBody>
          </p:sp>
        </mc:Choice>
        <mc:Fallback xmlns="">
          <p:sp>
            <p:nvSpPr>
              <p:cNvPr id="5" name="Hộp Văn bản 4">
                <a:extLst>
                  <a:ext uri="{FF2B5EF4-FFF2-40B4-BE49-F238E27FC236}">
                    <a16:creationId xmlns:a16="http://schemas.microsoft.com/office/drawing/2014/main" id="{DB998685-8E9B-403A-8FA0-9F03BF6E27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909343"/>
                <a:ext cx="6337497" cy="523220"/>
              </a:xfrm>
              <a:prstGeom prst="rect">
                <a:avLst/>
              </a:prstGeom>
              <a:blipFill>
                <a:blip r:embed="rId3"/>
                <a:stretch>
                  <a:fillRect l="-2021" t="-10465" b="-32558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3961FF2A-339E-4130-99E5-2040BD92DC3A}"/>
                  </a:ext>
                </a:extLst>
              </p:cNvPr>
              <p:cNvSpPr txBox="1"/>
              <p:nvPr/>
            </p:nvSpPr>
            <p:spPr>
              <a:xfrm>
                <a:off x="838200" y="1825625"/>
                <a:ext cx="4178105" cy="18926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/>
                  <a:t>Action / Operator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 smtClean="0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1/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1/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1/2</m:t>
                              </m:r>
                            </m:e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1/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1/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800"/>
              </a:p>
            </p:txBody>
          </p:sp>
        </mc:Choice>
        <mc:Fallback xmlns="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3961FF2A-339E-4130-99E5-2040BD92DC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5625"/>
                <a:ext cx="4178105" cy="1892698"/>
              </a:xfrm>
              <a:prstGeom prst="rect">
                <a:avLst/>
              </a:prstGeom>
              <a:blipFill>
                <a:blip r:embed="rId4"/>
                <a:stretch>
                  <a:fillRect l="-3066" t="-289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Hộp Văn bản 9">
                <a:extLst>
                  <a:ext uri="{FF2B5EF4-FFF2-40B4-BE49-F238E27FC236}">
                    <a16:creationId xmlns:a16="http://schemas.microsoft.com/office/drawing/2014/main" id="{D01E12B2-49AB-428F-A583-FA5DC40262DC}"/>
                  </a:ext>
                </a:extLst>
              </p:cNvPr>
              <p:cNvSpPr txBox="1"/>
              <p:nvPr/>
            </p:nvSpPr>
            <p:spPr>
              <a:xfrm>
                <a:off x="838200" y="4447302"/>
                <a:ext cx="6516759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𝑊𝑀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2800" smtClean="0"/>
                            <m:t>[</m:t>
                          </m:r>
                          <m:r>
                            <m:rPr>
                              <m:nor/>
                            </m:rPr>
                            <a:rPr lang="en-US" sz="2800" b="0" i="0" smtClean="0"/>
                            <m:t>4/9, 5/18, 5/18</m:t>
                          </m:r>
                          <m:r>
                            <m:rPr>
                              <m:nor/>
                            </m:rPr>
                            <a:rPr lang="en-US" sz="2800" smtClean="0"/>
                            <m:t>]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280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2800"/>
                  <a:t> looks like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+1→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800"/>
                  <a:t> transition</a:t>
                </a:r>
              </a:p>
            </p:txBody>
          </p:sp>
        </mc:Choice>
        <mc:Fallback xmlns="">
          <p:sp>
            <p:nvSpPr>
              <p:cNvPr id="10" name="Hộp Văn bản 9">
                <a:extLst>
                  <a:ext uri="{FF2B5EF4-FFF2-40B4-BE49-F238E27FC236}">
                    <a16:creationId xmlns:a16="http://schemas.microsoft.com/office/drawing/2014/main" id="{D01E12B2-49AB-428F-A583-FA5DC40262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447302"/>
                <a:ext cx="6516759" cy="954107"/>
              </a:xfrm>
              <a:prstGeom prst="rect">
                <a:avLst/>
              </a:prstGeom>
              <a:blipFill>
                <a:blip r:embed="rId5"/>
                <a:stretch>
                  <a:fillRect b="-17949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Hộp Văn bản 13">
                <a:extLst>
                  <a:ext uri="{FF2B5EF4-FFF2-40B4-BE49-F238E27FC236}">
                    <a16:creationId xmlns:a16="http://schemas.microsoft.com/office/drawing/2014/main" id="{B3F6662D-9518-4238-812A-82F702F7B28B}"/>
                  </a:ext>
                </a:extLst>
              </p:cNvPr>
              <p:cNvSpPr txBox="1"/>
              <p:nvPr/>
            </p:nvSpPr>
            <p:spPr>
              <a:xfrm>
                <a:off x="7566991" y="5485290"/>
                <a:ext cx="274320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3600"/>
              </a:p>
            </p:txBody>
          </p:sp>
        </mc:Choice>
        <mc:Fallback xmlns="">
          <p:sp>
            <p:nvSpPr>
              <p:cNvPr id="14" name="Hộp Văn bản 13">
                <a:extLst>
                  <a:ext uri="{FF2B5EF4-FFF2-40B4-BE49-F238E27FC236}">
                    <a16:creationId xmlns:a16="http://schemas.microsoft.com/office/drawing/2014/main" id="{B3F6662D-9518-4238-812A-82F702F7B2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6991" y="5485290"/>
                <a:ext cx="2743200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Chỗ dành sẵn cho Số hiệu Bản chiếu 14">
            <a:extLst>
              <a:ext uri="{FF2B5EF4-FFF2-40B4-BE49-F238E27FC236}">
                <a16:creationId xmlns:a16="http://schemas.microsoft.com/office/drawing/2014/main" id="{02A4F0F1-8206-4F48-883A-CB9E586C3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BBA0F-ED8F-4A6E-AA06-FEAFBF3D52EE}" type="slidenum">
              <a:rPr lang="en-US" smtClean="0"/>
              <a:t>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Hộp Văn bản 17">
                <a:extLst>
                  <a:ext uri="{FF2B5EF4-FFF2-40B4-BE49-F238E27FC236}">
                    <a16:creationId xmlns:a16="http://schemas.microsoft.com/office/drawing/2014/main" id="{37DD4AE5-E456-4086-9A73-EF012F3C2C98}"/>
                  </a:ext>
                </a:extLst>
              </p:cNvPr>
              <p:cNvSpPr txBox="1"/>
              <p:nvPr/>
            </p:nvSpPr>
            <p:spPr>
              <a:xfrm>
                <a:off x="838200" y="5463397"/>
                <a:ext cx="6467060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𝑊𝑀</m:t>
                              </m:r>
                            </m:e>
                          </m:d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2800"/>
              </a:p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⇒ </m:t>
                    </m:r>
                  </m:oMath>
                </a14:m>
                <a:r>
                  <a:rPr lang="en-US" sz="2800"/>
                  <a:t>Time symmetry</a:t>
                </a:r>
              </a:p>
            </p:txBody>
          </p:sp>
        </mc:Choice>
        <mc:Fallback xmlns="">
          <p:sp>
            <p:nvSpPr>
              <p:cNvPr id="18" name="Hộp Văn bản 17">
                <a:extLst>
                  <a:ext uri="{FF2B5EF4-FFF2-40B4-BE49-F238E27FC236}">
                    <a16:creationId xmlns:a16="http://schemas.microsoft.com/office/drawing/2014/main" id="{37DD4AE5-E456-4086-9A73-EF012F3C2C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463397"/>
                <a:ext cx="6467060" cy="954107"/>
              </a:xfrm>
              <a:prstGeom prst="rect">
                <a:avLst/>
              </a:prstGeom>
              <a:blipFill>
                <a:blip r:embed="rId7"/>
                <a:stretch>
                  <a:fillRect b="-1719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360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1612F00-E5D1-41F8-B014-EE0C41431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</a:t>
            </a:r>
            <a:r>
              <a:rPr lang="en-US" dirty="0"/>
              <a:t>. Dynamic</a:t>
            </a:r>
          </a:p>
        </p:txBody>
      </p:sp>
      <p:sp>
        <p:nvSpPr>
          <p:cNvPr id="15" name="Chỗ dành sẵn cho Số hiệu Bản chiếu 14">
            <a:extLst>
              <a:ext uri="{FF2B5EF4-FFF2-40B4-BE49-F238E27FC236}">
                <a16:creationId xmlns:a16="http://schemas.microsoft.com/office/drawing/2014/main" id="{02A4F0F1-8206-4F48-883A-CB9E586C3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BBA0F-ED8F-4A6E-AA06-FEAFBF3D52EE}" type="slidenum">
              <a:rPr lang="en-US" smtClean="0"/>
              <a:t>6</a:t>
            </a:fld>
            <a:endParaRPr lang="en-US"/>
          </a:p>
        </p:txBody>
      </p:sp>
      <p:pic>
        <p:nvPicPr>
          <p:cNvPr id="4" name="Hình ảnh 3">
            <a:extLst>
              <a:ext uri="{FF2B5EF4-FFF2-40B4-BE49-F238E27FC236}">
                <a16:creationId xmlns:a16="http://schemas.microsoft.com/office/drawing/2014/main" id="{264FD667-4969-41D9-BD47-08B5BAD68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50502"/>
            <a:ext cx="5089347" cy="217204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Hộp Văn bản 15">
                <a:extLst>
                  <a:ext uri="{FF2B5EF4-FFF2-40B4-BE49-F238E27FC236}">
                    <a16:creationId xmlns:a16="http://schemas.microsoft.com/office/drawing/2014/main" id="{AD5CEF45-8CB0-4A71-BACA-63353325AB9F}"/>
                  </a:ext>
                </a:extLst>
              </p:cNvPr>
              <p:cNvSpPr txBox="1"/>
              <p:nvPr/>
            </p:nvSpPr>
            <p:spPr>
              <a:xfrm>
                <a:off x="940904" y="1489216"/>
                <a:ext cx="524786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 xmlns="">
          <p:sp>
            <p:nvSpPr>
              <p:cNvPr id="16" name="Hộp Văn bản 15">
                <a:extLst>
                  <a:ext uri="{FF2B5EF4-FFF2-40B4-BE49-F238E27FC236}">
                    <a16:creationId xmlns:a16="http://schemas.microsoft.com/office/drawing/2014/main" id="{AD5CEF45-8CB0-4A71-BACA-63353325AB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904" y="1489216"/>
                <a:ext cx="5247862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Hình ảnh 10">
            <a:extLst>
              <a:ext uri="{FF2B5EF4-FFF2-40B4-BE49-F238E27FC236}">
                <a16:creationId xmlns:a16="http://schemas.microsoft.com/office/drawing/2014/main" id="{2D2A6DCC-6BF1-45E8-8A9D-8D462539F0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7547" y="670613"/>
            <a:ext cx="6163901" cy="3551938"/>
          </a:xfrm>
          <a:prstGeom prst="rect">
            <a:avLst/>
          </a:prstGeom>
        </p:spPr>
      </p:pic>
      <p:cxnSp>
        <p:nvCxnSpPr>
          <p:cNvPr id="17" name="Đường kết nối Mũi tên Thẳng 16">
            <a:extLst>
              <a:ext uri="{FF2B5EF4-FFF2-40B4-BE49-F238E27FC236}">
                <a16:creationId xmlns:a16="http://schemas.microsoft.com/office/drawing/2014/main" id="{833FC2CE-830A-45D8-AFAC-E3B94F21AB75}"/>
              </a:ext>
            </a:extLst>
          </p:cNvPr>
          <p:cNvCxnSpPr/>
          <p:nvPr/>
        </p:nvCxnSpPr>
        <p:spPr>
          <a:xfrm>
            <a:off x="4240695" y="5347253"/>
            <a:ext cx="0" cy="70236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Đường kết nối Mũi tên Thẳng 18">
            <a:extLst>
              <a:ext uri="{FF2B5EF4-FFF2-40B4-BE49-F238E27FC236}">
                <a16:creationId xmlns:a16="http://schemas.microsoft.com/office/drawing/2014/main" id="{89E3A99D-3A7B-476D-AA40-C57B4ABE195C}"/>
              </a:ext>
            </a:extLst>
          </p:cNvPr>
          <p:cNvCxnSpPr>
            <a:cxnSpLocks/>
          </p:cNvCxnSpPr>
          <p:nvPr/>
        </p:nvCxnSpPr>
        <p:spPr>
          <a:xfrm>
            <a:off x="4240695" y="6049618"/>
            <a:ext cx="69573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Hộp Văn bản 20">
            <a:extLst>
              <a:ext uri="{FF2B5EF4-FFF2-40B4-BE49-F238E27FC236}">
                <a16:creationId xmlns:a16="http://schemas.microsoft.com/office/drawing/2014/main" id="{C22147C6-8D12-4507-A6FA-0F9B7F76E7F2}"/>
              </a:ext>
            </a:extLst>
          </p:cNvPr>
          <p:cNvSpPr txBox="1"/>
          <p:nvPr/>
        </p:nvSpPr>
        <p:spPr>
          <a:xfrm>
            <a:off x="3783496" y="4765238"/>
            <a:ext cx="1152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[0, 0]</a:t>
            </a:r>
          </a:p>
        </p:txBody>
      </p:sp>
      <p:sp>
        <p:nvSpPr>
          <p:cNvPr id="23" name="Hộp Văn bản 22">
            <a:extLst>
              <a:ext uri="{FF2B5EF4-FFF2-40B4-BE49-F238E27FC236}">
                <a16:creationId xmlns:a16="http://schemas.microsoft.com/office/drawing/2014/main" id="{C857058B-C6BA-4D6E-BD3B-C5042308A295}"/>
              </a:ext>
            </a:extLst>
          </p:cNvPr>
          <p:cNvSpPr txBox="1"/>
          <p:nvPr/>
        </p:nvSpPr>
        <p:spPr>
          <a:xfrm>
            <a:off x="4479235" y="6125517"/>
            <a:ext cx="1152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[1, 1]</a:t>
            </a:r>
          </a:p>
        </p:txBody>
      </p:sp>
      <p:sp>
        <p:nvSpPr>
          <p:cNvPr id="25" name="Hộp Văn bản 24">
            <a:extLst>
              <a:ext uri="{FF2B5EF4-FFF2-40B4-BE49-F238E27FC236}">
                <a16:creationId xmlns:a16="http://schemas.microsoft.com/office/drawing/2014/main" id="{EB551B33-42C0-4EEA-A607-31CF75553DD6}"/>
              </a:ext>
            </a:extLst>
          </p:cNvPr>
          <p:cNvSpPr txBox="1"/>
          <p:nvPr/>
        </p:nvSpPr>
        <p:spPr>
          <a:xfrm>
            <a:off x="3783496" y="6125517"/>
            <a:ext cx="1152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[1, 0]</a:t>
            </a:r>
          </a:p>
        </p:txBody>
      </p:sp>
    </p:spTree>
    <p:extLst>
      <p:ext uri="{BB962C8B-B14F-4D97-AF65-F5344CB8AC3E}">
        <p14:creationId xmlns:p14="http://schemas.microsoft.com/office/powerpoint/2010/main" val="2465798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Hình ảnh 8" descr="Ảnh có chứa văn bản, ảnh chụp màn hình, màn hình&#10;&#10;Mô tả được tạo tự động">
            <a:extLst>
              <a:ext uri="{FF2B5EF4-FFF2-40B4-BE49-F238E27FC236}">
                <a16:creationId xmlns:a16="http://schemas.microsoft.com/office/drawing/2014/main" id="{B8CA2B05-DFB1-4787-A05F-4D89BBBA12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239" t="38350" r="34348" b="12935"/>
          <a:stretch/>
        </p:blipFill>
        <p:spPr>
          <a:xfrm>
            <a:off x="7175695" y="365125"/>
            <a:ext cx="4439479" cy="3339312"/>
          </a:xfrm>
          <a:prstGeom prst="rect">
            <a:avLst/>
          </a:prstGeom>
        </p:spPr>
      </p:pic>
      <p:sp>
        <p:nvSpPr>
          <p:cNvPr id="2" name="Tiêu đề 1">
            <a:extLst>
              <a:ext uri="{FF2B5EF4-FFF2-40B4-BE49-F238E27FC236}">
                <a16:creationId xmlns:a16="http://schemas.microsoft.com/office/drawing/2014/main" id="{91612F00-E5D1-41F8-B014-EE0C41431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</a:t>
            </a:r>
            <a:r>
              <a:rPr lang="en-US" dirty="0"/>
              <a:t>Quantum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Hộp Văn bản 4">
                <a:extLst>
                  <a:ext uri="{FF2B5EF4-FFF2-40B4-BE49-F238E27FC236}">
                    <a16:creationId xmlns:a16="http://schemas.microsoft.com/office/drawing/2014/main" id="{DB998685-8E9B-403A-8FA0-9F03BF6E270E}"/>
                  </a:ext>
                </a:extLst>
              </p:cNvPr>
              <p:cNvSpPr txBox="1"/>
              <p:nvPr/>
            </p:nvSpPr>
            <p:spPr>
              <a:xfrm>
                <a:off x="838198" y="4712491"/>
                <a:ext cx="6337497" cy="969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/>
                  <a:t>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800" smtClean="0"/>
                          <m:t>[</m:t>
                        </m:r>
                        <m:f>
                          <m:f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nor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, </m:t>
                        </m:r>
                        <m:f>
                          <m:f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nor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, </m:t>
                        </m:r>
                        <m:rad>
                          <m:radPr>
                            <m:degHide m:val="on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den>
                            </m:f>
                          </m:e>
                        </m:rad>
                        <m:r>
                          <m:rPr>
                            <m:nor/>
                          </m:rPr>
                          <a:rPr lang="en-US" sz="2800"/>
                          <m:t>]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sz="2800"/>
              </a:p>
            </p:txBody>
          </p:sp>
        </mc:Choice>
        <mc:Fallback xmlns="">
          <p:sp>
            <p:nvSpPr>
              <p:cNvPr id="5" name="Hộp Văn bản 4">
                <a:extLst>
                  <a:ext uri="{FF2B5EF4-FFF2-40B4-BE49-F238E27FC236}">
                    <a16:creationId xmlns:a16="http://schemas.microsoft.com/office/drawing/2014/main" id="{DB998685-8E9B-403A-8FA0-9F03BF6E27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8" y="4712491"/>
                <a:ext cx="6337497" cy="969176"/>
              </a:xfrm>
              <a:prstGeom prst="rect">
                <a:avLst/>
              </a:prstGeom>
              <a:blipFill>
                <a:blip r:embed="rId3"/>
                <a:stretch>
                  <a:fillRect l="-1923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3961FF2A-339E-4130-99E5-2040BD92DC3A}"/>
                  </a:ext>
                </a:extLst>
              </p:cNvPr>
              <p:cNvSpPr txBox="1"/>
              <p:nvPr/>
            </p:nvSpPr>
            <p:spPr>
              <a:xfrm>
                <a:off x="838200" y="1825625"/>
                <a:ext cx="4178105" cy="22670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/>
                  <a:t>Action / Operator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</m:den>
                              </m:f>
                            </m:e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</m:den>
                              </m:f>
                            </m:e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800"/>
              </a:p>
            </p:txBody>
          </p:sp>
        </mc:Choice>
        <mc:Fallback xmlns="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3961FF2A-339E-4130-99E5-2040BD92DC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5625"/>
                <a:ext cx="4178105" cy="2267095"/>
              </a:xfrm>
              <a:prstGeom prst="rect">
                <a:avLst/>
              </a:prstGeom>
              <a:blipFill>
                <a:blip r:embed="rId4"/>
                <a:stretch>
                  <a:fillRect l="-3066" t="-2419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Hộp Văn bản 9">
                <a:extLst>
                  <a:ext uri="{FF2B5EF4-FFF2-40B4-BE49-F238E27FC236}">
                    <a16:creationId xmlns:a16="http://schemas.microsoft.com/office/drawing/2014/main" id="{D01E12B2-49AB-428F-A583-FA5DC40262DC}"/>
                  </a:ext>
                </a:extLst>
              </p:cNvPr>
              <p:cNvSpPr txBox="1"/>
              <p:nvPr/>
            </p:nvSpPr>
            <p:spPr>
              <a:xfrm>
                <a:off x="838198" y="5689411"/>
                <a:ext cx="6337497" cy="969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/>
                  <a:t>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sz="2800" b="0" i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 = </m:t>
                        </m:r>
                        <m:r>
                          <m:rPr>
                            <m:nor/>
                          </m:rPr>
                          <a:rPr lang="en-US" sz="2800" smtClean="0"/>
                          <m:t>[</m:t>
                        </m:r>
                        <m:f>
                          <m:fPr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5+2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30</m:t>
                                </m:r>
                              </m:e>
                            </m:rad>
                          </m:den>
                        </m:f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−2−</m:t>
                            </m:r>
                            <m:rad>
                              <m:radPr>
                                <m:degHide m:val="on"/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30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nor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ad>
                          <m:radPr>
                            <m:degHide m:val="on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rad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nor/>
                          </m:rPr>
                          <a:rPr lang="en-US" sz="2800" smtClean="0"/>
                          <m:t>]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sz="2800"/>
              </a:p>
            </p:txBody>
          </p:sp>
        </mc:Choice>
        <mc:Fallback xmlns="">
          <p:sp>
            <p:nvSpPr>
              <p:cNvPr id="10" name="Hộp Văn bản 9">
                <a:extLst>
                  <a:ext uri="{FF2B5EF4-FFF2-40B4-BE49-F238E27FC236}">
                    <a16:creationId xmlns:a16="http://schemas.microsoft.com/office/drawing/2014/main" id="{D01E12B2-49AB-428F-A583-FA5DC40262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8" y="5689411"/>
                <a:ext cx="6337497" cy="969176"/>
              </a:xfrm>
              <a:prstGeom prst="rect">
                <a:avLst/>
              </a:prstGeom>
              <a:blipFill>
                <a:blip r:embed="rId5"/>
                <a:stretch>
                  <a:fillRect l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1A224F97-AE49-45FE-B782-EC5FC5292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BBA0F-ED8F-4A6E-AA06-FEAFBF3D52EE}" type="slidenum">
              <a:rPr lang="en-US" smtClean="0"/>
              <a:t>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Hộp Văn bản 10">
                <a:extLst>
                  <a:ext uri="{FF2B5EF4-FFF2-40B4-BE49-F238E27FC236}">
                    <a16:creationId xmlns:a16="http://schemas.microsoft.com/office/drawing/2014/main" id="{20BF2D94-9ED4-419A-8186-318551FD389C}"/>
                  </a:ext>
                </a:extLst>
              </p:cNvPr>
              <p:cNvSpPr txBox="1"/>
              <p:nvPr/>
            </p:nvSpPr>
            <p:spPr>
              <a:xfrm>
                <a:off x="838198" y="3556104"/>
                <a:ext cx="9551506" cy="12713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b="0" i="0">
                    <a:latin typeface="Calibri (Thân)"/>
                  </a:rPr>
                  <a:t>is a unita matrix. Note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</m:d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1/2</m:t>
                              </m:r>
                            </m:e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1/2</m:t>
                              </m:r>
                            </m:e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e>
                            <m:e>
                              <m: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e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800"/>
              </a:p>
            </p:txBody>
          </p:sp>
        </mc:Choice>
        <mc:Fallback xmlns="">
          <p:sp>
            <p:nvSpPr>
              <p:cNvPr id="11" name="Hộp Văn bản 10">
                <a:extLst>
                  <a:ext uri="{FF2B5EF4-FFF2-40B4-BE49-F238E27FC236}">
                    <a16:creationId xmlns:a16="http://schemas.microsoft.com/office/drawing/2014/main" id="{20BF2D94-9ED4-419A-8186-318551FD38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8" y="3556104"/>
                <a:ext cx="9551506" cy="127137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5983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F34BCC0C-E703-453B-BEB3-1A82E6C3E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/>
              <a:t>Quantum Turing machine</a:t>
            </a:r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3120C530-49EC-47A3-BE7D-673AA673C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F7CBD-B9A5-4D53-9D65-FFCCF7EF1299}" type="slidenum">
              <a:rPr lang="vi-VN" smtClean="0"/>
              <a:t>8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51857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1612F00-E5D1-41F8-B014-EE0C41431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Time </a:t>
            </a:r>
            <a:r>
              <a:rPr lang="en-US" dirty="0"/>
              <a:t>/ space complexity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20D0CDB7-408E-4087-97A3-9FD1143A2D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9754772" cy="52322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Consider Turing machine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20D0CDB7-408E-4087-97A3-9FD1143A2D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9754772" cy="523220"/>
              </a:xfrm>
              <a:blipFill>
                <a:blip r:embed="rId3"/>
                <a:stretch>
                  <a:fillRect l="-1313" t="-18605" b="-244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E90619BB-4FB3-4F47-A410-50BDAA28D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BBA0F-ED8F-4A6E-AA06-FEAFBF3D52EE}" type="slidenum">
              <a:rPr lang="en-US" smtClean="0"/>
              <a:t>9</a:t>
            </a:fld>
            <a:endParaRPr lang="en-US"/>
          </a:p>
        </p:txBody>
      </p:sp>
      <p:pic>
        <p:nvPicPr>
          <p:cNvPr id="1026" name="Picture 2" descr="Turing machines">
            <a:extLst>
              <a:ext uri="{FF2B5EF4-FFF2-40B4-BE49-F238E27FC236}">
                <a16:creationId xmlns:a16="http://schemas.microsoft.com/office/drawing/2014/main" id="{108BA71E-127A-40F0-A897-C7C49884728E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879725"/>
            <a:ext cx="6172200" cy="3476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C4E3B55F-134D-4A91-BA02-D1B27701B319}"/>
              </a:ext>
            </a:extLst>
          </p:cNvPr>
          <p:cNvSpPr txBox="1"/>
          <p:nvPr/>
        </p:nvSpPr>
        <p:spPr>
          <a:xfrm>
            <a:off x="7209182" y="5630444"/>
            <a:ext cx="834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Tape</a:t>
            </a:r>
            <a:endParaRPr lang="vi-VN"/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DC6DBF3B-2A05-4077-8D14-DF25886D277F}"/>
              </a:ext>
            </a:extLst>
          </p:cNvPr>
          <p:cNvSpPr txBox="1"/>
          <p:nvPr/>
        </p:nvSpPr>
        <p:spPr>
          <a:xfrm>
            <a:off x="3578088" y="2695059"/>
            <a:ext cx="1053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Reader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484413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1612F00-E5D1-41F8-B014-EE0C41431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Deterministic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20D0CDB7-408E-4087-97A3-9FD1143A2D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9754772" cy="523220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dirty="0"/>
                  <a:t>Deterministic Turing machine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𝑠𝑡𝑎𝑟𝑡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𝑟𝑒𝑗𝑒𝑐𝑡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𝑎𝑐𝑐𝑒𝑝𝑡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20D0CDB7-408E-4087-97A3-9FD1143A2D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9754772" cy="523220"/>
              </a:xfrm>
              <a:blipFill>
                <a:blip r:embed="rId3"/>
                <a:stretch>
                  <a:fillRect l="-1125" t="-15116" b="-186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Hộp Văn bản 3">
                <a:extLst>
                  <a:ext uri="{FF2B5EF4-FFF2-40B4-BE49-F238E27FC236}">
                    <a16:creationId xmlns:a16="http://schemas.microsoft.com/office/drawing/2014/main" id="{671477E4-3708-4A92-A28D-D61C54414C5C}"/>
                  </a:ext>
                </a:extLst>
              </p:cNvPr>
              <p:cNvSpPr txBox="1"/>
              <p:nvPr/>
            </p:nvSpPr>
            <p:spPr>
              <a:xfrm>
                <a:off x="838199" y="2350831"/>
                <a:ext cx="248177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𝑆𝑡𝑎𝑡𝑒𝑠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 xmlns="">
          <p:sp>
            <p:nvSpPr>
              <p:cNvPr id="4" name="Hộp Văn bản 3">
                <a:extLst>
                  <a:ext uri="{FF2B5EF4-FFF2-40B4-BE49-F238E27FC236}">
                    <a16:creationId xmlns:a16="http://schemas.microsoft.com/office/drawing/2014/main" id="{671477E4-3708-4A92-A28D-D61C54414C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2350831"/>
                <a:ext cx="2481775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6B9F29AF-B7ED-4B76-B36D-16CD3FA94208}"/>
                  </a:ext>
                </a:extLst>
              </p:cNvPr>
              <p:cNvSpPr txBox="1"/>
              <p:nvPr/>
            </p:nvSpPr>
            <p:spPr>
              <a:xfrm>
                <a:off x="3029828" y="2380171"/>
                <a:ext cx="428244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𝐴𝑙𝑝h𝑎𝑏𝑒𝑙𝑡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={0,1,#}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 xmlns="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6B9F29AF-B7ED-4B76-B36D-16CD3FA942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9828" y="2380171"/>
                <a:ext cx="4282441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Hộp Văn bản 6">
                <a:extLst>
                  <a:ext uri="{FF2B5EF4-FFF2-40B4-BE49-F238E27FC236}">
                    <a16:creationId xmlns:a16="http://schemas.microsoft.com/office/drawing/2014/main" id="{B7807655-C20D-45AE-8DEF-0EEFB1B2077F}"/>
                  </a:ext>
                </a:extLst>
              </p:cNvPr>
              <p:cNvSpPr txBox="1"/>
              <p:nvPr/>
            </p:nvSpPr>
            <p:spPr>
              <a:xfrm>
                <a:off x="839665" y="2932731"/>
                <a:ext cx="794652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l-GR" sz="280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l-GR" sz="2800" i="1" smtClean="0">
                        <a:latin typeface="Cambria Math" panose="02040503050406030204" pitchFamily="18" charset="0"/>
                      </a:rPr>
                      <m:t> × </m:t>
                    </m:r>
                    <m:r>
                      <m:rPr>
                        <m:sty m:val="p"/>
                      </m:rPr>
                      <a:rPr lang="el-GR" sz="280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l-GR" sz="280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l-GR" sz="2800" i="1" smtClean="0">
                        <a:latin typeface="Cambria Math" panose="02040503050406030204" pitchFamily="18" charset="0"/>
                      </a:rPr>
                      <m:t> × </m:t>
                    </m:r>
                    <m:r>
                      <m:rPr>
                        <m:sty m:val="p"/>
                      </m:rPr>
                      <a:rPr lang="el-GR" sz="280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l-GR" sz="2800" i="1" smtClean="0">
                        <a:latin typeface="Cambria Math" panose="02040503050406030204" pitchFamily="18" charset="0"/>
                      </a:rPr>
                      <m:t> × {</m:t>
                    </m:r>
                    <m:r>
                      <a:rPr lang="el-GR" sz="280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l-GR" sz="280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sz="280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l-GR" sz="280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800"/>
                  <a:t> (transition function)</a:t>
                </a:r>
              </a:p>
            </p:txBody>
          </p:sp>
        </mc:Choice>
        <mc:Fallback xmlns="">
          <p:sp>
            <p:nvSpPr>
              <p:cNvPr id="7" name="Hộp Văn bản 6">
                <a:extLst>
                  <a:ext uri="{FF2B5EF4-FFF2-40B4-BE49-F238E27FC236}">
                    <a16:creationId xmlns:a16="http://schemas.microsoft.com/office/drawing/2014/main" id="{B7807655-C20D-45AE-8DEF-0EEFB1B207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665" y="2932731"/>
                <a:ext cx="7946526" cy="523220"/>
              </a:xfrm>
              <a:prstGeom prst="rect">
                <a:avLst/>
              </a:prstGeom>
              <a:blipFill>
                <a:blip r:embed="rId6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9" name="Hình ảnh 28">
            <a:extLst>
              <a:ext uri="{FF2B5EF4-FFF2-40B4-BE49-F238E27FC236}">
                <a16:creationId xmlns:a16="http://schemas.microsoft.com/office/drawing/2014/main" id="{16B9172C-B5D1-4CBD-A08A-342A1E56F4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1774" y="3648348"/>
            <a:ext cx="6969520" cy="1721615"/>
          </a:xfrm>
          <a:prstGeom prst="rect">
            <a:avLst/>
          </a:prstGeom>
        </p:spPr>
      </p:pic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FD000624-780D-4752-9231-01CF20EC4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BBA0F-ED8F-4A6E-AA06-FEAFBF3D52E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5218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D74EE2B5-EAB7-4437-9BFE-45AC32C79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F7CBD-B9A5-4D53-9D65-FFCCF7EF1299}" type="slidenum">
              <a:rPr lang="vi-VN" smtClean="0"/>
              <a:t>11</a:t>
            </a:fld>
            <a:endParaRPr lang="vi-VN"/>
          </a:p>
        </p:txBody>
      </p:sp>
      <p:graphicFrame>
        <p:nvGraphicFramePr>
          <p:cNvPr id="5" name="Bảng 8">
            <a:extLst>
              <a:ext uri="{FF2B5EF4-FFF2-40B4-BE49-F238E27FC236}">
                <a16:creationId xmlns:a16="http://schemas.microsoft.com/office/drawing/2014/main" id="{7AD89E5A-59D7-4F51-B08C-FE655B855B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5070170"/>
              </p:ext>
            </p:extLst>
          </p:nvPr>
        </p:nvGraphicFramePr>
        <p:xfrm>
          <a:off x="3904295" y="1097280"/>
          <a:ext cx="124440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4404">
                  <a:extLst>
                    <a:ext uri="{9D8B030D-6E8A-4147-A177-3AD203B41FA5}">
                      <a16:colId xmlns:a16="http://schemas.microsoft.com/office/drawing/2014/main" val="4226716743"/>
                    </a:ext>
                  </a:extLst>
                </a:gridCol>
              </a:tblGrid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#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662986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953674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4641734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707190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420527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974870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375856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204128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#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671949"/>
                  </a:ext>
                </a:extLst>
              </a:tr>
            </a:tbl>
          </a:graphicData>
        </a:graphic>
      </p:graphicFrame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0ADAA793-8D49-4BBF-A9A3-89A84AEAA47B}"/>
              </a:ext>
            </a:extLst>
          </p:cNvPr>
          <p:cNvSpPr txBox="1"/>
          <p:nvPr/>
        </p:nvSpPr>
        <p:spPr>
          <a:xfrm>
            <a:off x="5390780" y="962158"/>
            <a:ext cx="5064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L</a:t>
            </a: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3121E8D0-F59D-4A5D-951D-14E18835A720}"/>
              </a:ext>
            </a:extLst>
          </p:cNvPr>
          <p:cNvSpPr txBox="1"/>
          <p:nvPr/>
        </p:nvSpPr>
        <p:spPr>
          <a:xfrm>
            <a:off x="5323568" y="5107248"/>
            <a:ext cx="5064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R</a:t>
            </a:r>
          </a:p>
        </p:txBody>
      </p:sp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7875EE7E-687F-41ED-8F12-2681C6EBE0B1}"/>
              </a:ext>
            </a:extLst>
          </p:cNvPr>
          <p:cNvSpPr/>
          <p:nvPr/>
        </p:nvSpPr>
        <p:spPr>
          <a:xfrm>
            <a:off x="5872619" y="3167390"/>
            <a:ext cx="1146085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Reader</a:t>
            </a:r>
            <a:endParaRPr lang="vi-VN" b="1">
              <a:solidFill>
                <a:schemeClr val="tx1"/>
              </a:solidFill>
            </a:endParaRPr>
          </a:p>
        </p:txBody>
      </p:sp>
      <p:cxnSp>
        <p:nvCxnSpPr>
          <p:cNvPr id="10" name="Đường kết nối Mũi tên Thẳng 9">
            <a:extLst>
              <a:ext uri="{FF2B5EF4-FFF2-40B4-BE49-F238E27FC236}">
                <a16:creationId xmlns:a16="http://schemas.microsoft.com/office/drawing/2014/main" id="{D3518D8B-7BF6-453B-ABC3-BD339DF82ECB}"/>
              </a:ext>
            </a:extLst>
          </p:cNvPr>
          <p:cNvCxnSpPr>
            <a:stCxn id="8" idx="1"/>
            <a:endCxn id="5" idx="3"/>
          </p:cNvCxnSpPr>
          <p:nvPr/>
        </p:nvCxnSpPr>
        <p:spPr>
          <a:xfrm flipH="1">
            <a:off x="5148699" y="3429000"/>
            <a:ext cx="7239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Hộp Văn bản 10">
                <a:extLst>
                  <a:ext uri="{FF2B5EF4-FFF2-40B4-BE49-F238E27FC236}">
                    <a16:creationId xmlns:a16="http://schemas.microsoft.com/office/drawing/2014/main" id="{5E1624B9-355F-4622-B5E2-DFFDC03CC872}"/>
                  </a:ext>
                </a:extLst>
              </p:cNvPr>
              <p:cNvSpPr txBox="1"/>
              <p:nvPr/>
            </p:nvSpPr>
            <p:spPr>
              <a:xfrm>
                <a:off x="7222435" y="3105834"/>
                <a:ext cx="214685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=0∈{0,1,#}</m:t>
                      </m:r>
                    </m:oMath>
                  </m:oMathPara>
                </a14:m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1" name="Hộp Văn bản 10">
                <a:extLst>
                  <a:ext uri="{FF2B5EF4-FFF2-40B4-BE49-F238E27FC236}">
                    <a16:creationId xmlns:a16="http://schemas.microsoft.com/office/drawing/2014/main" id="{5E1624B9-355F-4622-B5E2-DFFDC03CC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2435" y="3105834"/>
                <a:ext cx="2146852" cy="9233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40588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D74EE2B5-EAB7-4437-9BFE-45AC32C79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F7CBD-B9A5-4D53-9D65-FFCCF7EF1299}" type="slidenum">
              <a:rPr lang="vi-VN" smtClean="0"/>
              <a:t>12</a:t>
            </a:fld>
            <a:endParaRPr lang="vi-VN"/>
          </a:p>
        </p:txBody>
      </p:sp>
      <p:graphicFrame>
        <p:nvGraphicFramePr>
          <p:cNvPr id="5" name="Bảng 8">
            <a:extLst>
              <a:ext uri="{FF2B5EF4-FFF2-40B4-BE49-F238E27FC236}">
                <a16:creationId xmlns:a16="http://schemas.microsoft.com/office/drawing/2014/main" id="{7AD89E5A-59D7-4F51-B08C-FE655B855B85}"/>
              </a:ext>
            </a:extLst>
          </p:cNvPr>
          <p:cNvGraphicFramePr>
            <a:graphicFrameLocks noGrp="1"/>
          </p:cNvGraphicFramePr>
          <p:nvPr/>
        </p:nvGraphicFramePr>
        <p:xfrm>
          <a:off x="3904295" y="1097280"/>
          <a:ext cx="124440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4404">
                  <a:extLst>
                    <a:ext uri="{9D8B030D-6E8A-4147-A177-3AD203B41FA5}">
                      <a16:colId xmlns:a16="http://schemas.microsoft.com/office/drawing/2014/main" val="4226716743"/>
                    </a:ext>
                  </a:extLst>
                </a:gridCol>
              </a:tblGrid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#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662986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953674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4641734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707190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420527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974870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375856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204128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#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671949"/>
                  </a:ext>
                </a:extLst>
              </a:tr>
            </a:tbl>
          </a:graphicData>
        </a:graphic>
      </p:graphicFrame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0ADAA793-8D49-4BBF-A9A3-89A84AEAA47B}"/>
              </a:ext>
            </a:extLst>
          </p:cNvPr>
          <p:cNvSpPr txBox="1"/>
          <p:nvPr/>
        </p:nvSpPr>
        <p:spPr>
          <a:xfrm>
            <a:off x="5390780" y="962158"/>
            <a:ext cx="5064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L</a:t>
            </a: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3121E8D0-F59D-4A5D-951D-14E18835A720}"/>
              </a:ext>
            </a:extLst>
          </p:cNvPr>
          <p:cNvSpPr txBox="1"/>
          <p:nvPr/>
        </p:nvSpPr>
        <p:spPr>
          <a:xfrm>
            <a:off x="5323568" y="5107248"/>
            <a:ext cx="5064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R</a:t>
            </a:r>
          </a:p>
        </p:txBody>
      </p:sp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7875EE7E-687F-41ED-8F12-2681C6EBE0B1}"/>
              </a:ext>
            </a:extLst>
          </p:cNvPr>
          <p:cNvSpPr/>
          <p:nvPr/>
        </p:nvSpPr>
        <p:spPr>
          <a:xfrm>
            <a:off x="5897218" y="2658674"/>
            <a:ext cx="1146085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Reader</a:t>
            </a:r>
            <a:endParaRPr lang="vi-VN" b="1">
              <a:solidFill>
                <a:schemeClr val="tx1"/>
              </a:solidFill>
            </a:endParaRPr>
          </a:p>
        </p:txBody>
      </p:sp>
      <p:cxnSp>
        <p:nvCxnSpPr>
          <p:cNvPr id="10" name="Đường kết nối Mũi tên Thẳng 9">
            <a:extLst>
              <a:ext uri="{FF2B5EF4-FFF2-40B4-BE49-F238E27FC236}">
                <a16:creationId xmlns:a16="http://schemas.microsoft.com/office/drawing/2014/main" id="{D3518D8B-7BF6-453B-ABC3-BD339DF82ECB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5173298" y="2920284"/>
            <a:ext cx="7239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Hộp Văn bản 10">
                <a:extLst>
                  <a:ext uri="{FF2B5EF4-FFF2-40B4-BE49-F238E27FC236}">
                    <a16:creationId xmlns:a16="http://schemas.microsoft.com/office/drawing/2014/main" id="{5E1624B9-355F-4622-B5E2-DFFDC03CC872}"/>
                  </a:ext>
                </a:extLst>
              </p:cNvPr>
              <p:cNvSpPr txBox="1"/>
              <p:nvPr/>
            </p:nvSpPr>
            <p:spPr>
              <a:xfrm>
                <a:off x="7247034" y="2597118"/>
                <a:ext cx="214685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=0∈{0,1,#}</m:t>
                      </m:r>
                    </m:oMath>
                  </m:oMathPara>
                </a14:m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1" name="Hộp Văn bản 10">
                <a:extLst>
                  <a:ext uri="{FF2B5EF4-FFF2-40B4-BE49-F238E27FC236}">
                    <a16:creationId xmlns:a16="http://schemas.microsoft.com/office/drawing/2014/main" id="{5E1624B9-355F-4622-B5E2-DFFDC03CC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7034" y="2597118"/>
                <a:ext cx="2146852" cy="9233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14342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D74EE2B5-EAB7-4437-9BFE-45AC32C79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F7CBD-B9A5-4D53-9D65-FFCCF7EF1299}" type="slidenum">
              <a:rPr lang="vi-VN" smtClean="0"/>
              <a:t>13</a:t>
            </a:fld>
            <a:endParaRPr lang="vi-VN"/>
          </a:p>
        </p:txBody>
      </p:sp>
      <p:graphicFrame>
        <p:nvGraphicFramePr>
          <p:cNvPr id="5" name="Bảng 8">
            <a:extLst>
              <a:ext uri="{FF2B5EF4-FFF2-40B4-BE49-F238E27FC236}">
                <a16:creationId xmlns:a16="http://schemas.microsoft.com/office/drawing/2014/main" id="{7AD89E5A-59D7-4F51-B08C-FE655B855B85}"/>
              </a:ext>
            </a:extLst>
          </p:cNvPr>
          <p:cNvGraphicFramePr>
            <a:graphicFrameLocks noGrp="1"/>
          </p:cNvGraphicFramePr>
          <p:nvPr/>
        </p:nvGraphicFramePr>
        <p:xfrm>
          <a:off x="3904295" y="1097280"/>
          <a:ext cx="124440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4404">
                  <a:extLst>
                    <a:ext uri="{9D8B030D-6E8A-4147-A177-3AD203B41FA5}">
                      <a16:colId xmlns:a16="http://schemas.microsoft.com/office/drawing/2014/main" val="4226716743"/>
                    </a:ext>
                  </a:extLst>
                </a:gridCol>
              </a:tblGrid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#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662986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953674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4641734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707190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420527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974870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375856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204128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#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671949"/>
                  </a:ext>
                </a:extLst>
              </a:tr>
            </a:tbl>
          </a:graphicData>
        </a:graphic>
      </p:graphicFrame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0ADAA793-8D49-4BBF-A9A3-89A84AEAA47B}"/>
              </a:ext>
            </a:extLst>
          </p:cNvPr>
          <p:cNvSpPr txBox="1"/>
          <p:nvPr/>
        </p:nvSpPr>
        <p:spPr>
          <a:xfrm>
            <a:off x="5390780" y="962158"/>
            <a:ext cx="5064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L</a:t>
            </a: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3121E8D0-F59D-4A5D-951D-14E18835A720}"/>
              </a:ext>
            </a:extLst>
          </p:cNvPr>
          <p:cNvSpPr txBox="1"/>
          <p:nvPr/>
        </p:nvSpPr>
        <p:spPr>
          <a:xfrm>
            <a:off x="5323568" y="5107248"/>
            <a:ext cx="5064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R</a:t>
            </a:r>
          </a:p>
        </p:txBody>
      </p:sp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7875EE7E-687F-41ED-8F12-2681C6EBE0B1}"/>
              </a:ext>
            </a:extLst>
          </p:cNvPr>
          <p:cNvSpPr/>
          <p:nvPr/>
        </p:nvSpPr>
        <p:spPr>
          <a:xfrm>
            <a:off x="5897218" y="2124625"/>
            <a:ext cx="1146085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Reader</a:t>
            </a:r>
            <a:endParaRPr lang="vi-VN" b="1">
              <a:solidFill>
                <a:schemeClr val="tx1"/>
              </a:solidFill>
            </a:endParaRPr>
          </a:p>
        </p:txBody>
      </p:sp>
      <p:cxnSp>
        <p:nvCxnSpPr>
          <p:cNvPr id="10" name="Đường kết nối Mũi tên Thẳng 9">
            <a:extLst>
              <a:ext uri="{FF2B5EF4-FFF2-40B4-BE49-F238E27FC236}">
                <a16:creationId xmlns:a16="http://schemas.microsoft.com/office/drawing/2014/main" id="{D3518D8B-7BF6-453B-ABC3-BD339DF82ECB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5160998" y="2386235"/>
            <a:ext cx="7362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Hộp Văn bản 10">
                <a:extLst>
                  <a:ext uri="{FF2B5EF4-FFF2-40B4-BE49-F238E27FC236}">
                    <a16:creationId xmlns:a16="http://schemas.microsoft.com/office/drawing/2014/main" id="{5E1624B9-355F-4622-B5E2-DFFDC03CC872}"/>
                  </a:ext>
                </a:extLst>
              </p:cNvPr>
              <p:cNvSpPr txBox="1"/>
              <p:nvPr/>
            </p:nvSpPr>
            <p:spPr>
              <a:xfrm>
                <a:off x="7153318" y="1911318"/>
                <a:ext cx="214685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=0∈{0,1,#}</m:t>
                      </m:r>
                    </m:oMath>
                  </m:oMathPara>
                </a14:m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1" name="Hộp Văn bản 10">
                <a:extLst>
                  <a:ext uri="{FF2B5EF4-FFF2-40B4-BE49-F238E27FC236}">
                    <a16:creationId xmlns:a16="http://schemas.microsoft.com/office/drawing/2014/main" id="{5E1624B9-355F-4622-B5E2-DFFDC03CC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3318" y="1911318"/>
                <a:ext cx="2146852" cy="9233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04969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D74EE2B5-EAB7-4437-9BFE-45AC32C79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F7CBD-B9A5-4D53-9D65-FFCCF7EF1299}" type="slidenum">
              <a:rPr lang="vi-VN" smtClean="0"/>
              <a:t>14</a:t>
            </a:fld>
            <a:endParaRPr lang="vi-VN"/>
          </a:p>
        </p:txBody>
      </p:sp>
      <p:graphicFrame>
        <p:nvGraphicFramePr>
          <p:cNvPr id="5" name="Bảng 8">
            <a:extLst>
              <a:ext uri="{FF2B5EF4-FFF2-40B4-BE49-F238E27FC236}">
                <a16:creationId xmlns:a16="http://schemas.microsoft.com/office/drawing/2014/main" id="{7AD89E5A-59D7-4F51-B08C-FE655B855B85}"/>
              </a:ext>
            </a:extLst>
          </p:cNvPr>
          <p:cNvGraphicFramePr>
            <a:graphicFrameLocks noGrp="1"/>
          </p:cNvGraphicFramePr>
          <p:nvPr/>
        </p:nvGraphicFramePr>
        <p:xfrm>
          <a:off x="3904295" y="1097280"/>
          <a:ext cx="124440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4404">
                  <a:extLst>
                    <a:ext uri="{9D8B030D-6E8A-4147-A177-3AD203B41FA5}">
                      <a16:colId xmlns:a16="http://schemas.microsoft.com/office/drawing/2014/main" val="4226716743"/>
                    </a:ext>
                  </a:extLst>
                </a:gridCol>
              </a:tblGrid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#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662986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953674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4641734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707190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420527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974870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375856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204128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#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671949"/>
                  </a:ext>
                </a:extLst>
              </a:tr>
            </a:tbl>
          </a:graphicData>
        </a:graphic>
      </p:graphicFrame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0ADAA793-8D49-4BBF-A9A3-89A84AEAA47B}"/>
              </a:ext>
            </a:extLst>
          </p:cNvPr>
          <p:cNvSpPr txBox="1"/>
          <p:nvPr/>
        </p:nvSpPr>
        <p:spPr>
          <a:xfrm>
            <a:off x="5390780" y="962158"/>
            <a:ext cx="5064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L</a:t>
            </a: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3121E8D0-F59D-4A5D-951D-14E18835A720}"/>
              </a:ext>
            </a:extLst>
          </p:cNvPr>
          <p:cNvSpPr txBox="1"/>
          <p:nvPr/>
        </p:nvSpPr>
        <p:spPr>
          <a:xfrm>
            <a:off x="5323568" y="5107248"/>
            <a:ext cx="5064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R</a:t>
            </a:r>
          </a:p>
        </p:txBody>
      </p:sp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7875EE7E-687F-41ED-8F12-2681C6EBE0B1}"/>
              </a:ext>
            </a:extLst>
          </p:cNvPr>
          <p:cNvSpPr/>
          <p:nvPr/>
        </p:nvSpPr>
        <p:spPr>
          <a:xfrm>
            <a:off x="5897218" y="1604648"/>
            <a:ext cx="1146085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Reader</a:t>
            </a:r>
            <a:endParaRPr lang="vi-VN" b="1">
              <a:solidFill>
                <a:schemeClr val="tx1"/>
              </a:solidFill>
            </a:endParaRPr>
          </a:p>
        </p:txBody>
      </p:sp>
      <p:cxnSp>
        <p:nvCxnSpPr>
          <p:cNvPr id="10" name="Đường kết nối Mũi tên Thẳng 9">
            <a:extLst>
              <a:ext uri="{FF2B5EF4-FFF2-40B4-BE49-F238E27FC236}">
                <a16:creationId xmlns:a16="http://schemas.microsoft.com/office/drawing/2014/main" id="{D3518D8B-7BF6-453B-ABC3-BD339DF82ECB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5160998" y="1866258"/>
            <a:ext cx="7362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Hộp Văn bản 10">
                <a:extLst>
                  <a:ext uri="{FF2B5EF4-FFF2-40B4-BE49-F238E27FC236}">
                    <a16:creationId xmlns:a16="http://schemas.microsoft.com/office/drawing/2014/main" id="{5E1624B9-355F-4622-B5E2-DFFDC03CC872}"/>
                  </a:ext>
                </a:extLst>
              </p:cNvPr>
              <p:cNvSpPr txBox="1"/>
              <p:nvPr/>
            </p:nvSpPr>
            <p:spPr>
              <a:xfrm>
                <a:off x="7153318" y="1391341"/>
                <a:ext cx="214685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=0∈{0,1,#}</m:t>
                      </m:r>
                    </m:oMath>
                  </m:oMathPara>
                </a14:m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1" name="Hộp Văn bản 10">
                <a:extLst>
                  <a:ext uri="{FF2B5EF4-FFF2-40B4-BE49-F238E27FC236}">
                    <a16:creationId xmlns:a16="http://schemas.microsoft.com/office/drawing/2014/main" id="{5E1624B9-355F-4622-B5E2-DFFDC03CC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3318" y="1391341"/>
                <a:ext cx="2146852" cy="9233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27147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D74EE2B5-EAB7-4437-9BFE-45AC32C79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F7CBD-B9A5-4D53-9D65-FFCCF7EF1299}" type="slidenum">
              <a:rPr lang="vi-VN" smtClean="0"/>
              <a:t>15</a:t>
            </a:fld>
            <a:endParaRPr lang="vi-VN"/>
          </a:p>
        </p:txBody>
      </p:sp>
      <p:graphicFrame>
        <p:nvGraphicFramePr>
          <p:cNvPr id="5" name="Bảng 8">
            <a:extLst>
              <a:ext uri="{FF2B5EF4-FFF2-40B4-BE49-F238E27FC236}">
                <a16:creationId xmlns:a16="http://schemas.microsoft.com/office/drawing/2014/main" id="{7AD89E5A-59D7-4F51-B08C-FE655B855B85}"/>
              </a:ext>
            </a:extLst>
          </p:cNvPr>
          <p:cNvGraphicFramePr>
            <a:graphicFrameLocks noGrp="1"/>
          </p:cNvGraphicFramePr>
          <p:nvPr/>
        </p:nvGraphicFramePr>
        <p:xfrm>
          <a:off x="3904295" y="1097280"/>
          <a:ext cx="124440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4404">
                  <a:extLst>
                    <a:ext uri="{9D8B030D-6E8A-4147-A177-3AD203B41FA5}">
                      <a16:colId xmlns:a16="http://schemas.microsoft.com/office/drawing/2014/main" val="4226716743"/>
                    </a:ext>
                  </a:extLst>
                </a:gridCol>
              </a:tblGrid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#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662986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953674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4641734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707190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420527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974870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375856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204128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#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671949"/>
                  </a:ext>
                </a:extLst>
              </a:tr>
            </a:tbl>
          </a:graphicData>
        </a:graphic>
      </p:graphicFrame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0ADAA793-8D49-4BBF-A9A3-89A84AEAA47B}"/>
              </a:ext>
            </a:extLst>
          </p:cNvPr>
          <p:cNvSpPr txBox="1"/>
          <p:nvPr/>
        </p:nvSpPr>
        <p:spPr>
          <a:xfrm>
            <a:off x="5390780" y="574060"/>
            <a:ext cx="5064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L</a:t>
            </a: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3121E8D0-F59D-4A5D-951D-14E18835A720}"/>
              </a:ext>
            </a:extLst>
          </p:cNvPr>
          <p:cNvSpPr txBox="1"/>
          <p:nvPr/>
        </p:nvSpPr>
        <p:spPr>
          <a:xfrm>
            <a:off x="5323568" y="5107248"/>
            <a:ext cx="5064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R</a:t>
            </a:r>
          </a:p>
        </p:txBody>
      </p:sp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7875EE7E-687F-41ED-8F12-2681C6EBE0B1}"/>
              </a:ext>
            </a:extLst>
          </p:cNvPr>
          <p:cNvSpPr/>
          <p:nvPr/>
        </p:nvSpPr>
        <p:spPr>
          <a:xfrm>
            <a:off x="5897218" y="1097280"/>
            <a:ext cx="1146085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Reader</a:t>
            </a:r>
            <a:endParaRPr lang="vi-VN" b="1">
              <a:solidFill>
                <a:schemeClr val="tx1"/>
              </a:solidFill>
            </a:endParaRPr>
          </a:p>
        </p:txBody>
      </p:sp>
      <p:cxnSp>
        <p:nvCxnSpPr>
          <p:cNvPr id="10" name="Đường kết nối Mũi tên Thẳng 9">
            <a:extLst>
              <a:ext uri="{FF2B5EF4-FFF2-40B4-BE49-F238E27FC236}">
                <a16:creationId xmlns:a16="http://schemas.microsoft.com/office/drawing/2014/main" id="{D3518D8B-7BF6-453B-ABC3-BD339DF82ECB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5160998" y="1358890"/>
            <a:ext cx="7362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Hộp Văn bản 10">
                <a:extLst>
                  <a:ext uri="{FF2B5EF4-FFF2-40B4-BE49-F238E27FC236}">
                    <a16:creationId xmlns:a16="http://schemas.microsoft.com/office/drawing/2014/main" id="{5E1624B9-355F-4622-B5E2-DFFDC03CC872}"/>
                  </a:ext>
                </a:extLst>
              </p:cNvPr>
              <p:cNvSpPr txBox="1"/>
              <p:nvPr/>
            </p:nvSpPr>
            <p:spPr>
              <a:xfrm>
                <a:off x="7153318" y="883973"/>
                <a:ext cx="214685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=#∈{0,1,#}</m:t>
                      </m:r>
                    </m:oMath>
                  </m:oMathPara>
                </a14:m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1" name="Hộp Văn bản 10">
                <a:extLst>
                  <a:ext uri="{FF2B5EF4-FFF2-40B4-BE49-F238E27FC236}">
                    <a16:creationId xmlns:a16="http://schemas.microsoft.com/office/drawing/2014/main" id="{5E1624B9-355F-4622-B5E2-DFFDC03CC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3318" y="883973"/>
                <a:ext cx="2146852" cy="9233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92472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D74EE2B5-EAB7-4437-9BFE-45AC32C79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F7CBD-B9A5-4D53-9D65-FFCCF7EF1299}" type="slidenum">
              <a:rPr lang="vi-VN" smtClean="0"/>
              <a:t>16</a:t>
            </a:fld>
            <a:endParaRPr lang="vi-VN"/>
          </a:p>
        </p:txBody>
      </p:sp>
      <p:graphicFrame>
        <p:nvGraphicFramePr>
          <p:cNvPr id="5" name="Bảng 8">
            <a:extLst>
              <a:ext uri="{FF2B5EF4-FFF2-40B4-BE49-F238E27FC236}">
                <a16:creationId xmlns:a16="http://schemas.microsoft.com/office/drawing/2014/main" id="{7AD89E5A-59D7-4F51-B08C-FE655B855B85}"/>
              </a:ext>
            </a:extLst>
          </p:cNvPr>
          <p:cNvGraphicFramePr>
            <a:graphicFrameLocks noGrp="1"/>
          </p:cNvGraphicFramePr>
          <p:nvPr/>
        </p:nvGraphicFramePr>
        <p:xfrm>
          <a:off x="3904295" y="1097280"/>
          <a:ext cx="124440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4404">
                  <a:extLst>
                    <a:ext uri="{9D8B030D-6E8A-4147-A177-3AD203B41FA5}">
                      <a16:colId xmlns:a16="http://schemas.microsoft.com/office/drawing/2014/main" val="4226716743"/>
                    </a:ext>
                  </a:extLst>
                </a:gridCol>
              </a:tblGrid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#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662986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953674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4641734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707190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420527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974870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375856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204128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#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671949"/>
                  </a:ext>
                </a:extLst>
              </a:tr>
            </a:tbl>
          </a:graphicData>
        </a:graphic>
      </p:graphicFrame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0ADAA793-8D49-4BBF-A9A3-89A84AEAA47B}"/>
              </a:ext>
            </a:extLst>
          </p:cNvPr>
          <p:cNvSpPr txBox="1"/>
          <p:nvPr/>
        </p:nvSpPr>
        <p:spPr>
          <a:xfrm>
            <a:off x="5390780" y="962158"/>
            <a:ext cx="5064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L</a:t>
            </a: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3121E8D0-F59D-4A5D-951D-14E18835A720}"/>
              </a:ext>
            </a:extLst>
          </p:cNvPr>
          <p:cNvSpPr txBox="1"/>
          <p:nvPr/>
        </p:nvSpPr>
        <p:spPr>
          <a:xfrm>
            <a:off x="5323568" y="5107248"/>
            <a:ext cx="5064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R</a:t>
            </a:r>
          </a:p>
        </p:txBody>
      </p:sp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7875EE7E-687F-41ED-8F12-2681C6EBE0B1}"/>
              </a:ext>
            </a:extLst>
          </p:cNvPr>
          <p:cNvSpPr/>
          <p:nvPr/>
        </p:nvSpPr>
        <p:spPr>
          <a:xfrm>
            <a:off x="5897218" y="1604648"/>
            <a:ext cx="1146085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Reader</a:t>
            </a:r>
            <a:endParaRPr lang="vi-VN" b="1">
              <a:solidFill>
                <a:schemeClr val="tx1"/>
              </a:solidFill>
            </a:endParaRPr>
          </a:p>
        </p:txBody>
      </p:sp>
      <p:cxnSp>
        <p:nvCxnSpPr>
          <p:cNvPr id="10" name="Đường kết nối Mũi tên Thẳng 9">
            <a:extLst>
              <a:ext uri="{FF2B5EF4-FFF2-40B4-BE49-F238E27FC236}">
                <a16:creationId xmlns:a16="http://schemas.microsoft.com/office/drawing/2014/main" id="{D3518D8B-7BF6-453B-ABC3-BD339DF82ECB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5160998" y="1866258"/>
            <a:ext cx="7362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Hộp Văn bản 10">
                <a:extLst>
                  <a:ext uri="{FF2B5EF4-FFF2-40B4-BE49-F238E27FC236}">
                    <a16:creationId xmlns:a16="http://schemas.microsoft.com/office/drawing/2014/main" id="{5E1624B9-355F-4622-B5E2-DFFDC03CC872}"/>
                  </a:ext>
                </a:extLst>
              </p:cNvPr>
              <p:cNvSpPr txBox="1"/>
              <p:nvPr/>
            </p:nvSpPr>
            <p:spPr>
              <a:xfrm>
                <a:off x="7153318" y="1391341"/>
                <a:ext cx="214685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=0∈{0,1,#}</m:t>
                      </m:r>
                    </m:oMath>
                  </m:oMathPara>
                </a14:m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i="1"/>
              </a:p>
            </p:txBody>
          </p:sp>
        </mc:Choice>
        <mc:Fallback xmlns="">
          <p:sp>
            <p:nvSpPr>
              <p:cNvPr id="11" name="Hộp Văn bản 10">
                <a:extLst>
                  <a:ext uri="{FF2B5EF4-FFF2-40B4-BE49-F238E27FC236}">
                    <a16:creationId xmlns:a16="http://schemas.microsoft.com/office/drawing/2014/main" id="{5E1624B9-355F-4622-B5E2-DFFDC03CC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3318" y="1391341"/>
                <a:ext cx="2146852" cy="9233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71723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D74EE2B5-EAB7-4437-9BFE-45AC32C79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F7CBD-B9A5-4D53-9D65-FFCCF7EF1299}" type="slidenum">
              <a:rPr lang="vi-VN" smtClean="0"/>
              <a:t>17</a:t>
            </a:fld>
            <a:endParaRPr lang="vi-VN"/>
          </a:p>
        </p:txBody>
      </p:sp>
      <p:graphicFrame>
        <p:nvGraphicFramePr>
          <p:cNvPr id="5" name="Bảng 8">
            <a:extLst>
              <a:ext uri="{FF2B5EF4-FFF2-40B4-BE49-F238E27FC236}">
                <a16:creationId xmlns:a16="http://schemas.microsoft.com/office/drawing/2014/main" id="{7AD89E5A-59D7-4F51-B08C-FE655B855B85}"/>
              </a:ext>
            </a:extLst>
          </p:cNvPr>
          <p:cNvGraphicFramePr>
            <a:graphicFrameLocks noGrp="1"/>
          </p:cNvGraphicFramePr>
          <p:nvPr/>
        </p:nvGraphicFramePr>
        <p:xfrm>
          <a:off x="3904295" y="1097280"/>
          <a:ext cx="124440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4404">
                  <a:extLst>
                    <a:ext uri="{9D8B030D-6E8A-4147-A177-3AD203B41FA5}">
                      <a16:colId xmlns:a16="http://schemas.microsoft.com/office/drawing/2014/main" val="4226716743"/>
                    </a:ext>
                  </a:extLst>
                </a:gridCol>
              </a:tblGrid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#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662986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953674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4641734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707190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420527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974870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375856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204128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#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671949"/>
                  </a:ext>
                </a:extLst>
              </a:tr>
            </a:tbl>
          </a:graphicData>
        </a:graphic>
      </p:graphicFrame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0ADAA793-8D49-4BBF-A9A3-89A84AEAA47B}"/>
              </a:ext>
            </a:extLst>
          </p:cNvPr>
          <p:cNvSpPr txBox="1"/>
          <p:nvPr/>
        </p:nvSpPr>
        <p:spPr>
          <a:xfrm>
            <a:off x="5390780" y="962158"/>
            <a:ext cx="5064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L</a:t>
            </a: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3121E8D0-F59D-4A5D-951D-14E18835A720}"/>
              </a:ext>
            </a:extLst>
          </p:cNvPr>
          <p:cNvSpPr txBox="1"/>
          <p:nvPr/>
        </p:nvSpPr>
        <p:spPr>
          <a:xfrm>
            <a:off x="5323568" y="5107248"/>
            <a:ext cx="5064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R</a:t>
            </a:r>
          </a:p>
        </p:txBody>
      </p:sp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7875EE7E-687F-41ED-8F12-2681C6EBE0B1}"/>
              </a:ext>
            </a:extLst>
          </p:cNvPr>
          <p:cNvSpPr/>
          <p:nvPr/>
        </p:nvSpPr>
        <p:spPr>
          <a:xfrm>
            <a:off x="5897218" y="2124625"/>
            <a:ext cx="1146085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Reader</a:t>
            </a:r>
            <a:endParaRPr lang="vi-VN" b="1">
              <a:solidFill>
                <a:schemeClr val="tx1"/>
              </a:solidFill>
            </a:endParaRPr>
          </a:p>
        </p:txBody>
      </p:sp>
      <p:cxnSp>
        <p:nvCxnSpPr>
          <p:cNvPr id="10" name="Đường kết nối Mũi tên Thẳng 9">
            <a:extLst>
              <a:ext uri="{FF2B5EF4-FFF2-40B4-BE49-F238E27FC236}">
                <a16:creationId xmlns:a16="http://schemas.microsoft.com/office/drawing/2014/main" id="{D3518D8B-7BF6-453B-ABC3-BD339DF82ECB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5160998" y="2386235"/>
            <a:ext cx="7362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Hộp Văn bản 10">
                <a:extLst>
                  <a:ext uri="{FF2B5EF4-FFF2-40B4-BE49-F238E27FC236}">
                    <a16:creationId xmlns:a16="http://schemas.microsoft.com/office/drawing/2014/main" id="{5E1624B9-355F-4622-B5E2-DFFDC03CC872}"/>
                  </a:ext>
                </a:extLst>
              </p:cNvPr>
              <p:cNvSpPr txBox="1"/>
              <p:nvPr/>
            </p:nvSpPr>
            <p:spPr>
              <a:xfrm>
                <a:off x="7153318" y="1911318"/>
                <a:ext cx="214685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=0∈{0,1,#}</m:t>
                      </m:r>
                    </m:oMath>
                  </m:oMathPara>
                </a14:m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1" name="Hộp Văn bản 10">
                <a:extLst>
                  <a:ext uri="{FF2B5EF4-FFF2-40B4-BE49-F238E27FC236}">
                    <a16:creationId xmlns:a16="http://schemas.microsoft.com/office/drawing/2014/main" id="{5E1624B9-355F-4622-B5E2-DFFDC03CC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3318" y="1911318"/>
                <a:ext cx="2146852" cy="9233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2660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D74EE2B5-EAB7-4437-9BFE-45AC32C79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F7CBD-B9A5-4D53-9D65-FFCCF7EF1299}" type="slidenum">
              <a:rPr lang="vi-VN" smtClean="0"/>
              <a:t>18</a:t>
            </a:fld>
            <a:endParaRPr lang="vi-VN"/>
          </a:p>
        </p:txBody>
      </p:sp>
      <p:graphicFrame>
        <p:nvGraphicFramePr>
          <p:cNvPr id="5" name="Bảng 8">
            <a:extLst>
              <a:ext uri="{FF2B5EF4-FFF2-40B4-BE49-F238E27FC236}">
                <a16:creationId xmlns:a16="http://schemas.microsoft.com/office/drawing/2014/main" id="{7AD89E5A-59D7-4F51-B08C-FE655B855B85}"/>
              </a:ext>
            </a:extLst>
          </p:cNvPr>
          <p:cNvGraphicFramePr>
            <a:graphicFrameLocks noGrp="1"/>
          </p:cNvGraphicFramePr>
          <p:nvPr/>
        </p:nvGraphicFramePr>
        <p:xfrm>
          <a:off x="3904295" y="1097280"/>
          <a:ext cx="124440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4404">
                  <a:extLst>
                    <a:ext uri="{9D8B030D-6E8A-4147-A177-3AD203B41FA5}">
                      <a16:colId xmlns:a16="http://schemas.microsoft.com/office/drawing/2014/main" val="4226716743"/>
                    </a:ext>
                  </a:extLst>
                </a:gridCol>
              </a:tblGrid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#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662986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953674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4641734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707190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420527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974870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375856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204128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#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671949"/>
                  </a:ext>
                </a:extLst>
              </a:tr>
            </a:tbl>
          </a:graphicData>
        </a:graphic>
      </p:graphicFrame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0ADAA793-8D49-4BBF-A9A3-89A84AEAA47B}"/>
              </a:ext>
            </a:extLst>
          </p:cNvPr>
          <p:cNvSpPr txBox="1"/>
          <p:nvPr/>
        </p:nvSpPr>
        <p:spPr>
          <a:xfrm>
            <a:off x="5390780" y="962158"/>
            <a:ext cx="5064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L</a:t>
            </a: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3121E8D0-F59D-4A5D-951D-14E18835A720}"/>
              </a:ext>
            </a:extLst>
          </p:cNvPr>
          <p:cNvSpPr txBox="1"/>
          <p:nvPr/>
        </p:nvSpPr>
        <p:spPr>
          <a:xfrm>
            <a:off x="5323568" y="5107248"/>
            <a:ext cx="5064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R</a:t>
            </a:r>
          </a:p>
        </p:txBody>
      </p:sp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7875EE7E-687F-41ED-8F12-2681C6EBE0B1}"/>
              </a:ext>
            </a:extLst>
          </p:cNvPr>
          <p:cNvSpPr/>
          <p:nvPr/>
        </p:nvSpPr>
        <p:spPr>
          <a:xfrm>
            <a:off x="5897218" y="2586290"/>
            <a:ext cx="1146085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Reader</a:t>
            </a:r>
            <a:endParaRPr lang="vi-VN" b="1">
              <a:solidFill>
                <a:schemeClr val="tx1"/>
              </a:solidFill>
            </a:endParaRPr>
          </a:p>
        </p:txBody>
      </p:sp>
      <p:cxnSp>
        <p:nvCxnSpPr>
          <p:cNvPr id="10" name="Đường kết nối Mũi tên Thẳng 9">
            <a:extLst>
              <a:ext uri="{FF2B5EF4-FFF2-40B4-BE49-F238E27FC236}">
                <a16:creationId xmlns:a16="http://schemas.microsoft.com/office/drawing/2014/main" id="{D3518D8B-7BF6-453B-ABC3-BD339DF82ECB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5160998" y="2847900"/>
            <a:ext cx="7362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Hộp Văn bản 10">
                <a:extLst>
                  <a:ext uri="{FF2B5EF4-FFF2-40B4-BE49-F238E27FC236}">
                    <a16:creationId xmlns:a16="http://schemas.microsoft.com/office/drawing/2014/main" id="{5E1624B9-355F-4622-B5E2-DFFDC03CC872}"/>
                  </a:ext>
                </a:extLst>
              </p:cNvPr>
              <p:cNvSpPr txBox="1"/>
              <p:nvPr/>
            </p:nvSpPr>
            <p:spPr>
              <a:xfrm>
                <a:off x="7153318" y="2372983"/>
                <a:ext cx="214685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=0∈{0,1,#}</m:t>
                      </m:r>
                    </m:oMath>
                  </m:oMathPara>
                </a14:m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1" name="Hộp Văn bản 10">
                <a:extLst>
                  <a:ext uri="{FF2B5EF4-FFF2-40B4-BE49-F238E27FC236}">
                    <a16:creationId xmlns:a16="http://schemas.microsoft.com/office/drawing/2014/main" id="{5E1624B9-355F-4622-B5E2-DFFDC03CC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3318" y="2372983"/>
                <a:ext cx="2146852" cy="9233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43367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D74EE2B5-EAB7-4437-9BFE-45AC32C79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F7CBD-B9A5-4D53-9D65-FFCCF7EF1299}" type="slidenum">
              <a:rPr lang="vi-VN" smtClean="0"/>
              <a:t>19</a:t>
            </a:fld>
            <a:endParaRPr lang="vi-VN"/>
          </a:p>
        </p:txBody>
      </p:sp>
      <p:graphicFrame>
        <p:nvGraphicFramePr>
          <p:cNvPr id="5" name="Bảng 8">
            <a:extLst>
              <a:ext uri="{FF2B5EF4-FFF2-40B4-BE49-F238E27FC236}">
                <a16:creationId xmlns:a16="http://schemas.microsoft.com/office/drawing/2014/main" id="{7AD89E5A-59D7-4F51-B08C-FE655B855B85}"/>
              </a:ext>
            </a:extLst>
          </p:cNvPr>
          <p:cNvGraphicFramePr>
            <a:graphicFrameLocks noGrp="1"/>
          </p:cNvGraphicFramePr>
          <p:nvPr/>
        </p:nvGraphicFramePr>
        <p:xfrm>
          <a:off x="3904295" y="1097280"/>
          <a:ext cx="124440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4404">
                  <a:extLst>
                    <a:ext uri="{9D8B030D-6E8A-4147-A177-3AD203B41FA5}">
                      <a16:colId xmlns:a16="http://schemas.microsoft.com/office/drawing/2014/main" val="4226716743"/>
                    </a:ext>
                  </a:extLst>
                </a:gridCol>
              </a:tblGrid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#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662986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953674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4641734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707190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420527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974870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375856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204128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#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671949"/>
                  </a:ext>
                </a:extLst>
              </a:tr>
            </a:tbl>
          </a:graphicData>
        </a:graphic>
      </p:graphicFrame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0ADAA793-8D49-4BBF-A9A3-89A84AEAA47B}"/>
              </a:ext>
            </a:extLst>
          </p:cNvPr>
          <p:cNvSpPr txBox="1"/>
          <p:nvPr/>
        </p:nvSpPr>
        <p:spPr>
          <a:xfrm>
            <a:off x="5390780" y="962158"/>
            <a:ext cx="5064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L</a:t>
            </a: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3121E8D0-F59D-4A5D-951D-14E18835A720}"/>
              </a:ext>
            </a:extLst>
          </p:cNvPr>
          <p:cNvSpPr txBox="1"/>
          <p:nvPr/>
        </p:nvSpPr>
        <p:spPr>
          <a:xfrm>
            <a:off x="5323568" y="5107248"/>
            <a:ext cx="5064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R</a:t>
            </a:r>
          </a:p>
        </p:txBody>
      </p:sp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7875EE7E-687F-41ED-8F12-2681C6EBE0B1}"/>
              </a:ext>
            </a:extLst>
          </p:cNvPr>
          <p:cNvSpPr/>
          <p:nvPr/>
        </p:nvSpPr>
        <p:spPr>
          <a:xfrm>
            <a:off x="5897218" y="3180642"/>
            <a:ext cx="1146085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Reader</a:t>
            </a:r>
            <a:endParaRPr lang="vi-VN" b="1">
              <a:solidFill>
                <a:schemeClr val="tx1"/>
              </a:solidFill>
            </a:endParaRPr>
          </a:p>
        </p:txBody>
      </p:sp>
      <p:cxnSp>
        <p:nvCxnSpPr>
          <p:cNvPr id="10" name="Đường kết nối Mũi tên Thẳng 9">
            <a:extLst>
              <a:ext uri="{FF2B5EF4-FFF2-40B4-BE49-F238E27FC236}">
                <a16:creationId xmlns:a16="http://schemas.microsoft.com/office/drawing/2014/main" id="{D3518D8B-7BF6-453B-ABC3-BD339DF82ECB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5160998" y="3442252"/>
            <a:ext cx="7362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Hộp Văn bản 10">
                <a:extLst>
                  <a:ext uri="{FF2B5EF4-FFF2-40B4-BE49-F238E27FC236}">
                    <a16:creationId xmlns:a16="http://schemas.microsoft.com/office/drawing/2014/main" id="{5E1624B9-355F-4622-B5E2-DFFDC03CC872}"/>
                  </a:ext>
                </a:extLst>
              </p:cNvPr>
              <p:cNvSpPr txBox="1"/>
              <p:nvPr/>
            </p:nvSpPr>
            <p:spPr>
              <a:xfrm>
                <a:off x="7153318" y="2967335"/>
                <a:ext cx="214685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=0∈{0,1,#}</m:t>
                      </m:r>
                    </m:oMath>
                  </m:oMathPara>
                </a14:m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1" name="Hộp Văn bản 10">
                <a:extLst>
                  <a:ext uri="{FF2B5EF4-FFF2-40B4-BE49-F238E27FC236}">
                    <a16:creationId xmlns:a16="http://schemas.microsoft.com/office/drawing/2014/main" id="{5E1624B9-355F-4622-B5E2-DFFDC03CC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3318" y="2967335"/>
                <a:ext cx="2146852" cy="9233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56629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D74EE2B5-EAB7-4437-9BFE-45AC32C79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F7CBD-B9A5-4D53-9D65-FFCCF7EF1299}" type="slidenum">
              <a:rPr lang="vi-VN" smtClean="0"/>
              <a:t>20</a:t>
            </a:fld>
            <a:endParaRPr lang="vi-VN"/>
          </a:p>
        </p:txBody>
      </p:sp>
      <p:graphicFrame>
        <p:nvGraphicFramePr>
          <p:cNvPr id="5" name="Bảng 8">
            <a:extLst>
              <a:ext uri="{FF2B5EF4-FFF2-40B4-BE49-F238E27FC236}">
                <a16:creationId xmlns:a16="http://schemas.microsoft.com/office/drawing/2014/main" id="{7AD89E5A-59D7-4F51-B08C-FE655B855B85}"/>
              </a:ext>
            </a:extLst>
          </p:cNvPr>
          <p:cNvGraphicFramePr>
            <a:graphicFrameLocks noGrp="1"/>
          </p:cNvGraphicFramePr>
          <p:nvPr/>
        </p:nvGraphicFramePr>
        <p:xfrm>
          <a:off x="3904295" y="1097280"/>
          <a:ext cx="124440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4404">
                  <a:extLst>
                    <a:ext uri="{9D8B030D-6E8A-4147-A177-3AD203B41FA5}">
                      <a16:colId xmlns:a16="http://schemas.microsoft.com/office/drawing/2014/main" val="4226716743"/>
                    </a:ext>
                  </a:extLst>
                </a:gridCol>
              </a:tblGrid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#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662986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953674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4641734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707190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420527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974870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375856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204128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#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671949"/>
                  </a:ext>
                </a:extLst>
              </a:tr>
            </a:tbl>
          </a:graphicData>
        </a:graphic>
      </p:graphicFrame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0ADAA793-8D49-4BBF-A9A3-89A84AEAA47B}"/>
              </a:ext>
            </a:extLst>
          </p:cNvPr>
          <p:cNvSpPr txBox="1"/>
          <p:nvPr/>
        </p:nvSpPr>
        <p:spPr>
          <a:xfrm>
            <a:off x="5390780" y="962158"/>
            <a:ext cx="5064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L</a:t>
            </a: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3121E8D0-F59D-4A5D-951D-14E18835A720}"/>
              </a:ext>
            </a:extLst>
          </p:cNvPr>
          <p:cNvSpPr txBox="1"/>
          <p:nvPr/>
        </p:nvSpPr>
        <p:spPr>
          <a:xfrm>
            <a:off x="5323568" y="5107248"/>
            <a:ext cx="5064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R</a:t>
            </a:r>
          </a:p>
        </p:txBody>
      </p:sp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7875EE7E-687F-41ED-8F12-2681C6EBE0B1}"/>
              </a:ext>
            </a:extLst>
          </p:cNvPr>
          <p:cNvSpPr/>
          <p:nvPr/>
        </p:nvSpPr>
        <p:spPr>
          <a:xfrm>
            <a:off x="5897218" y="3642307"/>
            <a:ext cx="1146085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Reader</a:t>
            </a:r>
            <a:endParaRPr lang="vi-VN" b="1">
              <a:solidFill>
                <a:schemeClr val="tx1"/>
              </a:solidFill>
            </a:endParaRPr>
          </a:p>
        </p:txBody>
      </p:sp>
      <p:cxnSp>
        <p:nvCxnSpPr>
          <p:cNvPr id="10" name="Đường kết nối Mũi tên Thẳng 9">
            <a:extLst>
              <a:ext uri="{FF2B5EF4-FFF2-40B4-BE49-F238E27FC236}">
                <a16:creationId xmlns:a16="http://schemas.microsoft.com/office/drawing/2014/main" id="{D3518D8B-7BF6-453B-ABC3-BD339DF82ECB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5160998" y="3903917"/>
            <a:ext cx="7362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Hộp Văn bản 10">
                <a:extLst>
                  <a:ext uri="{FF2B5EF4-FFF2-40B4-BE49-F238E27FC236}">
                    <a16:creationId xmlns:a16="http://schemas.microsoft.com/office/drawing/2014/main" id="{5E1624B9-355F-4622-B5E2-DFFDC03CC872}"/>
                  </a:ext>
                </a:extLst>
              </p:cNvPr>
              <p:cNvSpPr txBox="1"/>
              <p:nvPr/>
            </p:nvSpPr>
            <p:spPr>
              <a:xfrm>
                <a:off x="7153318" y="3429000"/>
                <a:ext cx="214685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=0∈{0,1,#}</m:t>
                      </m:r>
                    </m:oMath>
                  </m:oMathPara>
                </a14:m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1" name="Hộp Văn bản 10">
                <a:extLst>
                  <a:ext uri="{FF2B5EF4-FFF2-40B4-BE49-F238E27FC236}">
                    <a16:creationId xmlns:a16="http://schemas.microsoft.com/office/drawing/2014/main" id="{5E1624B9-355F-4622-B5E2-DFFDC03CC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3318" y="3429000"/>
                <a:ext cx="2146852" cy="9233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67786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D74EE2B5-EAB7-4437-9BFE-45AC32C79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F7CBD-B9A5-4D53-9D65-FFCCF7EF1299}" type="slidenum">
              <a:rPr lang="vi-VN" smtClean="0"/>
              <a:t>21</a:t>
            </a:fld>
            <a:endParaRPr lang="vi-VN"/>
          </a:p>
        </p:txBody>
      </p:sp>
      <p:graphicFrame>
        <p:nvGraphicFramePr>
          <p:cNvPr id="5" name="Bảng 8">
            <a:extLst>
              <a:ext uri="{FF2B5EF4-FFF2-40B4-BE49-F238E27FC236}">
                <a16:creationId xmlns:a16="http://schemas.microsoft.com/office/drawing/2014/main" id="{7AD89E5A-59D7-4F51-B08C-FE655B855B85}"/>
              </a:ext>
            </a:extLst>
          </p:cNvPr>
          <p:cNvGraphicFramePr>
            <a:graphicFrameLocks noGrp="1"/>
          </p:cNvGraphicFramePr>
          <p:nvPr/>
        </p:nvGraphicFramePr>
        <p:xfrm>
          <a:off x="3904295" y="1097280"/>
          <a:ext cx="124440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4404">
                  <a:extLst>
                    <a:ext uri="{9D8B030D-6E8A-4147-A177-3AD203B41FA5}">
                      <a16:colId xmlns:a16="http://schemas.microsoft.com/office/drawing/2014/main" val="4226716743"/>
                    </a:ext>
                  </a:extLst>
                </a:gridCol>
              </a:tblGrid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#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662986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953674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4641734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707190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420527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974870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375856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204128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#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671949"/>
                  </a:ext>
                </a:extLst>
              </a:tr>
            </a:tbl>
          </a:graphicData>
        </a:graphic>
      </p:graphicFrame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0ADAA793-8D49-4BBF-A9A3-89A84AEAA47B}"/>
              </a:ext>
            </a:extLst>
          </p:cNvPr>
          <p:cNvSpPr txBox="1"/>
          <p:nvPr/>
        </p:nvSpPr>
        <p:spPr>
          <a:xfrm>
            <a:off x="5390780" y="962158"/>
            <a:ext cx="5064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L</a:t>
            </a: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3121E8D0-F59D-4A5D-951D-14E18835A720}"/>
              </a:ext>
            </a:extLst>
          </p:cNvPr>
          <p:cNvSpPr txBox="1"/>
          <p:nvPr/>
        </p:nvSpPr>
        <p:spPr>
          <a:xfrm>
            <a:off x="5323568" y="5107248"/>
            <a:ext cx="5064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R</a:t>
            </a:r>
          </a:p>
        </p:txBody>
      </p:sp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7875EE7E-687F-41ED-8F12-2681C6EBE0B1}"/>
              </a:ext>
            </a:extLst>
          </p:cNvPr>
          <p:cNvSpPr/>
          <p:nvPr/>
        </p:nvSpPr>
        <p:spPr>
          <a:xfrm>
            <a:off x="5897218" y="4172394"/>
            <a:ext cx="1146085" cy="52322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bg1"/>
                </a:solidFill>
              </a:rPr>
              <a:t>Reader</a:t>
            </a:r>
            <a:endParaRPr lang="vi-VN" b="1">
              <a:solidFill>
                <a:schemeClr val="bg1"/>
              </a:solidFill>
            </a:endParaRPr>
          </a:p>
        </p:txBody>
      </p:sp>
      <p:cxnSp>
        <p:nvCxnSpPr>
          <p:cNvPr id="10" name="Đường kết nối Mũi tên Thẳng 9">
            <a:extLst>
              <a:ext uri="{FF2B5EF4-FFF2-40B4-BE49-F238E27FC236}">
                <a16:creationId xmlns:a16="http://schemas.microsoft.com/office/drawing/2014/main" id="{D3518D8B-7BF6-453B-ABC3-BD339DF82ECB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5160998" y="4434004"/>
            <a:ext cx="7362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Hộp Văn bản 10">
                <a:extLst>
                  <a:ext uri="{FF2B5EF4-FFF2-40B4-BE49-F238E27FC236}">
                    <a16:creationId xmlns:a16="http://schemas.microsoft.com/office/drawing/2014/main" id="{5E1624B9-355F-4622-B5E2-DFFDC03CC872}"/>
                  </a:ext>
                </a:extLst>
              </p:cNvPr>
              <p:cNvSpPr txBox="1"/>
              <p:nvPr/>
            </p:nvSpPr>
            <p:spPr>
              <a:xfrm>
                <a:off x="7153317" y="3959087"/>
                <a:ext cx="2560525" cy="9447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𝑎𝑐𝑐𝑒𝑝𝑡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=1∈{0,1,#}</m:t>
                      </m:r>
                    </m:oMath>
                  </m:oMathPara>
                </a14:m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=∅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1" name="Hộp Văn bản 10">
                <a:extLst>
                  <a:ext uri="{FF2B5EF4-FFF2-40B4-BE49-F238E27FC236}">
                    <a16:creationId xmlns:a16="http://schemas.microsoft.com/office/drawing/2014/main" id="{5E1624B9-355F-4622-B5E2-DFFDC03CC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3317" y="3959087"/>
                <a:ext cx="2560525" cy="94474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15611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FC1AF477-930E-4302-B3EE-9AC4ED3C4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Nondeterministic</a:t>
            </a:r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A39DCE85-C6C8-403C-92D6-725D61FA1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F7CBD-B9A5-4D53-9D65-FFCCF7EF1299}" type="slidenum">
              <a:rPr lang="vi-VN" smtClean="0"/>
              <a:t>22</a:t>
            </a:fld>
            <a:endParaRPr lang="vi-VN"/>
          </a:p>
        </p:txBody>
      </p:sp>
      <p:graphicFrame>
        <p:nvGraphicFramePr>
          <p:cNvPr id="5" name="Bảng 5">
            <a:extLst>
              <a:ext uri="{FF2B5EF4-FFF2-40B4-BE49-F238E27FC236}">
                <a16:creationId xmlns:a16="http://schemas.microsoft.com/office/drawing/2014/main" id="{29AE3E99-5E65-443F-95B2-2872B6A3E3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2118207"/>
              </p:ext>
            </p:extLst>
          </p:nvPr>
        </p:nvGraphicFramePr>
        <p:xfrm>
          <a:off x="838200" y="3891218"/>
          <a:ext cx="8128000" cy="50850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83170927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65328006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8985353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97364575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81169872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7427591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02282619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11833016"/>
                    </a:ext>
                  </a:extLst>
                </a:gridCol>
              </a:tblGrid>
              <a:tr h="508504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#</a:t>
                      </a:r>
                      <a:endParaRPr lang="vi-VN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0</a:t>
                      </a:r>
                      <a:endParaRPr lang="vi-VN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0</a:t>
                      </a:r>
                      <a:endParaRPr lang="vi-VN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0</a:t>
                      </a:r>
                      <a:endParaRPr lang="vi-VN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0</a:t>
                      </a:r>
                      <a:endParaRPr lang="vi-VN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0</a:t>
                      </a:r>
                      <a:endParaRPr lang="vi-VN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1</a:t>
                      </a:r>
                      <a:endParaRPr lang="vi-VN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#</a:t>
                      </a:r>
                      <a:endParaRPr lang="vi-VN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5449240"/>
                  </a:ext>
                </a:extLst>
              </a:tr>
            </a:tbl>
          </a:graphicData>
        </a:graphic>
      </p:graphicFrame>
      <p:sp>
        <p:nvSpPr>
          <p:cNvPr id="6" name="Hình chữ nhật 5">
            <a:extLst>
              <a:ext uri="{FF2B5EF4-FFF2-40B4-BE49-F238E27FC236}">
                <a16:creationId xmlns:a16="http://schemas.microsoft.com/office/drawing/2014/main" id="{643682D6-8910-4935-9A06-DF553F395132}"/>
              </a:ext>
            </a:extLst>
          </p:cNvPr>
          <p:cNvSpPr/>
          <p:nvPr/>
        </p:nvSpPr>
        <p:spPr>
          <a:xfrm>
            <a:off x="3909391" y="2004807"/>
            <a:ext cx="980661" cy="6321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Reader</a:t>
            </a:r>
            <a:endParaRPr lang="vi-VN" b="1">
              <a:solidFill>
                <a:schemeClr val="tx1"/>
              </a:solidFill>
            </a:endParaRPr>
          </a:p>
        </p:txBody>
      </p:sp>
      <p:cxnSp>
        <p:nvCxnSpPr>
          <p:cNvPr id="8" name="Đường kết nối Mũi tên Thẳng 7">
            <a:extLst>
              <a:ext uri="{FF2B5EF4-FFF2-40B4-BE49-F238E27FC236}">
                <a16:creationId xmlns:a16="http://schemas.microsoft.com/office/drawing/2014/main" id="{D3008B2A-DC2F-4DB0-8C7C-1F99089AF5EC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4399722" y="2636961"/>
            <a:ext cx="0" cy="12542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Hộp Văn bản 12">
            <a:extLst>
              <a:ext uri="{FF2B5EF4-FFF2-40B4-BE49-F238E27FC236}">
                <a16:creationId xmlns:a16="http://schemas.microsoft.com/office/drawing/2014/main" id="{B550DC39-AE65-4D24-9C2F-7B8D6B25E375}"/>
              </a:ext>
            </a:extLst>
          </p:cNvPr>
          <p:cNvSpPr txBox="1"/>
          <p:nvPr/>
        </p:nvSpPr>
        <p:spPr>
          <a:xfrm>
            <a:off x="4562613" y="3207767"/>
            <a:ext cx="2120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Read – write head</a:t>
            </a:r>
            <a:endParaRPr lang="vi-VN"/>
          </a:p>
        </p:txBody>
      </p:sp>
      <p:sp>
        <p:nvSpPr>
          <p:cNvPr id="14" name="Hình chữ nhật 13">
            <a:extLst>
              <a:ext uri="{FF2B5EF4-FFF2-40B4-BE49-F238E27FC236}">
                <a16:creationId xmlns:a16="http://schemas.microsoft.com/office/drawing/2014/main" id="{1D9C9DEA-308A-47C8-88E0-64DA73646AA9}"/>
              </a:ext>
            </a:extLst>
          </p:cNvPr>
          <p:cNvSpPr/>
          <p:nvPr/>
        </p:nvSpPr>
        <p:spPr>
          <a:xfrm>
            <a:off x="1921565" y="2004807"/>
            <a:ext cx="1398105" cy="6321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Guessing module</a:t>
            </a:r>
            <a:endParaRPr lang="vi-VN" b="1">
              <a:solidFill>
                <a:schemeClr val="tx1"/>
              </a:solidFill>
            </a:endParaRPr>
          </a:p>
        </p:txBody>
      </p:sp>
      <p:cxnSp>
        <p:nvCxnSpPr>
          <p:cNvPr id="17" name="Đường kết nối Mũi tên Thẳng 16">
            <a:extLst>
              <a:ext uri="{FF2B5EF4-FFF2-40B4-BE49-F238E27FC236}">
                <a16:creationId xmlns:a16="http://schemas.microsoft.com/office/drawing/2014/main" id="{E367457E-BDA6-411D-853E-C240825DBEF9}"/>
              </a:ext>
            </a:extLst>
          </p:cNvPr>
          <p:cNvCxnSpPr>
            <a:stCxn id="14" idx="3"/>
            <a:endCxn id="6" idx="1"/>
          </p:cNvCxnSpPr>
          <p:nvPr/>
        </p:nvCxnSpPr>
        <p:spPr>
          <a:xfrm>
            <a:off x="3319670" y="2320884"/>
            <a:ext cx="58972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Hộp Văn bản 17">
            <a:extLst>
              <a:ext uri="{FF2B5EF4-FFF2-40B4-BE49-F238E27FC236}">
                <a16:creationId xmlns:a16="http://schemas.microsoft.com/office/drawing/2014/main" id="{80A6FDE9-2CE4-429B-AD94-5863FBAE274C}"/>
              </a:ext>
            </a:extLst>
          </p:cNvPr>
          <p:cNvSpPr txBox="1"/>
          <p:nvPr/>
        </p:nvSpPr>
        <p:spPr>
          <a:xfrm>
            <a:off x="9114734" y="3960804"/>
            <a:ext cx="691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Tape</a:t>
            </a:r>
            <a:endParaRPr lang="vi-VN"/>
          </a:p>
        </p:txBody>
      </p:sp>
      <p:cxnSp>
        <p:nvCxnSpPr>
          <p:cNvPr id="22" name="Đường kết nối Mũi tên Thẳng 21">
            <a:extLst>
              <a:ext uri="{FF2B5EF4-FFF2-40B4-BE49-F238E27FC236}">
                <a16:creationId xmlns:a16="http://schemas.microsoft.com/office/drawing/2014/main" id="{85BCC914-0851-429F-B6B6-19621D5D327B}"/>
              </a:ext>
            </a:extLst>
          </p:cNvPr>
          <p:cNvCxnSpPr>
            <a:stCxn id="14" idx="2"/>
          </p:cNvCxnSpPr>
          <p:nvPr/>
        </p:nvCxnSpPr>
        <p:spPr>
          <a:xfrm>
            <a:off x="2620618" y="2636961"/>
            <a:ext cx="1487556" cy="12542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Hộp Văn bản 22">
            <a:extLst>
              <a:ext uri="{FF2B5EF4-FFF2-40B4-BE49-F238E27FC236}">
                <a16:creationId xmlns:a16="http://schemas.microsoft.com/office/drawing/2014/main" id="{79E155EA-EEBF-49B0-BA92-8AFBB0C39ABD}"/>
              </a:ext>
            </a:extLst>
          </p:cNvPr>
          <p:cNvSpPr txBox="1"/>
          <p:nvPr/>
        </p:nvSpPr>
        <p:spPr>
          <a:xfrm>
            <a:off x="1356692" y="3264089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Write - only head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23225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1612F00-E5D1-41F8-B014-EE0C41431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Nondeterministic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20D0CDB7-408E-4087-97A3-9FD1143A2D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44923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Nondeterministic Turing machine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𝑠𝑡𝑎𝑟𝑡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𝑟𝑒𝑗𝑒𝑐𝑡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𝑎𝑐𝑐𝑒𝑝𝑡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20D0CDB7-408E-4087-97A3-9FD1143A2D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44923"/>
              </a:xfrm>
              <a:blipFill>
                <a:blip r:embed="rId2"/>
                <a:stretch>
                  <a:fillRect l="-1043" t="-31507" b="-26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F8F89BA8-C804-49F1-AF16-C98ACEB3D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BBA0F-ED8F-4A6E-AA06-FEAFBF3D52EE}" type="slidenum">
              <a:rPr lang="en-US" smtClean="0"/>
              <a:t>23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85497540-82E5-44C4-88E3-34180F358CF5}"/>
                  </a:ext>
                </a:extLst>
              </p:cNvPr>
              <p:cNvSpPr txBox="1"/>
              <p:nvPr/>
            </p:nvSpPr>
            <p:spPr>
              <a:xfrm>
                <a:off x="838200" y="2405485"/>
                <a:ext cx="1030687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l-GR" sz="280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l-GR" sz="2800" i="1" smtClean="0">
                        <a:latin typeface="Cambria Math" panose="02040503050406030204" pitchFamily="18" charset="0"/>
                      </a:rPr>
                      <m:t> × </m:t>
                    </m:r>
                    <m:r>
                      <m:rPr>
                        <m:sty m:val="p"/>
                      </m:rPr>
                      <a:rPr lang="el-GR" sz="280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280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l-GR" sz="2800" i="1" smtClean="0">
                        <a:latin typeface="Cambria Math" panose="02040503050406030204" pitchFamily="18" charset="0"/>
                      </a:rPr>
                      <m:t> × </m:t>
                    </m:r>
                    <m:r>
                      <m:rPr>
                        <m:sty m:val="p"/>
                      </m:rPr>
                      <a:rPr lang="el-GR" sz="280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l-GR" sz="2800" i="1" smtClean="0">
                        <a:latin typeface="Cambria Math" panose="02040503050406030204" pitchFamily="18" charset="0"/>
                      </a:rPr>
                      <m:t> × </m:t>
                    </m:r>
                    <m:d>
                      <m:dPr>
                        <m:begChr m:val="{"/>
                        <m:endChr m:val="}"/>
                        <m:ctrlPr>
                          <a:rPr lang="el-GR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sz="280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l-GR" sz="280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l-GR" sz="280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/>
                  <a:t>,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/>
                  <a:t> denotes for power set of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sz="2800"/>
              </a:p>
            </p:txBody>
          </p:sp>
        </mc:Choice>
        <mc:Fallback xmlns="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85497540-82E5-44C4-88E3-34180F358C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405485"/>
                <a:ext cx="10306878" cy="523220"/>
              </a:xfrm>
              <a:prstGeom prst="rect">
                <a:avLst/>
              </a:prstGeom>
              <a:blipFill>
                <a:blip r:embed="rId3"/>
                <a:stretch>
                  <a:fillRect t="-11765" b="-34118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621B9B49-9838-45E7-BE03-0CC167A0C02C}"/>
              </a:ext>
            </a:extLst>
          </p:cNvPr>
          <p:cNvSpPr txBox="1"/>
          <p:nvPr/>
        </p:nvSpPr>
        <p:spPr>
          <a:xfrm>
            <a:off x="838200" y="3190064"/>
            <a:ext cx="1073094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>
                <a:solidFill>
                  <a:srgbClr val="000000"/>
                </a:solidFill>
                <a:effectLst/>
                <a:latin typeface="Calibri (Thân)"/>
              </a:rPr>
              <a:t>If the problem is solvable in polynomial time by a non-deterministic Turing machine, the problem belongs to NP class</a:t>
            </a:r>
            <a:endParaRPr lang="vi-VN" sz="2800">
              <a:latin typeface="Calibri (Thân)"/>
            </a:endParaRPr>
          </a:p>
        </p:txBody>
      </p:sp>
    </p:spTree>
    <p:extLst>
      <p:ext uri="{BB962C8B-B14F-4D97-AF65-F5344CB8AC3E}">
        <p14:creationId xmlns:p14="http://schemas.microsoft.com/office/powerpoint/2010/main" val="23378227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Đường nối Thẳng 4">
            <a:extLst>
              <a:ext uri="{FF2B5EF4-FFF2-40B4-BE49-F238E27FC236}">
                <a16:creationId xmlns:a16="http://schemas.microsoft.com/office/drawing/2014/main" id="{98C885DC-C1BB-44B4-BED5-368EDF7ECB8A}"/>
              </a:ext>
            </a:extLst>
          </p:cNvPr>
          <p:cNvCxnSpPr>
            <a:cxnSpLocks/>
          </p:cNvCxnSpPr>
          <p:nvPr/>
        </p:nvCxnSpPr>
        <p:spPr>
          <a:xfrm>
            <a:off x="5570806" y="661182"/>
            <a:ext cx="0" cy="461420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A6542C27-5933-4543-A6EC-BE2B06C6A6DD}"/>
              </a:ext>
            </a:extLst>
          </p:cNvPr>
          <p:cNvSpPr txBox="1"/>
          <p:nvPr/>
        </p:nvSpPr>
        <p:spPr>
          <a:xfrm>
            <a:off x="2096087" y="661182"/>
            <a:ext cx="2700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Deterministic</a:t>
            </a: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BB5464A6-3670-4D09-AFCA-D31B740FB6DD}"/>
              </a:ext>
            </a:extLst>
          </p:cNvPr>
          <p:cNvSpPr txBox="1"/>
          <p:nvPr/>
        </p:nvSpPr>
        <p:spPr>
          <a:xfrm>
            <a:off x="6096000" y="661182"/>
            <a:ext cx="2700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Nondeterministic</a:t>
            </a:r>
          </a:p>
        </p:txBody>
      </p:sp>
      <p:cxnSp>
        <p:nvCxnSpPr>
          <p:cNvPr id="9" name="Đường nối Thẳng 8">
            <a:extLst>
              <a:ext uri="{FF2B5EF4-FFF2-40B4-BE49-F238E27FC236}">
                <a16:creationId xmlns:a16="http://schemas.microsoft.com/office/drawing/2014/main" id="{EB26EA95-6673-4865-843C-5E7D8BD08EAC}"/>
              </a:ext>
            </a:extLst>
          </p:cNvPr>
          <p:cNvCxnSpPr>
            <a:cxnSpLocks/>
          </p:cNvCxnSpPr>
          <p:nvPr/>
        </p:nvCxnSpPr>
        <p:spPr>
          <a:xfrm flipH="1">
            <a:off x="1596098" y="661182"/>
            <a:ext cx="492369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Đường nối Thẳng 11">
            <a:extLst>
              <a:ext uri="{FF2B5EF4-FFF2-40B4-BE49-F238E27FC236}">
                <a16:creationId xmlns:a16="http://schemas.microsoft.com/office/drawing/2014/main" id="{D926BDF1-53C3-4E5E-B535-154D8439F2B9}"/>
              </a:ext>
            </a:extLst>
          </p:cNvPr>
          <p:cNvCxnSpPr>
            <a:cxnSpLocks/>
          </p:cNvCxnSpPr>
          <p:nvPr/>
        </p:nvCxnSpPr>
        <p:spPr>
          <a:xfrm flipH="1">
            <a:off x="1614855" y="5275385"/>
            <a:ext cx="492369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Đường kết nối Mũi tên Thẳng 13">
            <a:extLst>
              <a:ext uri="{FF2B5EF4-FFF2-40B4-BE49-F238E27FC236}">
                <a16:creationId xmlns:a16="http://schemas.microsoft.com/office/drawing/2014/main" id="{B71046D7-D684-43AB-9E56-7142AB5E1C78}"/>
              </a:ext>
            </a:extLst>
          </p:cNvPr>
          <p:cNvCxnSpPr/>
          <p:nvPr/>
        </p:nvCxnSpPr>
        <p:spPr>
          <a:xfrm>
            <a:off x="1842282" y="661182"/>
            <a:ext cx="0" cy="4614203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Hình Bầu dục 17">
            <a:extLst>
              <a:ext uri="{FF2B5EF4-FFF2-40B4-BE49-F238E27FC236}">
                <a16:creationId xmlns:a16="http://schemas.microsoft.com/office/drawing/2014/main" id="{35CA6449-6970-43A8-A34C-2FB64E42A74E}"/>
              </a:ext>
            </a:extLst>
          </p:cNvPr>
          <p:cNvSpPr/>
          <p:nvPr/>
        </p:nvSpPr>
        <p:spPr>
          <a:xfrm>
            <a:off x="3334042" y="1371607"/>
            <a:ext cx="154744" cy="15473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Đường kết nối Mũi tên Thẳng 19">
            <a:extLst>
              <a:ext uri="{FF2B5EF4-FFF2-40B4-BE49-F238E27FC236}">
                <a16:creationId xmlns:a16="http://schemas.microsoft.com/office/drawing/2014/main" id="{2502F663-AFF8-4D6A-8C6F-68F258F5EACE}"/>
              </a:ext>
            </a:extLst>
          </p:cNvPr>
          <p:cNvCxnSpPr/>
          <p:nvPr/>
        </p:nvCxnSpPr>
        <p:spPr>
          <a:xfrm>
            <a:off x="3411414" y="1631852"/>
            <a:ext cx="0" cy="4360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Hình Bầu dục 20">
            <a:extLst>
              <a:ext uri="{FF2B5EF4-FFF2-40B4-BE49-F238E27FC236}">
                <a16:creationId xmlns:a16="http://schemas.microsoft.com/office/drawing/2014/main" id="{56A85EC9-422A-47E4-B0A7-832A7F683AEF}"/>
              </a:ext>
            </a:extLst>
          </p:cNvPr>
          <p:cNvSpPr/>
          <p:nvPr/>
        </p:nvSpPr>
        <p:spPr>
          <a:xfrm>
            <a:off x="3334042" y="2159458"/>
            <a:ext cx="154744" cy="15473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Đường kết nối Mũi tên Thẳng 21">
            <a:extLst>
              <a:ext uri="{FF2B5EF4-FFF2-40B4-BE49-F238E27FC236}">
                <a16:creationId xmlns:a16="http://schemas.microsoft.com/office/drawing/2014/main" id="{0102FB7B-626F-4CCD-B447-01826C94DEB9}"/>
              </a:ext>
            </a:extLst>
          </p:cNvPr>
          <p:cNvCxnSpPr/>
          <p:nvPr/>
        </p:nvCxnSpPr>
        <p:spPr>
          <a:xfrm>
            <a:off x="3411414" y="2419703"/>
            <a:ext cx="0" cy="4360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Hộp Văn bản 23">
            <a:extLst>
              <a:ext uri="{FF2B5EF4-FFF2-40B4-BE49-F238E27FC236}">
                <a16:creationId xmlns:a16="http://schemas.microsoft.com/office/drawing/2014/main" id="{140251EC-3A24-4C5B-A3AC-FD094CC2A81F}"/>
              </a:ext>
            </a:extLst>
          </p:cNvPr>
          <p:cNvSpPr txBox="1"/>
          <p:nvPr/>
        </p:nvSpPr>
        <p:spPr>
          <a:xfrm>
            <a:off x="2060917" y="2947309"/>
            <a:ext cx="2700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…</a:t>
            </a:r>
          </a:p>
        </p:txBody>
      </p:sp>
      <p:sp>
        <p:nvSpPr>
          <p:cNvPr id="26" name="Hình Bầu dục 25">
            <a:extLst>
              <a:ext uri="{FF2B5EF4-FFF2-40B4-BE49-F238E27FC236}">
                <a16:creationId xmlns:a16="http://schemas.microsoft.com/office/drawing/2014/main" id="{49C45E2D-2766-485D-AC86-AB4640FD5CFC}"/>
              </a:ext>
            </a:extLst>
          </p:cNvPr>
          <p:cNvSpPr/>
          <p:nvPr/>
        </p:nvSpPr>
        <p:spPr>
          <a:xfrm>
            <a:off x="3322321" y="3408148"/>
            <a:ext cx="154744" cy="15473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Đường kết nối Mũi tên Thẳng 26">
            <a:extLst>
              <a:ext uri="{FF2B5EF4-FFF2-40B4-BE49-F238E27FC236}">
                <a16:creationId xmlns:a16="http://schemas.microsoft.com/office/drawing/2014/main" id="{7197D440-AC18-4984-A38C-0E0C2B7FC8CB}"/>
              </a:ext>
            </a:extLst>
          </p:cNvPr>
          <p:cNvCxnSpPr/>
          <p:nvPr/>
        </p:nvCxnSpPr>
        <p:spPr>
          <a:xfrm>
            <a:off x="3399693" y="3668393"/>
            <a:ext cx="0" cy="4360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Hình Bầu dục 28">
            <a:extLst>
              <a:ext uri="{FF2B5EF4-FFF2-40B4-BE49-F238E27FC236}">
                <a16:creationId xmlns:a16="http://schemas.microsoft.com/office/drawing/2014/main" id="{6566661C-E04F-452B-9476-BA510BEFC87A}"/>
              </a:ext>
            </a:extLst>
          </p:cNvPr>
          <p:cNvSpPr/>
          <p:nvPr/>
        </p:nvSpPr>
        <p:spPr>
          <a:xfrm>
            <a:off x="3322321" y="4206792"/>
            <a:ext cx="154744" cy="15473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Hộp Văn bản 30">
                <a:extLst>
                  <a:ext uri="{FF2B5EF4-FFF2-40B4-BE49-F238E27FC236}">
                    <a16:creationId xmlns:a16="http://schemas.microsoft.com/office/drawing/2014/main" id="{EA2263D8-C584-44F7-9430-F3E032A0D63B}"/>
                  </a:ext>
                </a:extLst>
              </p:cNvPr>
              <p:cNvSpPr txBox="1"/>
              <p:nvPr/>
            </p:nvSpPr>
            <p:spPr>
              <a:xfrm>
                <a:off x="3147652" y="4079245"/>
                <a:ext cx="2423154" cy="3950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𝑎𝑐𝑐𝑒𝑝𝑡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/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𝑟𝑒𝑗𝑒𝑐𝑡</m:t>
                          </m:r>
                        </m:sub>
                      </m:sSub>
                    </m:oMath>
                  </m:oMathPara>
                </a14:m>
                <a:endParaRPr lang="en-US" i="1"/>
              </a:p>
            </p:txBody>
          </p:sp>
        </mc:Choice>
        <mc:Fallback xmlns="">
          <p:sp>
            <p:nvSpPr>
              <p:cNvPr id="31" name="Hộp Văn bản 30">
                <a:extLst>
                  <a:ext uri="{FF2B5EF4-FFF2-40B4-BE49-F238E27FC236}">
                    <a16:creationId xmlns:a16="http://schemas.microsoft.com/office/drawing/2014/main" id="{EA2263D8-C584-44F7-9430-F3E032A0D6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7652" y="4079245"/>
                <a:ext cx="2423154" cy="395045"/>
              </a:xfrm>
              <a:prstGeom prst="rect">
                <a:avLst/>
              </a:prstGeom>
              <a:blipFill>
                <a:blip r:embed="rId2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Hình Bầu dục 31">
            <a:extLst>
              <a:ext uri="{FF2B5EF4-FFF2-40B4-BE49-F238E27FC236}">
                <a16:creationId xmlns:a16="http://schemas.microsoft.com/office/drawing/2014/main" id="{325C2661-97EA-4516-9A0A-A2F21FB4E879}"/>
              </a:ext>
            </a:extLst>
          </p:cNvPr>
          <p:cNvSpPr/>
          <p:nvPr/>
        </p:nvSpPr>
        <p:spPr>
          <a:xfrm>
            <a:off x="7380845" y="1371607"/>
            <a:ext cx="154744" cy="15473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Đường kết nối Mũi tên Thẳng 32">
            <a:extLst>
              <a:ext uri="{FF2B5EF4-FFF2-40B4-BE49-F238E27FC236}">
                <a16:creationId xmlns:a16="http://schemas.microsoft.com/office/drawing/2014/main" id="{8C58C3E4-897E-4A15-9BEB-17295D8344F9}"/>
              </a:ext>
            </a:extLst>
          </p:cNvPr>
          <p:cNvCxnSpPr/>
          <p:nvPr/>
        </p:nvCxnSpPr>
        <p:spPr>
          <a:xfrm>
            <a:off x="7458217" y="1631852"/>
            <a:ext cx="0" cy="4360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Hình Bầu dục 33">
            <a:extLst>
              <a:ext uri="{FF2B5EF4-FFF2-40B4-BE49-F238E27FC236}">
                <a16:creationId xmlns:a16="http://schemas.microsoft.com/office/drawing/2014/main" id="{90D7F1BD-5445-4564-B3FA-579C692A04F3}"/>
              </a:ext>
            </a:extLst>
          </p:cNvPr>
          <p:cNvSpPr/>
          <p:nvPr/>
        </p:nvSpPr>
        <p:spPr>
          <a:xfrm>
            <a:off x="7380845" y="2159458"/>
            <a:ext cx="154744" cy="15473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Đường kết nối Mũi tên Thẳng 34">
            <a:extLst>
              <a:ext uri="{FF2B5EF4-FFF2-40B4-BE49-F238E27FC236}">
                <a16:creationId xmlns:a16="http://schemas.microsoft.com/office/drawing/2014/main" id="{CFDF060B-E9E1-4017-9A43-706323FEFB6D}"/>
              </a:ext>
            </a:extLst>
          </p:cNvPr>
          <p:cNvCxnSpPr/>
          <p:nvPr/>
        </p:nvCxnSpPr>
        <p:spPr>
          <a:xfrm>
            <a:off x="7458217" y="2419703"/>
            <a:ext cx="0" cy="4360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Hình Bầu dục 35">
            <a:extLst>
              <a:ext uri="{FF2B5EF4-FFF2-40B4-BE49-F238E27FC236}">
                <a16:creationId xmlns:a16="http://schemas.microsoft.com/office/drawing/2014/main" id="{C885114B-9D68-474D-862D-7D34B9536C66}"/>
              </a:ext>
            </a:extLst>
          </p:cNvPr>
          <p:cNvSpPr/>
          <p:nvPr/>
        </p:nvSpPr>
        <p:spPr>
          <a:xfrm>
            <a:off x="7369124" y="4036798"/>
            <a:ext cx="154744" cy="15473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Đường kết nối Mũi tên Thẳng 36">
            <a:extLst>
              <a:ext uri="{FF2B5EF4-FFF2-40B4-BE49-F238E27FC236}">
                <a16:creationId xmlns:a16="http://schemas.microsoft.com/office/drawing/2014/main" id="{E613FF65-91EB-45A3-BF49-AF4EAC4C7840}"/>
              </a:ext>
            </a:extLst>
          </p:cNvPr>
          <p:cNvCxnSpPr/>
          <p:nvPr/>
        </p:nvCxnSpPr>
        <p:spPr>
          <a:xfrm>
            <a:off x="7446496" y="4297043"/>
            <a:ext cx="0" cy="4360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Hình Bầu dục 37">
            <a:extLst>
              <a:ext uri="{FF2B5EF4-FFF2-40B4-BE49-F238E27FC236}">
                <a16:creationId xmlns:a16="http://schemas.microsoft.com/office/drawing/2014/main" id="{8CA780A9-8CF9-499E-83C2-E445D315576A}"/>
              </a:ext>
            </a:extLst>
          </p:cNvPr>
          <p:cNvSpPr/>
          <p:nvPr/>
        </p:nvSpPr>
        <p:spPr>
          <a:xfrm>
            <a:off x="7369124" y="4835442"/>
            <a:ext cx="154744" cy="15473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Đường kết nối Mũi tên Thẳng 38">
            <a:extLst>
              <a:ext uri="{FF2B5EF4-FFF2-40B4-BE49-F238E27FC236}">
                <a16:creationId xmlns:a16="http://schemas.microsoft.com/office/drawing/2014/main" id="{9D9B1284-CD8A-4063-841F-69E5F5AFC010}"/>
              </a:ext>
            </a:extLst>
          </p:cNvPr>
          <p:cNvCxnSpPr>
            <a:cxnSpLocks/>
          </p:cNvCxnSpPr>
          <p:nvPr/>
        </p:nvCxnSpPr>
        <p:spPr>
          <a:xfrm>
            <a:off x="7613103" y="1631852"/>
            <a:ext cx="391555" cy="4360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Hình Bầu dục 42">
            <a:extLst>
              <a:ext uri="{FF2B5EF4-FFF2-40B4-BE49-F238E27FC236}">
                <a16:creationId xmlns:a16="http://schemas.microsoft.com/office/drawing/2014/main" id="{2F0FC994-B3D9-40D4-A60F-AC750D2F250F}"/>
              </a:ext>
            </a:extLst>
          </p:cNvPr>
          <p:cNvSpPr/>
          <p:nvPr/>
        </p:nvSpPr>
        <p:spPr>
          <a:xfrm>
            <a:off x="7993961" y="2159458"/>
            <a:ext cx="154744" cy="15473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Đường kết nối Mũi tên Thẳng 44">
            <a:extLst>
              <a:ext uri="{FF2B5EF4-FFF2-40B4-BE49-F238E27FC236}">
                <a16:creationId xmlns:a16="http://schemas.microsoft.com/office/drawing/2014/main" id="{C78F5842-CA3E-4364-83D2-C97C56D124DB}"/>
              </a:ext>
            </a:extLst>
          </p:cNvPr>
          <p:cNvCxnSpPr>
            <a:cxnSpLocks/>
          </p:cNvCxnSpPr>
          <p:nvPr/>
        </p:nvCxnSpPr>
        <p:spPr>
          <a:xfrm>
            <a:off x="8242341" y="2400603"/>
            <a:ext cx="391555" cy="4360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Hình Bầu dục 46">
            <a:extLst>
              <a:ext uri="{FF2B5EF4-FFF2-40B4-BE49-F238E27FC236}">
                <a16:creationId xmlns:a16="http://schemas.microsoft.com/office/drawing/2014/main" id="{930BFBEB-B1E6-4C07-B713-50B19569385D}"/>
              </a:ext>
            </a:extLst>
          </p:cNvPr>
          <p:cNvSpPr/>
          <p:nvPr/>
        </p:nvSpPr>
        <p:spPr>
          <a:xfrm>
            <a:off x="8648839" y="2890915"/>
            <a:ext cx="154744" cy="15473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Đường kết nối Mũi tên Thẳng 47">
            <a:extLst>
              <a:ext uri="{FF2B5EF4-FFF2-40B4-BE49-F238E27FC236}">
                <a16:creationId xmlns:a16="http://schemas.microsoft.com/office/drawing/2014/main" id="{ABD51419-3BAD-45F9-A956-81DC7F531BB3}"/>
              </a:ext>
            </a:extLst>
          </p:cNvPr>
          <p:cNvCxnSpPr>
            <a:cxnSpLocks/>
          </p:cNvCxnSpPr>
          <p:nvPr/>
        </p:nvCxnSpPr>
        <p:spPr>
          <a:xfrm flipH="1">
            <a:off x="6723908" y="2389292"/>
            <a:ext cx="524617" cy="44741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Hình Bầu dục 51">
            <a:extLst>
              <a:ext uri="{FF2B5EF4-FFF2-40B4-BE49-F238E27FC236}">
                <a16:creationId xmlns:a16="http://schemas.microsoft.com/office/drawing/2014/main" id="{EB763FB4-A8B8-4601-97B2-366B1B629733}"/>
              </a:ext>
            </a:extLst>
          </p:cNvPr>
          <p:cNvSpPr/>
          <p:nvPr/>
        </p:nvSpPr>
        <p:spPr>
          <a:xfrm>
            <a:off x="7380845" y="2890915"/>
            <a:ext cx="154744" cy="15473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Hình Bầu dục 53">
            <a:extLst>
              <a:ext uri="{FF2B5EF4-FFF2-40B4-BE49-F238E27FC236}">
                <a16:creationId xmlns:a16="http://schemas.microsoft.com/office/drawing/2014/main" id="{431AEF0E-812A-4D14-8ABA-1FC3530E8486}"/>
              </a:ext>
            </a:extLst>
          </p:cNvPr>
          <p:cNvSpPr/>
          <p:nvPr/>
        </p:nvSpPr>
        <p:spPr>
          <a:xfrm>
            <a:off x="6555318" y="2890915"/>
            <a:ext cx="154744" cy="15473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Hộp Văn bản 55">
            <a:extLst>
              <a:ext uri="{FF2B5EF4-FFF2-40B4-BE49-F238E27FC236}">
                <a16:creationId xmlns:a16="http://schemas.microsoft.com/office/drawing/2014/main" id="{9EA18BD4-60E6-4189-91EE-BC7E3939A5EE}"/>
              </a:ext>
            </a:extLst>
          </p:cNvPr>
          <p:cNvSpPr txBox="1"/>
          <p:nvPr/>
        </p:nvSpPr>
        <p:spPr>
          <a:xfrm>
            <a:off x="6107720" y="3542390"/>
            <a:ext cx="2700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…</a:t>
            </a:r>
          </a:p>
        </p:txBody>
      </p:sp>
      <p:cxnSp>
        <p:nvCxnSpPr>
          <p:cNvPr id="57" name="Đường kết nối Mũi tên Thẳng 56">
            <a:extLst>
              <a:ext uri="{FF2B5EF4-FFF2-40B4-BE49-F238E27FC236}">
                <a16:creationId xmlns:a16="http://schemas.microsoft.com/office/drawing/2014/main" id="{C0BE01FB-C9AB-4F61-99E9-75058299AC5D}"/>
              </a:ext>
            </a:extLst>
          </p:cNvPr>
          <p:cNvCxnSpPr/>
          <p:nvPr/>
        </p:nvCxnSpPr>
        <p:spPr>
          <a:xfrm>
            <a:off x="7458217" y="3131975"/>
            <a:ext cx="0" cy="4360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Hộp Văn bản 58">
                <a:extLst>
                  <a:ext uri="{FF2B5EF4-FFF2-40B4-BE49-F238E27FC236}">
                    <a16:creationId xmlns:a16="http://schemas.microsoft.com/office/drawing/2014/main" id="{78CB9E21-3C4F-4F0C-9EBF-855950F3B346}"/>
                  </a:ext>
                </a:extLst>
              </p:cNvPr>
              <p:cNvSpPr txBox="1"/>
              <p:nvPr/>
            </p:nvSpPr>
            <p:spPr>
              <a:xfrm>
                <a:off x="8134051" y="2749786"/>
                <a:ext cx="2423154" cy="3950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𝑎𝑐𝑐𝑒𝑝𝑡</m:t>
                          </m:r>
                        </m:sub>
                      </m:sSub>
                    </m:oMath>
                  </m:oMathPara>
                </a14:m>
                <a:endParaRPr lang="en-US" i="1"/>
              </a:p>
            </p:txBody>
          </p:sp>
        </mc:Choice>
        <mc:Fallback xmlns="">
          <p:sp>
            <p:nvSpPr>
              <p:cNvPr id="59" name="Hộp Văn bản 58">
                <a:extLst>
                  <a:ext uri="{FF2B5EF4-FFF2-40B4-BE49-F238E27FC236}">
                    <a16:creationId xmlns:a16="http://schemas.microsoft.com/office/drawing/2014/main" id="{78CB9E21-3C4F-4F0C-9EBF-855950F3B3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4051" y="2749786"/>
                <a:ext cx="2423154" cy="395045"/>
              </a:xfrm>
              <a:prstGeom prst="rect">
                <a:avLst/>
              </a:prstGeom>
              <a:blipFill>
                <a:blip r:embed="rId3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Hộp Văn bản 60">
                <a:extLst>
                  <a:ext uri="{FF2B5EF4-FFF2-40B4-BE49-F238E27FC236}">
                    <a16:creationId xmlns:a16="http://schemas.microsoft.com/office/drawing/2014/main" id="{3255920D-B384-4052-99C8-A89F47648D8D}"/>
                  </a:ext>
                </a:extLst>
              </p:cNvPr>
              <p:cNvSpPr txBox="1"/>
              <p:nvPr/>
            </p:nvSpPr>
            <p:spPr>
              <a:xfrm>
                <a:off x="6859756" y="4710953"/>
                <a:ext cx="2423154" cy="3950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𝑎𝑐𝑐𝑒𝑝𝑡</m:t>
                          </m:r>
                        </m:sub>
                      </m:sSub>
                    </m:oMath>
                  </m:oMathPara>
                </a14:m>
                <a:endParaRPr lang="en-US" i="1"/>
              </a:p>
            </p:txBody>
          </p:sp>
        </mc:Choice>
        <mc:Fallback xmlns="">
          <p:sp>
            <p:nvSpPr>
              <p:cNvPr id="61" name="Hộp Văn bản 60">
                <a:extLst>
                  <a:ext uri="{FF2B5EF4-FFF2-40B4-BE49-F238E27FC236}">
                    <a16:creationId xmlns:a16="http://schemas.microsoft.com/office/drawing/2014/main" id="{3255920D-B384-4052-99C8-A89F47648D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9756" y="4710953"/>
                <a:ext cx="2423154" cy="395045"/>
              </a:xfrm>
              <a:prstGeom prst="rect">
                <a:avLst/>
              </a:prstGeom>
              <a:blipFill>
                <a:blip r:embed="rId4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Hộp Văn bản 62">
                <a:extLst>
                  <a:ext uri="{FF2B5EF4-FFF2-40B4-BE49-F238E27FC236}">
                    <a16:creationId xmlns:a16="http://schemas.microsoft.com/office/drawing/2014/main" id="{DA483DAA-C2DF-4319-A0A3-772B36F1737D}"/>
                  </a:ext>
                </a:extLst>
              </p:cNvPr>
              <p:cNvSpPr txBox="1"/>
              <p:nvPr/>
            </p:nvSpPr>
            <p:spPr>
              <a:xfrm>
                <a:off x="4901345" y="2732469"/>
                <a:ext cx="2423154" cy="3916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𝑟𝑒𝑗𝑒𝑐𝑡</m:t>
                          </m:r>
                        </m:sub>
                      </m:sSub>
                    </m:oMath>
                  </m:oMathPara>
                </a14:m>
                <a:endParaRPr lang="en-US" i="1"/>
              </a:p>
            </p:txBody>
          </p:sp>
        </mc:Choice>
        <mc:Fallback xmlns="">
          <p:sp>
            <p:nvSpPr>
              <p:cNvPr id="63" name="Hộp Văn bản 62">
                <a:extLst>
                  <a:ext uri="{FF2B5EF4-FFF2-40B4-BE49-F238E27FC236}">
                    <a16:creationId xmlns:a16="http://schemas.microsoft.com/office/drawing/2014/main" id="{DA483DAA-C2DF-4319-A0A3-772B36F173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1345" y="2732469"/>
                <a:ext cx="2423154" cy="391646"/>
              </a:xfrm>
              <a:prstGeom prst="rect">
                <a:avLst/>
              </a:prstGeom>
              <a:blipFill>
                <a:blip r:embed="rId5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Hộp Văn bản 64">
                <a:extLst>
                  <a:ext uri="{FF2B5EF4-FFF2-40B4-BE49-F238E27FC236}">
                    <a16:creationId xmlns:a16="http://schemas.microsoft.com/office/drawing/2014/main" id="{C35F36B6-B1C0-4B0B-8843-5EFC2CAE588E}"/>
                  </a:ext>
                </a:extLst>
              </p:cNvPr>
              <p:cNvSpPr txBox="1"/>
              <p:nvPr/>
            </p:nvSpPr>
            <p:spPr>
              <a:xfrm>
                <a:off x="262600" y="2743626"/>
                <a:ext cx="23392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5" name="Hộp Văn bản 64">
                <a:extLst>
                  <a:ext uri="{FF2B5EF4-FFF2-40B4-BE49-F238E27FC236}">
                    <a16:creationId xmlns:a16="http://schemas.microsoft.com/office/drawing/2014/main" id="{C35F36B6-B1C0-4B0B-8843-5EFC2CAE58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600" y="2743626"/>
                <a:ext cx="2339261" cy="369332"/>
              </a:xfrm>
              <a:prstGeom prst="rect">
                <a:avLst/>
              </a:prstGeom>
              <a:blipFill>
                <a:blip r:embed="rId6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7F4F34DB-85AE-444C-A414-B156C67D9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BBA0F-ED8F-4A6E-AA06-FEAFBF3D52EE}" type="slidenum">
              <a:rPr lang="en-US" smtClean="0"/>
              <a:t>24</a:t>
            </a:fld>
            <a:endParaRPr lang="en-US"/>
          </a:p>
        </p:txBody>
      </p:sp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C1DEE39F-21A2-4712-B59A-A857340A934B}"/>
              </a:ext>
            </a:extLst>
          </p:cNvPr>
          <p:cNvSpPr txBox="1"/>
          <p:nvPr/>
        </p:nvSpPr>
        <p:spPr>
          <a:xfrm>
            <a:off x="2511744" y="5275385"/>
            <a:ext cx="2232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 computation path</a:t>
            </a:r>
            <a:endParaRPr lang="vi-VN"/>
          </a:p>
        </p:txBody>
      </p:sp>
      <p:sp>
        <p:nvSpPr>
          <p:cNvPr id="40" name="Hộp Văn bản 39">
            <a:extLst>
              <a:ext uri="{FF2B5EF4-FFF2-40B4-BE49-F238E27FC236}">
                <a16:creationId xmlns:a16="http://schemas.microsoft.com/office/drawing/2014/main" id="{A22AFEA1-8CA9-4BD2-BE15-C6D025568D8B}"/>
              </a:ext>
            </a:extLst>
          </p:cNvPr>
          <p:cNvSpPr txBox="1"/>
          <p:nvPr/>
        </p:nvSpPr>
        <p:spPr>
          <a:xfrm>
            <a:off x="6723908" y="5287375"/>
            <a:ext cx="2232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n computation path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91966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A403CF82-CE53-40AD-9D89-6216C2FD2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Sub-set sum probel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DA9E0ED7-BAE1-44DA-89F7-48FB9D912D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Given a set S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{1,−2, 5,3}</m:t>
                    </m:r>
                  </m:oMath>
                </a14:m>
                <a:r>
                  <a:rPr lang="en-US"/>
                  <a:t>. What sub-set of S has sum equal 7?</a:t>
                </a:r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DA9E0ED7-BAE1-44DA-89F7-48FB9D912D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D582ABA6-3A1B-4C50-8824-990A625ED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F7CBD-B9A5-4D53-9D65-FFCCF7EF1299}" type="slidenum">
              <a:rPr lang="vi-VN" smtClean="0"/>
              <a:t>25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527970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Đường nối Thẳng 4">
            <a:extLst>
              <a:ext uri="{FF2B5EF4-FFF2-40B4-BE49-F238E27FC236}">
                <a16:creationId xmlns:a16="http://schemas.microsoft.com/office/drawing/2014/main" id="{98C885DC-C1BB-44B4-BED5-368EDF7ECB8A}"/>
              </a:ext>
            </a:extLst>
          </p:cNvPr>
          <p:cNvCxnSpPr>
            <a:cxnSpLocks/>
          </p:cNvCxnSpPr>
          <p:nvPr/>
        </p:nvCxnSpPr>
        <p:spPr>
          <a:xfrm>
            <a:off x="5570806" y="661182"/>
            <a:ext cx="0" cy="461420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A6542C27-5933-4543-A6EC-BE2B06C6A6DD}"/>
              </a:ext>
            </a:extLst>
          </p:cNvPr>
          <p:cNvSpPr txBox="1"/>
          <p:nvPr/>
        </p:nvSpPr>
        <p:spPr>
          <a:xfrm>
            <a:off x="2096087" y="661182"/>
            <a:ext cx="2700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Deterministic</a:t>
            </a: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BB5464A6-3670-4D09-AFCA-D31B740FB6DD}"/>
              </a:ext>
            </a:extLst>
          </p:cNvPr>
          <p:cNvSpPr txBox="1"/>
          <p:nvPr/>
        </p:nvSpPr>
        <p:spPr>
          <a:xfrm>
            <a:off x="7686260" y="661182"/>
            <a:ext cx="2700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Nondeterministic</a:t>
            </a:r>
          </a:p>
        </p:txBody>
      </p:sp>
      <p:sp>
        <p:nvSpPr>
          <p:cNvPr id="18" name="Hình Bầu dục 17">
            <a:extLst>
              <a:ext uri="{FF2B5EF4-FFF2-40B4-BE49-F238E27FC236}">
                <a16:creationId xmlns:a16="http://schemas.microsoft.com/office/drawing/2014/main" id="{35CA6449-6970-43A8-A34C-2FB64E42A74E}"/>
              </a:ext>
            </a:extLst>
          </p:cNvPr>
          <p:cNvSpPr/>
          <p:nvPr/>
        </p:nvSpPr>
        <p:spPr>
          <a:xfrm>
            <a:off x="3334042" y="1371607"/>
            <a:ext cx="154744" cy="15473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Đường kết nối Mũi tên Thẳng 19">
            <a:extLst>
              <a:ext uri="{FF2B5EF4-FFF2-40B4-BE49-F238E27FC236}">
                <a16:creationId xmlns:a16="http://schemas.microsoft.com/office/drawing/2014/main" id="{2502F663-AFF8-4D6A-8C6F-68F258F5EACE}"/>
              </a:ext>
            </a:extLst>
          </p:cNvPr>
          <p:cNvCxnSpPr/>
          <p:nvPr/>
        </p:nvCxnSpPr>
        <p:spPr>
          <a:xfrm>
            <a:off x="3411414" y="1631852"/>
            <a:ext cx="0" cy="4360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Hình Bầu dục 20">
            <a:extLst>
              <a:ext uri="{FF2B5EF4-FFF2-40B4-BE49-F238E27FC236}">
                <a16:creationId xmlns:a16="http://schemas.microsoft.com/office/drawing/2014/main" id="{56A85EC9-422A-47E4-B0A7-832A7F683AEF}"/>
              </a:ext>
            </a:extLst>
          </p:cNvPr>
          <p:cNvSpPr/>
          <p:nvPr/>
        </p:nvSpPr>
        <p:spPr>
          <a:xfrm>
            <a:off x="3334042" y="2159458"/>
            <a:ext cx="154744" cy="15473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Đường kết nối Mũi tên Thẳng 21">
            <a:extLst>
              <a:ext uri="{FF2B5EF4-FFF2-40B4-BE49-F238E27FC236}">
                <a16:creationId xmlns:a16="http://schemas.microsoft.com/office/drawing/2014/main" id="{0102FB7B-626F-4CCD-B447-01826C94DEB9}"/>
              </a:ext>
            </a:extLst>
          </p:cNvPr>
          <p:cNvCxnSpPr/>
          <p:nvPr/>
        </p:nvCxnSpPr>
        <p:spPr>
          <a:xfrm>
            <a:off x="3411414" y="2419703"/>
            <a:ext cx="0" cy="4360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Hộp Văn bản 23">
            <a:extLst>
              <a:ext uri="{FF2B5EF4-FFF2-40B4-BE49-F238E27FC236}">
                <a16:creationId xmlns:a16="http://schemas.microsoft.com/office/drawing/2014/main" id="{140251EC-3A24-4C5B-A3AC-FD094CC2A81F}"/>
              </a:ext>
            </a:extLst>
          </p:cNvPr>
          <p:cNvSpPr txBox="1"/>
          <p:nvPr/>
        </p:nvSpPr>
        <p:spPr>
          <a:xfrm>
            <a:off x="2060917" y="2947309"/>
            <a:ext cx="2700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…</a:t>
            </a:r>
          </a:p>
        </p:txBody>
      </p:sp>
      <p:sp>
        <p:nvSpPr>
          <p:cNvPr id="26" name="Hình Bầu dục 25">
            <a:extLst>
              <a:ext uri="{FF2B5EF4-FFF2-40B4-BE49-F238E27FC236}">
                <a16:creationId xmlns:a16="http://schemas.microsoft.com/office/drawing/2014/main" id="{49C45E2D-2766-485D-AC86-AB4640FD5CFC}"/>
              </a:ext>
            </a:extLst>
          </p:cNvPr>
          <p:cNvSpPr/>
          <p:nvPr/>
        </p:nvSpPr>
        <p:spPr>
          <a:xfrm>
            <a:off x="3322321" y="3408148"/>
            <a:ext cx="154744" cy="15473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Đường kết nối Mũi tên Thẳng 26">
            <a:extLst>
              <a:ext uri="{FF2B5EF4-FFF2-40B4-BE49-F238E27FC236}">
                <a16:creationId xmlns:a16="http://schemas.microsoft.com/office/drawing/2014/main" id="{7197D440-AC18-4984-A38C-0E0C2B7FC8CB}"/>
              </a:ext>
            </a:extLst>
          </p:cNvPr>
          <p:cNvCxnSpPr/>
          <p:nvPr/>
        </p:nvCxnSpPr>
        <p:spPr>
          <a:xfrm>
            <a:off x="3399693" y="3668393"/>
            <a:ext cx="0" cy="4360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Hình Bầu dục 28">
            <a:extLst>
              <a:ext uri="{FF2B5EF4-FFF2-40B4-BE49-F238E27FC236}">
                <a16:creationId xmlns:a16="http://schemas.microsoft.com/office/drawing/2014/main" id="{6566661C-E04F-452B-9476-BA510BEFC87A}"/>
              </a:ext>
            </a:extLst>
          </p:cNvPr>
          <p:cNvSpPr/>
          <p:nvPr/>
        </p:nvSpPr>
        <p:spPr>
          <a:xfrm>
            <a:off x="3322321" y="4206792"/>
            <a:ext cx="154744" cy="15473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Hộp Văn bản 30">
                <a:extLst>
                  <a:ext uri="{FF2B5EF4-FFF2-40B4-BE49-F238E27FC236}">
                    <a16:creationId xmlns:a16="http://schemas.microsoft.com/office/drawing/2014/main" id="{EA2263D8-C584-44F7-9430-F3E032A0D63B}"/>
                  </a:ext>
                </a:extLst>
              </p:cNvPr>
              <p:cNvSpPr txBox="1"/>
              <p:nvPr/>
            </p:nvSpPr>
            <p:spPr>
              <a:xfrm>
                <a:off x="3147652" y="4079245"/>
                <a:ext cx="1753693" cy="3950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𝑎𝑐𝑐𝑒𝑝𝑡</m:t>
                          </m:r>
                        </m:sub>
                      </m:sSub>
                    </m:oMath>
                  </m:oMathPara>
                </a14:m>
                <a:endParaRPr lang="en-US" i="1"/>
              </a:p>
            </p:txBody>
          </p:sp>
        </mc:Choice>
        <mc:Fallback xmlns="">
          <p:sp>
            <p:nvSpPr>
              <p:cNvPr id="31" name="Hộp Văn bản 30">
                <a:extLst>
                  <a:ext uri="{FF2B5EF4-FFF2-40B4-BE49-F238E27FC236}">
                    <a16:creationId xmlns:a16="http://schemas.microsoft.com/office/drawing/2014/main" id="{EA2263D8-C584-44F7-9430-F3E032A0D6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7652" y="4079245"/>
                <a:ext cx="1753693" cy="395045"/>
              </a:xfrm>
              <a:prstGeom prst="rect">
                <a:avLst/>
              </a:prstGeom>
              <a:blipFill>
                <a:blip r:embed="rId2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Hình Bầu dục 31">
            <a:extLst>
              <a:ext uri="{FF2B5EF4-FFF2-40B4-BE49-F238E27FC236}">
                <a16:creationId xmlns:a16="http://schemas.microsoft.com/office/drawing/2014/main" id="{325C2661-97EA-4516-9A0A-A2F21FB4E879}"/>
              </a:ext>
            </a:extLst>
          </p:cNvPr>
          <p:cNvSpPr/>
          <p:nvPr/>
        </p:nvSpPr>
        <p:spPr>
          <a:xfrm>
            <a:off x="8971105" y="1371607"/>
            <a:ext cx="154744" cy="15473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Đường kết nối Mũi tên Thẳng 32">
            <a:extLst>
              <a:ext uri="{FF2B5EF4-FFF2-40B4-BE49-F238E27FC236}">
                <a16:creationId xmlns:a16="http://schemas.microsoft.com/office/drawing/2014/main" id="{8C58C3E4-897E-4A15-9BEB-17295D8344F9}"/>
              </a:ext>
            </a:extLst>
          </p:cNvPr>
          <p:cNvCxnSpPr/>
          <p:nvPr/>
        </p:nvCxnSpPr>
        <p:spPr>
          <a:xfrm>
            <a:off x="9048477" y="1631852"/>
            <a:ext cx="0" cy="4360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Hình Bầu dục 33">
            <a:extLst>
              <a:ext uri="{FF2B5EF4-FFF2-40B4-BE49-F238E27FC236}">
                <a16:creationId xmlns:a16="http://schemas.microsoft.com/office/drawing/2014/main" id="{90D7F1BD-5445-4564-B3FA-579C692A04F3}"/>
              </a:ext>
            </a:extLst>
          </p:cNvPr>
          <p:cNvSpPr/>
          <p:nvPr/>
        </p:nvSpPr>
        <p:spPr>
          <a:xfrm>
            <a:off x="8971105" y="2159458"/>
            <a:ext cx="154744" cy="15473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Đường kết nối Mũi tên Thẳng 34">
            <a:extLst>
              <a:ext uri="{FF2B5EF4-FFF2-40B4-BE49-F238E27FC236}">
                <a16:creationId xmlns:a16="http://schemas.microsoft.com/office/drawing/2014/main" id="{CFDF060B-E9E1-4017-9A43-706323FEFB6D}"/>
              </a:ext>
            </a:extLst>
          </p:cNvPr>
          <p:cNvCxnSpPr/>
          <p:nvPr/>
        </p:nvCxnSpPr>
        <p:spPr>
          <a:xfrm>
            <a:off x="9048477" y="2419703"/>
            <a:ext cx="0" cy="4360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Hình Bầu dục 35">
            <a:extLst>
              <a:ext uri="{FF2B5EF4-FFF2-40B4-BE49-F238E27FC236}">
                <a16:creationId xmlns:a16="http://schemas.microsoft.com/office/drawing/2014/main" id="{C885114B-9D68-474D-862D-7D34B9536C66}"/>
              </a:ext>
            </a:extLst>
          </p:cNvPr>
          <p:cNvSpPr/>
          <p:nvPr/>
        </p:nvSpPr>
        <p:spPr>
          <a:xfrm>
            <a:off x="8959384" y="4036798"/>
            <a:ext cx="154744" cy="15473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Đường kết nối Mũi tên Thẳng 36">
            <a:extLst>
              <a:ext uri="{FF2B5EF4-FFF2-40B4-BE49-F238E27FC236}">
                <a16:creationId xmlns:a16="http://schemas.microsoft.com/office/drawing/2014/main" id="{E613FF65-91EB-45A3-BF49-AF4EAC4C7840}"/>
              </a:ext>
            </a:extLst>
          </p:cNvPr>
          <p:cNvCxnSpPr/>
          <p:nvPr/>
        </p:nvCxnSpPr>
        <p:spPr>
          <a:xfrm>
            <a:off x="9036756" y="4297043"/>
            <a:ext cx="0" cy="4360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Hình Bầu dục 37">
            <a:extLst>
              <a:ext uri="{FF2B5EF4-FFF2-40B4-BE49-F238E27FC236}">
                <a16:creationId xmlns:a16="http://schemas.microsoft.com/office/drawing/2014/main" id="{8CA780A9-8CF9-499E-83C2-E445D315576A}"/>
              </a:ext>
            </a:extLst>
          </p:cNvPr>
          <p:cNvSpPr/>
          <p:nvPr/>
        </p:nvSpPr>
        <p:spPr>
          <a:xfrm>
            <a:off x="8959384" y="4835442"/>
            <a:ext cx="154744" cy="15473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Đường kết nối Mũi tên Thẳng 38">
            <a:extLst>
              <a:ext uri="{FF2B5EF4-FFF2-40B4-BE49-F238E27FC236}">
                <a16:creationId xmlns:a16="http://schemas.microsoft.com/office/drawing/2014/main" id="{9D9B1284-CD8A-4063-841F-69E5F5AFC010}"/>
              </a:ext>
            </a:extLst>
          </p:cNvPr>
          <p:cNvCxnSpPr>
            <a:cxnSpLocks/>
          </p:cNvCxnSpPr>
          <p:nvPr/>
        </p:nvCxnSpPr>
        <p:spPr>
          <a:xfrm>
            <a:off x="9203363" y="1631852"/>
            <a:ext cx="391555" cy="4360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Hình Bầu dục 42">
            <a:extLst>
              <a:ext uri="{FF2B5EF4-FFF2-40B4-BE49-F238E27FC236}">
                <a16:creationId xmlns:a16="http://schemas.microsoft.com/office/drawing/2014/main" id="{2F0FC994-B3D9-40D4-A60F-AC750D2F250F}"/>
              </a:ext>
            </a:extLst>
          </p:cNvPr>
          <p:cNvSpPr/>
          <p:nvPr/>
        </p:nvSpPr>
        <p:spPr>
          <a:xfrm>
            <a:off x="9584221" y="2159458"/>
            <a:ext cx="154744" cy="15473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Đường kết nối Mũi tên Thẳng 44">
            <a:extLst>
              <a:ext uri="{FF2B5EF4-FFF2-40B4-BE49-F238E27FC236}">
                <a16:creationId xmlns:a16="http://schemas.microsoft.com/office/drawing/2014/main" id="{C78F5842-CA3E-4364-83D2-C97C56D124DB}"/>
              </a:ext>
            </a:extLst>
          </p:cNvPr>
          <p:cNvCxnSpPr>
            <a:cxnSpLocks/>
          </p:cNvCxnSpPr>
          <p:nvPr/>
        </p:nvCxnSpPr>
        <p:spPr>
          <a:xfrm>
            <a:off x="9832601" y="2400603"/>
            <a:ext cx="391555" cy="4360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Hình Bầu dục 46">
            <a:extLst>
              <a:ext uri="{FF2B5EF4-FFF2-40B4-BE49-F238E27FC236}">
                <a16:creationId xmlns:a16="http://schemas.microsoft.com/office/drawing/2014/main" id="{930BFBEB-B1E6-4C07-B713-50B19569385D}"/>
              </a:ext>
            </a:extLst>
          </p:cNvPr>
          <p:cNvSpPr/>
          <p:nvPr/>
        </p:nvSpPr>
        <p:spPr>
          <a:xfrm>
            <a:off x="10239099" y="2890915"/>
            <a:ext cx="154744" cy="15473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Đường kết nối Mũi tên Thẳng 47">
            <a:extLst>
              <a:ext uri="{FF2B5EF4-FFF2-40B4-BE49-F238E27FC236}">
                <a16:creationId xmlns:a16="http://schemas.microsoft.com/office/drawing/2014/main" id="{ABD51419-3BAD-45F9-A956-81DC7F531BB3}"/>
              </a:ext>
            </a:extLst>
          </p:cNvPr>
          <p:cNvCxnSpPr>
            <a:cxnSpLocks/>
          </p:cNvCxnSpPr>
          <p:nvPr/>
        </p:nvCxnSpPr>
        <p:spPr>
          <a:xfrm flipH="1">
            <a:off x="8314168" y="2389292"/>
            <a:ext cx="524617" cy="44741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Hình Bầu dục 51">
            <a:extLst>
              <a:ext uri="{FF2B5EF4-FFF2-40B4-BE49-F238E27FC236}">
                <a16:creationId xmlns:a16="http://schemas.microsoft.com/office/drawing/2014/main" id="{EB763FB4-A8B8-4601-97B2-366B1B629733}"/>
              </a:ext>
            </a:extLst>
          </p:cNvPr>
          <p:cNvSpPr/>
          <p:nvPr/>
        </p:nvSpPr>
        <p:spPr>
          <a:xfrm>
            <a:off x="8971105" y="2890915"/>
            <a:ext cx="154744" cy="15473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Hình Bầu dục 53">
            <a:extLst>
              <a:ext uri="{FF2B5EF4-FFF2-40B4-BE49-F238E27FC236}">
                <a16:creationId xmlns:a16="http://schemas.microsoft.com/office/drawing/2014/main" id="{431AEF0E-812A-4D14-8ABA-1FC3530E8486}"/>
              </a:ext>
            </a:extLst>
          </p:cNvPr>
          <p:cNvSpPr/>
          <p:nvPr/>
        </p:nvSpPr>
        <p:spPr>
          <a:xfrm>
            <a:off x="8145578" y="2890915"/>
            <a:ext cx="154744" cy="15473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Hộp Văn bản 55">
            <a:extLst>
              <a:ext uri="{FF2B5EF4-FFF2-40B4-BE49-F238E27FC236}">
                <a16:creationId xmlns:a16="http://schemas.microsoft.com/office/drawing/2014/main" id="{9EA18BD4-60E6-4189-91EE-BC7E3939A5EE}"/>
              </a:ext>
            </a:extLst>
          </p:cNvPr>
          <p:cNvSpPr txBox="1"/>
          <p:nvPr/>
        </p:nvSpPr>
        <p:spPr>
          <a:xfrm>
            <a:off x="7697980" y="3542390"/>
            <a:ext cx="2700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…</a:t>
            </a:r>
          </a:p>
        </p:txBody>
      </p:sp>
      <p:cxnSp>
        <p:nvCxnSpPr>
          <p:cNvPr id="57" name="Đường kết nối Mũi tên Thẳng 56">
            <a:extLst>
              <a:ext uri="{FF2B5EF4-FFF2-40B4-BE49-F238E27FC236}">
                <a16:creationId xmlns:a16="http://schemas.microsoft.com/office/drawing/2014/main" id="{C0BE01FB-C9AB-4F61-99E9-75058299AC5D}"/>
              </a:ext>
            </a:extLst>
          </p:cNvPr>
          <p:cNvCxnSpPr/>
          <p:nvPr/>
        </p:nvCxnSpPr>
        <p:spPr>
          <a:xfrm>
            <a:off x="9048477" y="3131975"/>
            <a:ext cx="0" cy="4360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Hộp Văn bản 60">
                <a:extLst>
                  <a:ext uri="{FF2B5EF4-FFF2-40B4-BE49-F238E27FC236}">
                    <a16:creationId xmlns:a16="http://schemas.microsoft.com/office/drawing/2014/main" id="{3255920D-B384-4052-99C8-A89F47648D8D}"/>
                  </a:ext>
                </a:extLst>
              </p:cNvPr>
              <p:cNvSpPr txBox="1"/>
              <p:nvPr/>
            </p:nvSpPr>
            <p:spPr>
              <a:xfrm>
                <a:off x="8450016" y="4710953"/>
                <a:ext cx="2423154" cy="3950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𝑎𝑐𝑐𝑒𝑝𝑡</m:t>
                          </m:r>
                        </m:sub>
                      </m:sSub>
                    </m:oMath>
                  </m:oMathPara>
                </a14:m>
                <a:endParaRPr lang="en-US" i="1"/>
              </a:p>
            </p:txBody>
          </p:sp>
        </mc:Choice>
        <mc:Fallback xmlns="">
          <p:sp>
            <p:nvSpPr>
              <p:cNvPr id="61" name="Hộp Văn bản 60">
                <a:extLst>
                  <a:ext uri="{FF2B5EF4-FFF2-40B4-BE49-F238E27FC236}">
                    <a16:creationId xmlns:a16="http://schemas.microsoft.com/office/drawing/2014/main" id="{3255920D-B384-4052-99C8-A89F47648D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0016" y="4710953"/>
                <a:ext cx="2423154" cy="395045"/>
              </a:xfrm>
              <a:prstGeom prst="rect">
                <a:avLst/>
              </a:prstGeom>
              <a:blipFill>
                <a:blip r:embed="rId3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Hộp Văn bản 64">
                <a:extLst>
                  <a:ext uri="{FF2B5EF4-FFF2-40B4-BE49-F238E27FC236}">
                    <a16:creationId xmlns:a16="http://schemas.microsoft.com/office/drawing/2014/main" id="{C35F36B6-B1C0-4B0B-8843-5EFC2CAE588E}"/>
                  </a:ext>
                </a:extLst>
              </p:cNvPr>
              <p:cNvSpPr txBox="1"/>
              <p:nvPr/>
            </p:nvSpPr>
            <p:spPr>
              <a:xfrm>
                <a:off x="1844112" y="1264309"/>
                <a:ext cx="12186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{1}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5" name="Hộp Văn bản 64">
                <a:extLst>
                  <a:ext uri="{FF2B5EF4-FFF2-40B4-BE49-F238E27FC236}">
                    <a16:creationId xmlns:a16="http://schemas.microsoft.com/office/drawing/2014/main" id="{C35F36B6-B1C0-4B0B-8843-5EFC2CAE58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4112" y="1264309"/>
                <a:ext cx="1218687" cy="369332"/>
              </a:xfrm>
              <a:prstGeom prst="rect">
                <a:avLst/>
              </a:prstGeom>
              <a:blipFill>
                <a:blip r:embed="rId4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7F4F34DB-85AE-444C-A414-B156C67D9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BBA0F-ED8F-4A6E-AA06-FEAFBF3D52EE}" type="slidenum">
              <a:rPr lang="en-US" smtClean="0"/>
              <a:t>26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Hộp Văn bản 40">
                <a:extLst>
                  <a:ext uri="{FF2B5EF4-FFF2-40B4-BE49-F238E27FC236}">
                    <a16:creationId xmlns:a16="http://schemas.microsoft.com/office/drawing/2014/main" id="{5485D25E-9CDA-46D6-999B-1F452381E793}"/>
                  </a:ext>
                </a:extLst>
              </p:cNvPr>
              <p:cNvSpPr txBox="1"/>
              <p:nvPr/>
            </p:nvSpPr>
            <p:spPr>
              <a:xfrm>
                <a:off x="262600" y="6323665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/>
                  <a:t>S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{1,−2, 5,3}</m:t>
                    </m:r>
                  </m:oMath>
                </a14:m>
                <a:r>
                  <a:rPr lang="en-US"/>
                  <a:t>. </a:t>
                </a:r>
                <a:endParaRPr lang="vi-VN"/>
              </a:p>
            </p:txBody>
          </p:sp>
        </mc:Choice>
        <mc:Fallback xmlns="">
          <p:sp>
            <p:nvSpPr>
              <p:cNvPr id="41" name="Hộp Văn bản 40">
                <a:extLst>
                  <a:ext uri="{FF2B5EF4-FFF2-40B4-BE49-F238E27FC236}">
                    <a16:creationId xmlns:a16="http://schemas.microsoft.com/office/drawing/2014/main" id="{5485D25E-9CDA-46D6-999B-1F452381E7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600" y="6323665"/>
                <a:ext cx="6096000" cy="369332"/>
              </a:xfrm>
              <a:prstGeom prst="rect">
                <a:avLst/>
              </a:prstGeom>
              <a:blipFill>
                <a:blip r:embed="rId5"/>
                <a:stretch>
                  <a:fillRect l="-800" t="-8197" b="-2459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Hộp Văn bản 41">
                <a:extLst>
                  <a:ext uri="{FF2B5EF4-FFF2-40B4-BE49-F238E27FC236}">
                    <a16:creationId xmlns:a16="http://schemas.microsoft.com/office/drawing/2014/main" id="{D96A668F-8641-4105-B6EB-77E071EB2BA8}"/>
                  </a:ext>
                </a:extLst>
              </p:cNvPr>
              <p:cNvSpPr txBox="1"/>
              <p:nvPr/>
            </p:nvSpPr>
            <p:spPr>
              <a:xfrm>
                <a:off x="1844112" y="2026015"/>
                <a:ext cx="12186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{−2}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2" name="Hộp Văn bản 41">
                <a:extLst>
                  <a:ext uri="{FF2B5EF4-FFF2-40B4-BE49-F238E27FC236}">
                    <a16:creationId xmlns:a16="http://schemas.microsoft.com/office/drawing/2014/main" id="{D96A668F-8641-4105-B6EB-77E071EB2B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4112" y="2026015"/>
                <a:ext cx="1218687" cy="369332"/>
              </a:xfrm>
              <a:prstGeom prst="rect">
                <a:avLst/>
              </a:prstGeom>
              <a:blipFill>
                <a:blip r:embed="rId6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Hộp Văn bản 43">
                <a:extLst>
                  <a:ext uri="{FF2B5EF4-FFF2-40B4-BE49-F238E27FC236}">
                    <a16:creationId xmlns:a16="http://schemas.microsoft.com/office/drawing/2014/main" id="{DDC1A039-87F2-4449-A5BC-387FC447AC22}"/>
                  </a:ext>
                </a:extLst>
              </p:cNvPr>
              <p:cNvSpPr txBox="1"/>
              <p:nvPr/>
            </p:nvSpPr>
            <p:spPr>
              <a:xfrm>
                <a:off x="1800747" y="3306278"/>
                <a:ext cx="126205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{1,5,3}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4" name="Hộp Văn bản 43">
                <a:extLst>
                  <a:ext uri="{FF2B5EF4-FFF2-40B4-BE49-F238E27FC236}">
                    <a16:creationId xmlns:a16="http://schemas.microsoft.com/office/drawing/2014/main" id="{DDC1A039-87F2-4449-A5BC-387FC447AC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0747" y="3306278"/>
                <a:ext cx="1262052" cy="369332"/>
              </a:xfrm>
              <a:prstGeom prst="rect">
                <a:avLst/>
              </a:prstGeom>
              <a:blipFill>
                <a:blip r:embed="rId7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Hộp Văn bản 45">
                <a:extLst>
                  <a:ext uri="{FF2B5EF4-FFF2-40B4-BE49-F238E27FC236}">
                    <a16:creationId xmlns:a16="http://schemas.microsoft.com/office/drawing/2014/main" id="{3C1DDFB9-EFB3-4C37-8E02-030667349452}"/>
                  </a:ext>
                </a:extLst>
              </p:cNvPr>
              <p:cNvSpPr txBox="1"/>
              <p:nvPr/>
            </p:nvSpPr>
            <p:spPr>
              <a:xfrm>
                <a:off x="1434911" y="4106165"/>
                <a:ext cx="17127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{1,−2,5,3}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6" name="Hộp Văn bản 45">
                <a:extLst>
                  <a:ext uri="{FF2B5EF4-FFF2-40B4-BE49-F238E27FC236}">
                    <a16:creationId xmlns:a16="http://schemas.microsoft.com/office/drawing/2014/main" id="{3C1DDFB9-EFB3-4C37-8E02-0306673494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4911" y="4106165"/>
                <a:ext cx="1712739" cy="369332"/>
              </a:xfrm>
              <a:prstGeom prst="rect">
                <a:avLst/>
              </a:prstGeom>
              <a:blipFill>
                <a:blip r:embed="rId8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2C4EC7CD-C5A4-49F3-9361-39391B0C0A7F}"/>
                  </a:ext>
                </a:extLst>
              </p:cNvPr>
              <p:cNvSpPr txBox="1"/>
              <p:nvPr/>
            </p:nvSpPr>
            <p:spPr>
              <a:xfrm>
                <a:off x="8290172" y="1853420"/>
                <a:ext cx="69180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{−2}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2C4EC7CD-C5A4-49F3-9361-39391B0C0A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0172" y="1853420"/>
                <a:ext cx="691809" cy="369332"/>
              </a:xfrm>
              <a:prstGeom prst="rect">
                <a:avLst/>
              </a:prstGeom>
              <a:blipFill>
                <a:blip r:embed="rId9"/>
                <a:stretch>
                  <a:fillRect l="-4425" b="-1475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94C6036A-413B-4882-A840-630805F5FEE3}"/>
                  </a:ext>
                </a:extLst>
              </p:cNvPr>
              <p:cNvSpPr txBox="1"/>
              <p:nvPr/>
            </p:nvSpPr>
            <p:spPr>
              <a:xfrm>
                <a:off x="9568414" y="1874170"/>
                <a:ext cx="7988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{5}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94C6036A-413B-4882-A840-630805F5FE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8414" y="1874170"/>
                <a:ext cx="798894" cy="369332"/>
              </a:xfrm>
              <a:prstGeom prst="rect">
                <a:avLst/>
              </a:prstGeom>
              <a:blipFill>
                <a:blip r:embed="rId10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Đường kết nối Mũi tên Thẳng 50">
            <a:extLst>
              <a:ext uri="{FF2B5EF4-FFF2-40B4-BE49-F238E27FC236}">
                <a16:creationId xmlns:a16="http://schemas.microsoft.com/office/drawing/2014/main" id="{9FF72441-5101-4454-83F8-3CA453D680C4}"/>
              </a:ext>
            </a:extLst>
          </p:cNvPr>
          <p:cNvCxnSpPr>
            <a:cxnSpLocks/>
          </p:cNvCxnSpPr>
          <p:nvPr/>
        </p:nvCxnSpPr>
        <p:spPr>
          <a:xfrm flipH="1">
            <a:off x="8078814" y="1610367"/>
            <a:ext cx="835946" cy="41481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Hình Bầu dục 52">
            <a:extLst>
              <a:ext uri="{FF2B5EF4-FFF2-40B4-BE49-F238E27FC236}">
                <a16:creationId xmlns:a16="http://schemas.microsoft.com/office/drawing/2014/main" id="{9A225D5B-DD69-4E74-90A4-40370BB1C1F2}"/>
              </a:ext>
            </a:extLst>
          </p:cNvPr>
          <p:cNvSpPr/>
          <p:nvPr/>
        </p:nvSpPr>
        <p:spPr>
          <a:xfrm>
            <a:off x="7946355" y="2179992"/>
            <a:ext cx="154744" cy="15473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Hộp Văn bản 54">
                <a:extLst>
                  <a:ext uri="{FF2B5EF4-FFF2-40B4-BE49-F238E27FC236}">
                    <a16:creationId xmlns:a16="http://schemas.microsoft.com/office/drawing/2014/main" id="{D751FFFD-EB53-47AD-849F-8F1674BCCC2E}"/>
                  </a:ext>
                </a:extLst>
              </p:cNvPr>
              <p:cNvSpPr txBox="1"/>
              <p:nvPr/>
            </p:nvSpPr>
            <p:spPr>
              <a:xfrm>
                <a:off x="7209359" y="1859977"/>
                <a:ext cx="61514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{1}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5" name="Hộp Văn bản 54">
                <a:extLst>
                  <a:ext uri="{FF2B5EF4-FFF2-40B4-BE49-F238E27FC236}">
                    <a16:creationId xmlns:a16="http://schemas.microsoft.com/office/drawing/2014/main" id="{D751FFFD-EB53-47AD-849F-8F1674BCCC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9359" y="1859977"/>
                <a:ext cx="615146" cy="369332"/>
              </a:xfrm>
              <a:prstGeom prst="rect">
                <a:avLst/>
              </a:prstGeom>
              <a:blipFill>
                <a:blip r:embed="rId11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Đường kết nối Mũi tên Thẳng 57">
            <a:extLst>
              <a:ext uri="{FF2B5EF4-FFF2-40B4-BE49-F238E27FC236}">
                <a16:creationId xmlns:a16="http://schemas.microsoft.com/office/drawing/2014/main" id="{C25BB3C1-BE7B-4F4A-AB58-4153B1ACF79B}"/>
              </a:ext>
            </a:extLst>
          </p:cNvPr>
          <p:cNvCxnSpPr>
            <a:cxnSpLocks/>
            <a:endCxn id="50" idx="3"/>
          </p:cNvCxnSpPr>
          <p:nvPr/>
        </p:nvCxnSpPr>
        <p:spPr>
          <a:xfrm>
            <a:off x="9353923" y="1526343"/>
            <a:ext cx="1013385" cy="53249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Hình Bầu dục 59">
            <a:extLst>
              <a:ext uri="{FF2B5EF4-FFF2-40B4-BE49-F238E27FC236}">
                <a16:creationId xmlns:a16="http://schemas.microsoft.com/office/drawing/2014/main" id="{A84F3858-5A2F-4814-B927-B75709F5F00E}"/>
              </a:ext>
            </a:extLst>
          </p:cNvPr>
          <p:cNvSpPr/>
          <p:nvPr/>
        </p:nvSpPr>
        <p:spPr>
          <a:xfrm>
            <a:off x="10404509" y="2166134"/>
            <a:ext cx="154744" cy="15473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Hộp Văn bản 61">
                <a:extLst>
                  <a:ext uri="{FF2B5EF4-FFF2-40B4-BE49-F238E27FC236}">
                    <a16:creationId xmlns:a16="http://schemas.microsoft.com/office/drawing/2014/main" id="{7FC78DF3-BA87-4475-BFED-9296E2D31C28}"/>
                  </a:ext>
                </a:extLst>
              </p:cNvPr>
              <p:cNvSpPr txBox="1"/>
              <p:nvPr/>
            </p:nvSpPr>
            <p:spPr>
              <a:xfrm>
                <a:off x="10412103" y="1890780"/>
                <a:ext cx="7988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{3}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2" name="Hộp Văn bản 61">
                <a:extLst>
                  <a:ext uri="{FF2B5EF4-FFF2-40B4-BE49-F238E27FC236}">
                    <a16:creationId xmlns:a16="http://schemas.microsoft.com/office/drawing/2014/main" id="{7FC78DF3-BA87-4475-BFED-9296E2D31C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2103" y="1890780"/>
                <a:ext cx="798894" cy="369332"/>
              </a:xfrm>
              <a:prstGeom prst="rect">
                <a:avLst/>
              </a:prstGeom>
              <a:blipFill>
                <a:blip r:embed="rId12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Hộp Văn bản 63">
                <a:extLst>
                  <a:ext uri="{FF2B5EF4-FFF2-40B4-BE49-F238E27FC236}">
                    <a16:creationId xmlns:a16="http://schemas.microsoft.com/office/drawing/2014/main" id="{8E1FBC0B-F1D9-4DBD-B2C2-FD30F6776CFA}"/>
                  </a:ext>
                </a:extLst>
              </p:cNvPr>
              <p:cNvSpPr txBox="1"/>
              <p:nvPr/>
            </p:nvSpPr>
            <p:spPr>
              <a:xfrm>
                <a:off x="7414364" y="4693655"/>
                <a:ext cx="17127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{1,−2,5,3}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4" name="Hộp Văn bản 63">
                <a:extLst>
                  <a:ext uri="{FF2B5EF4-FFF2-40B4-BE49-F238E27FC236}">
                    <a16:creationId xmlns:a16="http://schemas.microsoft.com/office/drawing/2014/main" id="{8E1FBC0B-F1D9-4DBD-B2C2-FD30F6776C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4364" y="4693655"/>
                <a:ext cx="1712739" cy="369332"/>
              </a:xfrm>
              <a:prstGeom prst="rect">
                <a:avLst/>
              </a:prstGeom>
              <a:blipFill>
                <a:blip r:embed="rId13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Đường kết nối Mũi tên Thẳng 65">
            <a:extLst>
              <a:ext uri="{FF2B5EF4-FFF2-40B4-BE49-F238E27FC236}">
                <a16:creationId xmlns:a16="http://schemas.microsoft.com/office/drawing/2014/main" id="{5BFAC735-3EA9-434F-A978-A8F1473B37AE}"/>
              </a:ext>
            </a:extLst>
          </p:cNvPr>
          <p:cNvCxnSpPr>
            <a:cxnSpLocks/>
          </p:cNvCxnSpPr>
          <p:nvPr/>
        </p:nvCxnSpPr>
        <p:spPr>
          <a:xfrm flipH="1">
            <a:off x="7516932" y="3121112"/>
            <a:ext cx="524617" cy="44741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Đường kết nối Mũi tên Thẳng 66">
            <a:extLst>
              <a:ext uri="{FF2B5EF4-FFF2-40B4-BE49-F238E27FC236}">
                <a16:creationId xmlns:a16="http://schemas.microsoft.com/office/drawing/2014/main" id="{1F249832-6DDA-4E51-A016-D8EDD18D8B1D}"/>
              </a:ext>
            </a:extLst>
          </p:cNvPr>
          <p:cNvCxnSpPr>
            <a:cxnSpLocks/>
          </p:cNvCxnSpPr>
          <p:nvPr/>
        </p:nvCxnSpPr>
        <p:spPr>
          <a:xfrm flipH="1">
            <a:off x="9661593" y="3184443"/>
            <a:ext cx="524617" cy="44741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Đường kết nối Mũi tên Thẳng 67">
            <a:extLst>
              <a:ext uri="{FF2B5EF4-FFF2-40B4-BE49-F238E27FC236}">
                <a16:creationId xmlns:a16="http://schemas.microsoft.com/office/drawing/2014/main" id="{0C8569F8-01D6-4597-8DED-C5194E50C5DC}"/>
              </a:ext>
            </a:extLst>
          </p:cNvPr>
          <p:cNvCxnSpPr>
            <a:cxnSpLocks/>
          </p:cNvCxnSpPr>
          <p:nvPr/>
        </p:nvCxnSpPr>
        <p:spPr>
          <a:xfrm>
            <a:off x="10473415" y="3177457"/>
            <a:ext cx="338135" cy="49093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Đường kết nối Mũi tên Thẳng 68">
            <a:extLst>
              <a:ext uri="{FF2B5EF4-FFF2-40B4-BE49-F238E27FC236}">
                <a16:creationId xmlns:a16="http://schemas.microsoft.com/office/drawing/2014/main" id="{FDCE744D-74E2-46AD-B1BE-9F3DDC526EC5}"/>
              </a:ext>
            </a:extLst>
          </p:cNvPr>
          <p:cNvCxnSpPr>
            <a:cxnSpLocks/>
          </p:cNvCxnSpPr>
          <p:nvPr/>
        </p:nvCxnSpPr>
        <p:spPr>
          <a:xfrm>
            <a:off x="8266294" y="3158130"/>
            <a:ext cx="338135" cy="49093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42414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ộp Văn bản 3">
            <a:extLst>
              <a:ext uri="{FF2B5EF4-FFF2-40B4-BE49-F238E27FC236}">
                <a16:creationId xmlns:a16="http://schemas.microsoft.com/office/drawing/2014/main" id="{4899650B-827B-4A4A-8A8E-D2939D513AF3}"/>
              </a:ext>
            </a:extLst>
          </p:cNvPr>
          <p:cNvSpPr txBox="1"/>
          <p:nvPr/>
        </p:nvSpPr>
        <p:spPr>
          <a:xfrm>
            <a:off x="5335862" y="1314541"/>
            <a:ext cx="102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PSPACE</a:t>
            </a:r>
          </a:p>
        </p:txBody>
      </p:sp>
      <p:sp>
        <p:nvSpPr>
          <p:cNvPr id="7" name="Hộp Văn bản 5">
            <a:extLst>
              <a:ext uri="{FF2B5EF4-FFF2-40B4-BE49-F238E27FC236}">
                <a16:creationId xmlns:a16="http://schemas.microsoft.com/office/drawing/2014/main" id="{3BE36AF5-A4AD-4883-9B2D-DE5A3D3748EF}"/>
              </a:ext>
            </a:extLst>
          </p:cNvPr>
          <p:cNvSpPr txBox="1"/>
          <p:nvPr/>
        </p:nvSpPr>
        <p:spPr>
          <a:xfrm>
            <a:off x="3359938" y="3561600"/>
            <a:ext cx="102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NP</a:t>
            </a: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195C7464-A932-4FB0-8EB8-7693BC9A186E}"/>
              </a:ext>
            </a:extLst>
          </p:cNvPr>
          <p:cNvSpPr txBox="1"/>
          <p:nvPr/>
        </p:nvSpPr>
        <p:spPr>
          <a:xfrm>
            <a:off x="7240277" y="3561600"/>
            <a:ext cx="102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coNP</a:t>
            </a:r>
          </a:p>
        </p:txBody>
      </p:sp>
      <p:sp>
        <p:nvSpPr>
          <p:cNvPr id="9" name="Hộp Văn bản 9">
            <a:extLst>
              <a:ext uri="{FF2B5EF4-FFF2-40B4-BE49-F238E27FC236}">
                <a16:creationId xmlns:a16="http://schemas.microsoft.com/office/drawing/2014/main" id="{69B0EA51-C736-47B0-9846-0C6061CB3F2D}"/>
              </a:ext>
            </a:extLst>
          </p:cNvPr>
          <p:cNvSpPr txBox="1"/>
          <p:nvPr/>
        </p:nvSpPr>
        <p:spPr>
          <a:xfrm>
            <a:off x="5335862" y="4626001"/>
            <a:ext cx="102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P = coP</a:t>
            </a:r>
          </a:p>
        </p:txBody>
      </p:sp>
      <p:cxnSp>
        <p:nvCxnSpPr>
          <p:cNvPr id="10" name="Đường nối Thẳng 11">
            <a:extLst>
              <a:ext uri="{FF2B5EF4-FFF2-40B4-BE49-F238E27FC236}">
                <a16:creationId xmlns:a16="http://schemas.microsoft.com/office/drawing/2014/main" id="{5A907E54-FE09-4559-ADB9-851D6826B0BC}"/>
              </a:ext>
            </a:extLst>
          </p:cNvPr>
          <p:cNvCxnSpPr>
            <a:stCxn id="6" idx="2"/>
            <a:endCxn id="7" idx="0"/>
          </p:cNvCxnSpPr>
          <p:nvPr/>
        </p:nvCxnSpPr>
        <p:spPr>
          <a:xfrm flipH="1">
            <a:off x="3873409" y="1683873"/>
            <a:ext cx="1975924" cy="187772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Đường nối Thẳng 12">
            <a:extLst>
              <a:ext uri="{FF2B5EF4-FFF2-40B4-BE49-F238E27FC236}">
                <a16:creationId xmlns:a16="http://schemas.microsoft.com/office/drawing/2014/main" id="{443D0DA4-990F-43E0-9B8C-38A2BD4EA196}"/>
              </a:ext>
            </a:extLst>
          </p:cNvPr>
          <p:cNvCxnSpPr>
            <a:cxnSpLocks/>
            <a:stCxn id="8" idx="0"/>
            <a:endCxn id="6" idx="2"/>
          </p:cNvCxnSpPr>
          <p:nvPr/>
        </p:nvCxnSpPr>
        <p:spPr>
          <a:xfrm flipH="1" flipV="1">
            <a:off x="5849333" y="1683873"/>
            <a:ext cx="1904415" cy="187772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Đường nối Thẳng 15">
            <a:extLst>
              <a:ext uri="{FF2B5EF4-FFF2-40B4-BE49-F238E27FC236}">
                <a16:creationId xmlns:a16="http://schemas.microsoft.com/office/drawing/2014/main" id="{502D5CC6-A8C1-4C7E-BA0B-D47FEBEE9BB1}"/>
              </a:ext>
            </a:extLst>
          </p:cNvPr>
          <p:cNvCxnSpPr>
            <a:cxnSpLocks/>
            <a:stCxn id="9" idx="0"/>
            <a:endCxn id="7" idx="2"/>
          </p:cNvCxnSpPr>
          <p:nvPr/>
        </p:nvCxnSpPr>
        <p:spPr>
          <a:xfrm flipH="1" flipV="1">
            <a:off x="3873409" y="3930932"/>
            <a:ext cx="1975924" cy="69506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Đường nối Thẳng 18">
            <a:extLst>
              <a:ext uri="{FF2B5EF4-FFF2-40B4-BE49-F238E27FC236}">
                <a16:creationId xmlns:a16="http://schemas.microsoft.com/office/drawing/2014/main" id="{179866E4-94B3-416F-9738-9FBA2BD0346C}"/>
              </a:ext>
            </a:extLst>
          </p:cNvPr>
          <p:cNvCxnSpPr>
            <a:cxnSpLocks/>
            <a:stCxn id="9" idx="0"/>
            <a:endCxn id="8" idx="2"/>
          </p:cNvCxnSpPr>
          <p:nvPr/>
        </p:nvCxnSpPr>
        <p:spPr>
          <a:xfrm flipV="1">
            <a:off x="5849333" y="3930932"/>
            <a:ext cx="1904415" cy="69506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351DC0F0-6D17-48B8-B24E-DCFBB15DCF29}"/>
              </a:ext>
            </a:extLst>
          </p:cNvPr>
          <p:cNvSpPr txBox="1"/>
          <p:nvPr/>
        </p:nvSpPr>
        <p:spPr>
          <a:xfrm>
            <a:off x="4705747" y="506318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P</a:t>
            </a:r>
            <a:r>
              <a:rPr lang="en-US"/>
              <a:t>olynomial number of step</a:t>
            </a:r>
          </a:p>
        </p:txBody>
      </p:sp>
      <p:sp>
        <p:nvSpPr>
          <p:cNvPr id="15" name="Hộp Văn bản 14">
            <a:extLst>
              <a:ext uri="{FF2B5EF4-FFF2-40B4-BE49-F238E27FC236}">
                <a16:creationId xmlns:a16="http://schemas.microsoft.com/office/drawing/2014/main" id="{B564330D-7689-406B-8A9E-29046928DE0F}"/>
              </a:ext>
            </a:extLst>
          </p:cNvPr>
          <p:cNvSpPr txBox="1"/>
          <p:nvPr/>
        </p:nvSpPr>
        <p:spPr>
          <a:xfrm>
            <a:off x="4386879" y="79772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P</a:t>
            </a:r>
            <a:r>
              <a:rPr lang="en-US"/>
              <a:t>olynomial number of </a:t>
            </a:r>
            <a:r>
              <a:rPr lang="en-US" b="1"/>
              <a:t>SPACE</a:t>
            </a:r>
          </a:p>
        </p:txBody>
      </p:sp>
      <p:sp>
        <p:nvSpPr>
          <p:cNvPr id="16" name="Hộp Văn bản 15">
            <a:extLst>
              <a:ext uri="{FF2B5EF4-FFF2-40B4-BE49-F238E27FC236}">
                <a16:creationId xmlns:a16="http://schemas.microsoft.com/office/drawing/2014/main" id="{528D65A1-9899-4286-9F68-7771F26C957A}"/>
              </a:ext>
            </a:extLst>
          </p:cNvPr>
          <p:cNvSpPr txBox="1"/>
          <p:nvPr/>
        </p:nvSpPr>
        <p:spPr>
          <a:xfrm>
            <a:off x="1039784" y="3355136"/>
            <a:ext cx="303520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b="1"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vi-VN">
                <a:latin typeface="Calibri" panose="020F0502020204030204" pitchFamily="34" charset="0"/>
                <a:cs typeface="Calibri" panose="020F0502020204030204" pitchFamily="34" charset="0"/>
              </a:rPr>
              <a:t>onderterministic Turing machine</a:t>
            </a: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 in</a:t>
            </a:r>
            <a:r>
              <a:rPr lang="vi-VN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b="1"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vi-VN">
                <a:latin typeface="Calibri" panose="020F0502020204030204" pitchFamily="34" charset="0"/>
                <a:cs typeface="Calibri" panose="020F0502020204030204" pitchFamily="34" charset="0"/>
              </a:rPr>
              <a:t>olynomial number of step</a:t>
            </a: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Hộp Văn bản 17">
            <a:extLst>
              <a:ext uri="{FF2B5EF4-FFF2-40B4-BE49-F238E27FC236}">
                <a16:creationId xmlns:a16="http://schemas.microsoft.com/office/drawing/2014/main" id="{0F25A91E-BDB0-493A-8229-2ABE891879EF}"/>
              </a:ext>
            </a:extLst>
          </p:cNvPr>
          <p:cNvSpPr txBox="1"/>
          <p:nvPr/>
        </p:nvSpPr>
        <p:spPr>
          <a:xfrm>
            <a:off x="8104216" y="351354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 </a:t>
            </a:r>
            <a:r>
              <a:rPr lang="en-US" b="1"/>
              <a:t>co</a:t>
            </a:r>
            <a:r>
              <a:rPr lang="en-US"/>
              <a:t>mplement of </a:t>
            </a:r>
            <a:r>
              <a:rPr lang="en-US" b="1"/>
              <a:t>NP</a:t>
            </a:r>
          </a:p>
        </p:txBody>
      </p:sp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14DA6B99-48C1-4EEE-B84C-595268F5C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BBA0F-ED8F-4A6E-AA06-FEAFBF3D52EE}" type="slidenum">
              <a:rPr lang="en-US" smtClean="0"/>
              <a:t>27</a:t>
            </a:fld>
            <a:endParaRPr lang="en-US"/>
          </a:p>
        </p:txBody>
      </p:sp>
      <p:sp>
        <p:nvSpPr>
          <p:cNvPr id="17" name="Hộp Văn bản 16">
            <a:extLst>
              <a:ext uri="{FF2B5EF4-FFF2-40B4-BE49-F238E27FC236}">
                <a16:creationId xmlns:a16="http://schemas.microsoft.com/office/drawing/2014/main" id="{D7DB7CAF-2ECD-40A0-8814-9DAF602FE61A}"/>
              </a:ext>
            </a:extLst>
          </p:cNvPr>
          <p:cNvSpPr txBox="1"/>
          <p:nvPr/>
        </p:nvSpPr>
        <p:spPr>
          <a:xfrm>
            <a:off x="1039783" y="4300264"/>
            <a:ext cx="303520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b="1">
                <a:latin typeface="Calibri" panose="020F0502020204030204" pitchFamily="34" charset="0"/>
                <a:cs typeface="Calibri" panose="020F0502020204030204" pitchFamily="34" charset="0"/>
              </a:rPr>
              <a:t>Cho một tập hợp các số nguyên, tồn tại hay không một tập hợp con có tổng bằng T không?</a:t>
            </a: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Hộp Văn bản 18">
            <a:extLst>
              <a:ext uri="{FF2B5EF4-FFF2-40B4-BE49-F238E27FC236}">
                <a16:creationId xmlns:a16="http://schemas.microsoft.com/office/drawing/2014/main" id="{21D2ACE9-0056-43F3-A892-7A082DA3A157}"/>
              </a:ext>
            </a:extLst>
          </p:cNvPr>
          <p:cNvSpPr txBox="1"/>
          <p:nvPr/>
        </p:nvSpPr>
        <p:spPr>
          <a:xfrm>
            <a:off x="4861371" y="5500359"/>
            <a:ext cx="30352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b="1">
                <a:latin typeface="Calibri" panose="020F0502020204030204" pitchFamily="34" charset="0"/>
                <a:cs typeface="Calibri" panose="020F0502020204030204" pitchFamily="34" charset="0"/>
              </a:rPr>
              <a:t>Tồn tại lời giải trong thời gian đa thức</a:t>
            </a: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Hộp Văn bản 19">
            <a:extLst>
              <a:ext uri="{FF2B5EF4-FFF2-40B4-BE49-F238E27FC236}">
                <a16:creationId xmlns:a16="http://schemas.microsoft.com/office/drawing/2014/main" id="{6266F116-CFAF-4EAB-A338-8785887B097D}"/>
              </a:ext>
            </a:extLst>
          </p:cNvPr>
          <p:cNvSpPr txBox="1"/>
          <p:nvPr/>
        </p:nvSpPr>
        <p:spPr>
          <a:xfrm>
            <a:off x="1039782" y="2656860"/>
            <a:ext cx="30352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b="1">
                <a:latin typeface="Calibri" panose="020F0502020204030204" pitchFamily="34" charset="0"/>
                <a:cs typeface="Calibri" panose="020F0502020204030204" pitchFamily="34" charset="0"/>
              </a:rPr>
              <a:t>Kiểm tra lời giải trong thời gian đa thức</a:t>
            </a: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Hộp Văn bản 20">
            <a:extLst>
              <a:ext uri="{FF2B5EF4-FFF2-40B4-BE49-F238E27FC236}">
                <a16:creationId xmlns:a16="http://schemas.microsoft.com/office/drawing/2014/main" id="{044E8B89-CCF2-4EBF-9C07-3462AEFBDEB2}"/>
              </a:ext>
            </a:extLst>
          </p:cNvPr>
          <p:cNvSpPr txBox="1"/>
          <p:nvPr/>
        </p:nvSpPr>
        <p:spPr>
          <a:xfrm>
            <a:off x="8212067" y="3978985"/>
            <a:ext cx="303520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b="1">
                <a:latin typeface="Calibri" panose="020F0502020204030204" pitchFamily="34" charset="0"/>
                <a:cs typeface="Calibri" panose="020F0502020204030204" pitchFamily="34" charset="0"/>
              </a:rPr>
              <a:t>Cho một tập hợp các số nguyên, có phải tất cả tập hợp con đều có tổng khác T không?</a:t>
            </a: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03998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1612F00-E5D1-41F8-B014-EE0C41431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Probability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20D0CDB7-408E-4087-97A3-9FD1143A2D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44923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Nondeterministic Turing machine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𝑠𝑡𝑎𝑟𝑡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𝑟𝑒𝑗𝑒𝑐𝑡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𝑎𝑐𝑐𝑒𝑝𝑡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20D0CDB7-408E-4087-97A3-9FD1143A2D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44923"/>
              </a:xfrm>
              <a:blipFill>
                <a:blip r:embed="rId2"/>
                <a:stretch>
                  <a:fillRect l="-1043" t="-31507" b="-26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F8F89BA8-C804-49F1-AF16-C98ACEB3D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BBA0F-ED8F-4A6E-AA06-FEAFBF3D52EE}" type="slidenum">
              <a:rPr lang="en-US" smtClean="0"/>
              <a:t>28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85497540-82E5-44C4-88E3-34180F358CF5}"/>
                  </a:ext>
                </a:extLst>
              </p:cNvPr>
              <p:cNvSpPr txBox="1"/>
              <p:nvPr/>
            </p:nvSpPr>
            <p:spPr>
              <a:xfrm>
                <a:off x="838200" y="2405485"/>
                <a:ext cx="10306878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l-GR" sz="280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l-GR" sz="2800" i="1" smtClean="0">
                          <a:latin typeface="Cambria Math" panose="02040503050406030204" pitchFamily="18" charset="0"/>
                        </a:rPr>
                        <m:t> × </m:t>
                      </m:r>
                      <m:r>
                        <m:rPr>
                          <m:sty m:val="p"/>
                        </m:rPr>
                        <a:rPr lang="el-GR" sz="28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0,1</m:t>
                              </m:r>
                            </m:e>
                          </m:d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l-GR" sz="2800" i="1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l-GR" sz="2800" i="1">
                              <a:latin typeface="Cambria Math" panose="02040503050406030204" pitchFamily="18" charset="0"/>
                            </a:rPr>
                            <m:t> × </m:t>
                          </m:r>
                          <m:r>
                            <m:rPr>
                              <m:sty m:val="p"/>
                            </m:rPr>
                            <a:rPr lang="el-GR" sz="2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  <m:r>
                            <a:rPr lang="el-GR" sz="2800" i="1">
                              <a:latin typeface="Cambria Math" panose="02040503050406030204" pitchFamily="18" charset="0"/>
                            </a:rPr>
                            <m:t> × 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l-GR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l-GR" sz="28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l-GR" sz="28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l-GR" sz="28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d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sz="2800"/>
              </a:p>
            </p:txBody>
          </p:sp>
        </mc:Choice>
        <mc:Fallback xmlns="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85497540-82E5-44C4-88E3-34180F358C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405485"/>
                <a:ext cx="10306878" cy="5600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Hình ảnh 6">
            <a:extLst>
              <a:ext uri="{FF2B5EF4-FFF2-40B4-BE49-F238E27FC236}">
                <a16:creationId xmlns:a16="http://schemas.microsoft.com/office/drawing/2014/main" id="{60A31778-4DD9-4ED2-A19B-29111639A29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409" t="24653" r="24684" b="26570"/>
          <a:stretch/>
        </p:blipFill>
        <p:spPr>
          <a:xfrm>
            <a:off x="848357" y="3193774"/>
            <a:ext cx="6466844" cy="2973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1249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1612F00-E5D1-41F8-B014-EE0C41431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Probability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Hộp Văn bản 4">
                <a:extLst>
                  <a:ext uri="{FF2B5EF4-FFF2-40B4-BE49-F238E27FC236}">
                    <a16:creationId xmlns:a16="http://schemas.microsoft.com/office/drawing/2014/main" id="{812456B0-C35E-4B63-8355-F7A16793307F}"/>
                  </a:ext>
                </a:extLst>
              </p:cNvPr>
              <p:cNvSpPr txBox="1"/>
              <p:nvPr/>
            </p:nvSpPr>
            <p:spPr>
              <a:xfrm>
                <a:off x="109330" y="4068723"/>
                <a:ext cx="13082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16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1" name="Hộp Văn bản 4">
                <a:extLst>
                  <a:ext uri="{FF2B5EF4-FFF2-40B4-BE49-F238E27FC236}">
                    <a16:creationId xmlns:a16="http://schemas.microsoft.com/office/drawing/2014/main" id="{812456B0-C35E-4B63-8355-F7A1679330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330" y="4068723"/>
                <a:ext cx="1308295" cy="369332"/>
              </a:xfrm>
              <a:prstGeom prst="rect">
                <a:avLst/>
              </a:prstGeom>
              <a:blipFill>
                <a:blip r:embed="rId2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Hộp Văn bản 6">
                <a:extLst>
                  <a:ext uri="{FF2B5EF4-FFF2-40B4-BE49-F238E27FC236}">
                    <a16:creationId xmlns:a16="http://schemas.microsoft.com/office/drawing/2014/main" id="{15A9794A-28F9-48F8-8E48-6185A87CF852}"/>
                  </a:ext>
                </a:extLst>
              </p:cNvPr>
              <p:cNvSpPr txBox="1"/>
              <p:nvPr/>
            </p:nvSpPr>
            <p:spPr>
              <a:xfrm>
                <a:off x="3113761" y="2884024"/>
                <a:ext cx="13082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2" name="Hộp Văn bản 6">
                <a:extLst>
                  <a:ext uri="{FF2B5EF4-FFF2-40B4-BE49-F238E27FC236}">
                    <a16:creationId xmlns:a16="http://schemas.microsoft.com/office/drawing/2014/main" id="{15A9794A-28F9-48F8-8E48-6185A87CF8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3761" y="2884024"/>
                <a:ext cx="1308295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Hộp Văn bản 10">
                <a:extLst>
                  <a:ext uri="{FF2B5EF4-FFF2-40B4-BE49-F238E27FC236}">
                    <a16:creationId xmlns:a16="http://schemas.microsoft.com/office/drawing/2014/main" id="{0F78B7B3-6C60-4602-A2AC-DC616FAC65FD}"/>
                  </a:ext>
                </a:extLst>
              </p:cNvPr>
              <p:cNvSpPr txBox="1"/>
              <p:nvPr/>
            </p:nvSpPr>
            <p:spPr>
              <a:xfrm>
                <a:off x="3113760" y="3514725"/>
                <a:ext cx="13082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18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3" name="Hộp Văn bản 10">
                <a:extLst>
                  <a:ext uri="{FF2B5EF4-FFF2-40B4-BE49-F238E27FC236}">
                    <a16:creationId xmlns:a16="http://schemas.microsoft.com/office/drawing/2014/main" id="{0F78B7B3-6C60-4602-A2AC-DC616FAC6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3760" y="3514725"/>
                <a:ext cx="1308295" cy="369332"/>
              </a:xfrm>
              <a:prstGeom prst="rect">
                <a:avLst/>
              </a:prstGeom>
              <a:blipFill>
                <a:blip r:embed="rId4"/>
                <a:stretch>
                  <a:fillRect l="-1402" r="-3738" b="-13333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Hộp Văn bản 12">
                <a:extLst>
                  <a:ext uri="{FF2B5EF4-FFF2-40B4-BE49-F238E27FC236}">
                    <a16:creationId xmlns:a16="http://schemas.microsoft.com/office/drawing/2014/main" id="{718814C1-FA0B-4428-B434-AE5DC099D2EC}"/>
                  </a:ext>
                </a:extLst>
              </p:cNvPr>
              <p:cNvSpPr txBox="1"/>
              <p:nvPr/>
            </p:nvSpPr>
            <p:spPr>
              <a:xfrm>
                <a:off x="3113760" y="4145426"/>
                <a:ext cx="13082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18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4" name="Hộp Văn bản 12">
                <a:extLst>
                  <a:ext uri="{FF2B5EF4-FFF2-40B4-BE49-F238E27FC236}">
                    <a16:creationId xmlns:a16="http://schemas.microsoft.com/office/drawing/2014/main" id="{718814C1-FA0B-4428-B434-AE5DC099D2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3760" y="4145426"/>
                <a:ext cx="1308295" cy="369332"/>
              </a:xfrm>
              <a:prstGeom prst="rect">
                <a:avLst/>
              </a:prstGeom>
              <a:blipFill>
                <a:blip r:embed="rId5"/>
                <a:stretch>
                  <a:fillRect l="-1402" r="-3738" b="-13115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Hộp Văn bản 14">
                <a:extLst>
                  <a:ext uri="{FF2B5EF4-FFF2-40B4-BE49-F238E27FC236}">
                    <a16:creationId xmlns:a16="http://schemas.microsoft.com/office/drawing/2014/main" id="{DC0E278D-5285-47B8-8073-ACF4FB819305}"/>
                  </a:ext>
                </a:extLst>
              </p:cNvPr>
              <p:cNvSpPr txBox="1"/>
              <p:nvPr/>
            </p:nvSpPr>
            <p:spPr>
              <a:xfrm>
                <a:off x="3159481" y="4796858"/>
                <a:ext cx="13082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5" name="Hộp Văn bản 14">
                <a:extLst>
                  <a:ext uri="{FF2B5EF4-FFF2-40B4-BE49-F238E27FC236}">
                    <a16:creationId xmlns:a16="http://schemas.microsoft.com/office/drawing/2014/main" id="{DC0E278D-5285-47B8-8073-ACF4FB8193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9481" y="4796858"/>
                <a:ext cx="1308295" cy="369332"/>
              </a:xfrm>
              <a:prstGeom prst="rect">
                <a:avLst/>
              </a:prstGeom>
              <a:blipFill>
                <a:blip r:embed="rId6"/>
                <a:stretch>
                  <a:fillRect l="-1395" r="-1860" b="-13333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Đường kết nối Mũi tên Thẳng 16">
            <a:extLst>
              <a:ext uri="{FF2B5EF4-FFF2-40B4-BE49-F238E27FC236}">
                <a16:creationId xmlns:a16="http://schemas.microsoft.com/office/drawing/2014/main" id="{9601C23A-172B-4E59-A10A-5CBAD2AC9DD7}"/>
              </a:ext>
            </a:extLst>
          </p:cNvPr>
          <p:cNvCxnSpPr/>
          <p:nvPr/>
        </p:nvCxnSpPr>
        <p:spPr>
          <a:xfrm>
            <a:off x="1925432" y="3387726"/>
            <a:ext cx="302455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Đường kết nối Mũi tên Thẳng 17">
            <a:extLst>
              <a:ext uri="{FF2B5EF4-FFF2-40B4-BE49-F238E27FC236}">
                <a16:creationId xmlns:a16="http://schemas.microsoft.com/office/drawing/2014/main" id="{B1A83D17-BC83-4A1F-9913-96C1F7BEB4B9}"/>
              </a:ext>
            </a:extLst>
          </p:cNvPr>
          <p:cNvCxnSpPr/>
          <p:nvPr/>
        </p:nvCxnSpPr>
        <p:spPr>
          <a:xfrm>
            <a:off x="1904720" y="4068723"/>
            <a:ext cx="302455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Đường kết nối Mũi tên Thẳng 18">
            <a:extLst>
              <a:ext uri="{FF2B5EF4-FFF2-40B4-BE49-F238E27FC236}">
                <a16:creationId xmlns:a16="http://schemas.microsoft.com/office/drawing/2014/main" id="{21D822B5-504A-43C0-8D9A-26B708CCF172}"/>
              </a:ext>
            </a:extLst>
          </p:cNvPr>
          <p:cNvCxnSpPr/>
          <p:nvPr/>
        </p:nvCxnSpPr>
        <p:spPr>
          <a:xfrm>
            <a:off x="1904720" y="4759426"/>
            <a:ext cx="302455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Hộp Văn bản 20">
                <a:extLst>
                  <a:ext uri="{FF2B5EF4-FFF2-40B4-BE49-F238E27FC236}">
                    <a16:creationId xmlns:a16="http://schemas.microsoft.com/office/drawing/2014/main" id="{DE347BB2-00ED-4533-83CB-A20B449DAC66}"/>
                  </a:ext>
                </a:extLst>
              </p:cNvPr>
              <p:cNvSpPr txBox="1"/>
              <p:nvPr/>
            </p:nvSpPr>
            <p:spPr>
              <a:xfrm>
                <a:off x="1474874" y="2900431"/>
                <a:ext cx="13082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0.14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9" name="Hộp Văn bản 20">
                <a:extLst>
                  <a:ext uri="{FF2B5EF4-FFF2-40B4-BE49-F238E27FC236}">
                    <a16:creationId xmlns:a16="http://schemas.microsoft.com/office/drawing/2014/main" id="{DE347BB2-00ED-4533-83CB-A20B449DAC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4874" y="2900431"/>
                <a:ext cx="130829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Hộp Văn bản 22">
                <a:extLst>
                  <a:ext uri="{FF2B5EF4-FFF2-40B4-BE49-F238E27FC236}">
                    <a16:creationId xmlns:a16="http://schemas.microsoft.com/office/drawing/2014/main" id="{548402DE-069D-488F-A8FC-B69F9149631F}"/>
                  </a:ext>
                </a:extLst>
              </p:cNvPr>
              <p:cNvSpPr txBox="1"/>
              <p:nvPr/>
            </p:nvSpPr>
            <p:spPr>
              <a:xfrm>
                <a:off x="1474874" y="3572393"/>
                <a:ext cx="13082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0.23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0" name="Hộp Văn bản 22">
                <a:extLst>
                  <a:ext uri="{FF2B5EF4-FFF2-40B4-BE49-F238E27FC236}">
                    <a16:creationId xmlns:a16="http://schemas.microsoft.com/office/drawing/2014/main" id="{548402DE-069D-488F-A8FC-B69F914963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4874" y="3572393"/>
                <a:ext cx="1308295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Hộp Văn bản 24">
                <a:extLst>
                  <a:ext uri="{FF2B5EF4-FFF2-40B4-BE49-F238E27FC236}">
                    <a16:creationId xmlns:a16="http://schemas.microsoft.com/office/drawing/2014/main" id="{DCCFA05C-A32B-42B6-8837-75238F0FE1D8}"/>
                  </a:ext>
                </a:extLst>
              </p:cNvPr>
              <p:cNvSpPr txBox="1"/>
              <p:nvPr/>
            </p:nvSpPr>
            <p:spPr>
              <a:xfrm>
                <a:off x="1474874" y="4276463"/>
                <a:ext cx="13082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0.08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1" name="Hộp Văn bản 24">
                <a:extLst>
                  <a:ext uri="{FF2B5EF4-FFF2-40B4-BE49-F238E27FC236}">
                    <a16:creationId xmlns:a16="http://schemas.microsoft.com/office/drawing/2014/main" id="{DCCFA05C-A32B-42B6-8837-75238F0FE1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4874" y="4276463"/>
                <a:ext cx="130829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Đường kết nối Mũi tên Thẳng 25">
            <a:extLst>
              <a:ext uri="{FF2B5EF4-FFF2-40B4-BE49-F238E27FC236}">
                <a16:creationId xmlns:a16="http://schemas.microsoft.com/office/drawing/2014/main" id="{D5DDF98E-7329-4CCE-8909-B81D717E02D1}"/>
              </a:ext>
            </a:extLst>
          </p:cNvPr>
          <p:cNvCxnSpPr/>
          <p:nvPr/>
        </p:nvCxnSpPr>
        <p:spPr>
          <a:xfrm>
            <a:off x="1925432" y="5432526"/>
            <a:ext cx="302455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Hộp Văn bản 27">
                <a:extLst>
                  <a:ext uri="{FF2B5EF4-FFF2-40B4-BE49-F238E27FC236}">
                    <a16:creationId xmlns:a16="http://schemas.microsoft.com/office/drawing/2014/main" id="{D3CA02B6-BD8B-4260-94E2-4EF2EFDE66B8}"/>
                  </a:ext>
                </a:extLst>
              </p:cNvPr>
              <p:cNvSpPr txBox="1"/>
              <p:nvPr/>
            </p:nvSpPr>
            <p:spPr>
              <a:xfrm>
                <a:off x="1495977" y="4977944"/>
                <a:ext cx="13082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0.55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3" name="Hộp Văn bản 27">
                <a:extLst>
                  <a:ext uri="{FF2B5EF4-FFF2-40B4-BE49-F238E27FC236}">
                    <a16:creationId xmlns:a16="http://schemas.microsoft.com/office/drawing/2014/main" id="{D3CA02B6-BD8B-4260-94E2-4EF2EFDE6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5977" y="4977944"/>
                <a:ext cx="130829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Đường nối Thẳng 29">
            <a:extLst>
              <a:ext uri="{FF2B5EF4-FFF2-40B4-BE49-F238E27FC236}">
                <a16:creationId xmlns:a16="http://schemas.microsoft.com/office/drawing/2014/main" id="{7FDD6D6A-1139-41F4-818B-6AC902A82DBC}"/>
              </a:ext>
            </a:extLst>
          </p:cNvPr>
          <p:cNvCxnSpPr>
            <a:endCxn id="51" idx="3"/>
          </p:cNvCxnSpPr>
          <p:nvPr/>
        </p:nvCxnSpPr>
        <p:spPr>
          <a:xfrm flipH="1">
            <a:off x="1417625" y="3387726"/>
            <a:ext cx="507807" cy="86566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Đường nối Thẳng 30">
            <a:extLst>
              <a:ext uri="{FF2B5EF4-FFF2-40B4-BE49-F238E27FC236}">
                <a16:creationId xmlns:a16="http://schemas.microsoft.com/office/drawing/2014/main" id="{CB8B904F-291F-4929-A330-3630E476F1B3}"/>
              </a:ext>
            </a:extLst>
          </p:cNvPr>
          <p:cNvCxnSpPr>
            <a:cxnSpLocks/>
            <a:endCxn id="51" idx="3"/>
          </p:cNvCxnSpPr>
          <p:nvPr/>
        </p:nvCxnSpPr>
        <p:spPr>
          <a:xfrm flipH="1">
            <a:off x="1417625" y="4060826"/>
            <a:ext cx="507807" cy="19256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Đường nối Thẳng 36">
            <a:extLst>
              <a:ext uri="{FF2B5EF4-FFF2-40B4-BE49-F238E27FC236}">
                <a16:creationId xmlns:a16="http://schemas.microsoft.com/office/drawing/2014/main" id="{942B4C86-68FC-4083-85BD-A0D2C7160BEB}"/>
              </a:ext>
            </a:extLst>
          </p:cNvPr>
          <p:cNvCxnSpPr>
            <a:cxnSpLocks/>
            <a:endCxn id="51" idx="3"/>
          </p:cNvCxnSpPr>
          <p:nvPr/>
        </p:nvCxnSpPr>
        <p:spPr>
          <a:xfrm flipH="1" flipV="1">
            <a:off x="1417625" y="4253389"/>
            <a:ext cx="487095" cy="51678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Đường nối Thẳng 40">
            <a:extLst>
              <a:ext uri="{FF2B5EF4-FFF2-40B4-BE49-F238E27FC236}">
                <a16:creationId xmlns:a16="http://schemas.microsoft.com/office/drawing/2014/main" id="{ADBC72EC-3E7B-4257-8AE7-EA2A88391C39}"/>
              </a:ext>
            </a:extLst>
          </p:cNvPr>
          <p:cNvCxnSpPr>
            <a:cxnSpLocks/>
            <a:endCxn id="51" idx="3"/>
          </p:cNvCxnSpPr>
          <p:nvPr/>
        </p:nvCxnSpPr>
        <p:spPr>
          <a:xfrm flipH="1" flipV="1">
            <a:off x="1417625" y="4253389"/>
            <a:ext cx="507808" cy="117913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Chỗ dành sẵn cho Số hiệu Bản chiếu 2">
            <a:extLst>
              <a:ext uri="{FF2B5EF4-FFF2-40B4-BE49-F238E27FC236}">
                <a16:creationId xmlns:a16="http://schemas.microsoft.com/office/drawing/2014/main" id="{48855A97-1F69-46DC-8F29-E5AB51D15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BBA0F-ED8F-4A6E-AA06-FEAFBF3D52EE}" type="slidenum">
              <a:rPr lang="en-US" smtClean="0"/>
              <a:t>29</a:t>
            </a:fld>
            <a:endParaRPr lang="en-US"/>
          </a:p>
        </p:txBody>
      </p:sp>
      <p:pic>
        <p:nvPicPr>
          <p:cNvPr id="6" name="Hình ảnh 5">
            <a:extLst>
              <a:ext uri="{FF2B5EF4-FFF2-40B4-BE49-F238E27FC236}">
                <a16:creationId xmlns:a16="http://schemas.microsoft.com/office/drawing/2014/main" id="{EF4A38D8-B0AF-49B6-8568-E5368FFBEEC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33743" y="136525"/>
            <a:ext cx="6753714" cy="2484644"/>
          </a:xfrm>
          <a:prstGeom prst="rect">
            <a:avLst/>
          </a:prstGeom>
        </p:spPr>
      </p:pic>
      <p:pic>
        <p:nvPicPr>
          <p:cNvPr id="8" name="Hình ảnh 7">
            <a:extLst>
              <a:ext uri="{FF2B5EF4-FFF2-40B4-BE49-F238E27FC236}">
                <a16:creationId xmlns:a16="http://schemas.microsoft.com/office/drawing/2014/main" id="{A66E0A68-98C4-41AA-8F31-721F64B715E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59863" y="2642093"/>
            <a:ext cx="6727593" cy="2565035"/>
          </a:xfrm>
          <a:prstGeom prst="rect">
            <a:avLst/>
          </a:prstGeom>
        </p:spPr>
      </p:pic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96A06B8D-2317-4D43-A32C-DA19024A8213}"/>
              </a:ext>
            </a:extLst>
          </p:cNvPr>
          <p:cNvSpPr txBox="1"/>
          <p:nvPr/>
        </p:nvSpPr>
        <p:spPr>
          <a:xfrm>
            <a:off x="5936974" y="1126435"/>
            <a:ext cx="728869" cy="3664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vi-VN"/>
          </a:p>
        </p:txBody>
      </p:sp>
      <p:sp>
        <p:nvSpPr>
          <p:cNvPr id="24" name="Hộp Văn bản 23">
            <a:extLst>
              <a:ext uri="{FF2B5EF4-FFF2-40B4-BE49-F238E27FC236}">
                <a16:creationId xmlns:a16="http://schemas.microsoft.com/office/drawing/2014/main" id="{BFCE8099-47DB-40D5-A990-B1A8B5D6FD97}"/>
              </a:ext>
            </a:extLst>
          </p:cNvPr>
          <p:cNvSpPr txBox="1"/>
          <p:nvPr/>
        </p:nvSpPr>
        <p:spPr>
          <a:xfrm>
            <a:off x="6818244" y="1126435"/>
            <a:ext cx="1689652" cy="3664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vi-VN"/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7B2A4C77-6D5A-4D48-ACD4-BDF80185F64E}"/>
              </a:ext>
            </a:extLst>
          </p:cNvPr>
          <p:cNvSpPr txBox="1"/>
          <p:nvPr/>
        </p:nvSpPr>
        <p:spPr>
          <a:xfrm>
            <a:off x="3557375" y="1657905"/>
            <a:ext cx="1371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>
                <a:latin typeface="Calibri (Thân)"/>
              </a:rPr>
              <a:t>Lời giải đúng</a:t>
            </a:r>
          </a:p>
        </p:txBody>
      </p:sp>
      <p:sp>
        <p:nvSpPr>
          <p:cNvPr id="26" name="Hộp Văn bản 25">
            <a:extLst>
              <a:ext uri="{FF2B5EF4-FFF2-40B4-BE49-F238E27FC236}">
                <a16:creationId xmlns:a16="http://schemas.microsoft.com/office/drawing/2014/main" id="{91E29CCE-C7E4-4E98-A38A-B867E99FD64F}"/>
              </a:ext>
            </a:extLst>
          </p:cNvPr>
          <p:cNvSpPr txBox="1"/>
          <p:nvPr/>
        </p:nvSpPr>
        <p:spPr>
          <a:xfrm>
            <a:off x="2491409" y="2026259"/>
            <a:ext cx="2437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>
                <a:latin typeface="Calibri (Thân)"/>
              </a:rPr>
              <a:t>Chấp nhận lời giải đúng</a:t>
            </a:r>
          </a:p>
        </p:txBody>
      </p:sp>
      <p:cxnSp>
        <p:nvCxnSpPr>
          <p:cNvPr id="9" name="Đường kết nối Mũi tên Thẳng 8">
            <a:extLst>
              <a:ext uri="{FF2B5EF4-FFF2-40B4-BE49-F238E27FC236}">
                <a16:creationId xmlns:a16="http://schemas.microsoft.com/office/drawing/2014/main" id="{94F4A55E-62B7-4685-854C-CB37FA514011}"/>
              </a:ext>
            </a:extLst>
          </p:cNvPr>
          <p:cNvCxnSpPr>
            <a:cxnSpLocks/>
            <a:stCxn id="4" idx="2"/>
            <a:endCxn id="5" idx="3"/>
          </p:cNvCxnSpPr>
          <p:nvPr/>
        </p:nvCxnSpPr>
        <p:spPr>
          <a:xfrm flipH="1">
            <a:off x="4929273" y="1492871"/>
            <a:ext cx="1372136" cy="349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Đường kết nối Mũi tên Thẳng 28">
            <a:extLst>
              <a:ext uri="{FF2B5EF4-FFF2-40B4-BE49-F238E27FC236}">
                <a16:creationId xmlns:a16="http://schemas.microsoft.com/office/drawing/2014/main" id="{A7D80986-88E4-47AB-8D59-40238C81BA24}"/>
              </a:ext>
            </a:extLst>
          </p:cNvPr>
          <p:cNvCxnSpPr>
            <a:cxnSpLocks/>
            <a:endCxn id="26" idx="3"/>
          </p:cNvCxnSpPr>
          <p:nvPr/>
        </p:nvCxnSpPr>
        <p:spPr>
          <a:xfrm flipH="1">
            <a:off x="4929272" y="1504123"/>
            <a:ext cx="2719176" cy="7068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41319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1612F00-E5D1-41F8-B014-EE0C41431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Probability</a:t>
            </a:r>
            <a:endParaRPr lang="en-US" dirty="0"/>
          </a:p>
        </p:txBody>
      </p:sp>
      <p:sp>
        <p:nvSpPr>
          <p:cNvPr id="6" name="Hộp Văn bản 35">
            <a:extLst>
              <a:ext uri="{FF2B5EF4-FFF2-40B4-BE49-F238E27FC236}">
                <a16:creationId xmlns:a16="http://schemas.microsoft.com/office/drawing/2014/main" id="{6BB01E60-7200-4A0D-8F37-6D0E676E6F46}"/>
              </a:ext>
            </a:extLst>
          </p:cNvPr>
          <p:cNvSpPr txBox="1"/>
          <p:nvPr/>
        </p:nvSpPr>
        <p:spPr>
          <a:xfrm>
            <a:off x="4111379" y="2461759"/>
            <a:ext cx="102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BPP</a:t>
            </a:r>
          </a:p>
        </p:txBody>
      </p:sp>
      <p:sp>
        <p:nvSpPr>
          <p:cNvPr id="7" name="Hộp Văn bản 36">
            <a:extLst>
              <a:ext uri="{FF2B5EF4-FFF2-40B4-BE49-F238E27FC236}">
                <a16:creationId xmlns:a16="http://schemas.microsoft.com/office/drawing/2014/main" id="{64D1F4EF-4076-49B7-BE66-4A42AB0C2C73}"/>
              </a:ext>
            </a:extLst>
          </p:cNvPr>
          <p:cNvSpPr txBox="1"/>
          <p:nvPr/>
        </p:nvSpPr>
        <p:spPr>
          <a:xfrm>
            <a:off x="2135455" y="3542627"/>
            <a:ext cx="102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RP</a:t>
            </a:r>
          </a:p>
        </p:txBody>
      </p:sp>
      <p:sp>
        <p:nvSpPr>
          <p:cNvPr id="8" name="Hộp Văn bản 37">
            <a:extLst>
              <a:ext uri="{FF2B5EF4-FFF2-40B4-BE49-F238E27FC236}">
                <a16:creationId xmlns:a16="http://schemas.microsoft.com/office/drawing/2014/main" id="{ACFB5F97-D996-427A-83C2-C90C003069C3}"/>
              </a:ext>
            </a:extLst>
          </p:cNvPr>
          <p:cNvSpPr txBox="1"/>
          <p:nvPr/>
        </p:nvSpPr>
        <p:spPr>
          <a:xfrm>
            <a:off x="6015794" y="3542627"/>
            <a:ext cx="102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coRP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Hộp Văn bản 38">
                <a:extLst>
                  <a:ext uri="{FF2B5EF4-FFF2-40B4-BE49-F238E27FC236}">
                    <a16:creationId xmlns:a16="http://schemas.microsoft.com/office/drawing/2014/main" id="{33995811-D71E-4305-A2F9-DF1BAA3351C0}"/>
                  </a:ext>
                </a:extLst>
              </p:cNvPr>
              <p:cNvSpPr txBox="1"/>
              <p:nvPr/>
            </p:nvSpPr>
            <p:spPr>
              <a:xfrm>
                <a:off x="3162396" y="4607028"/>
                <a:ext cx="292490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>
                    <a:latin typeface="Cambria" panose="02040503050406030204" pitchFamily="18" charset="0"/>
                    <a:ea typeface="Cambria" panose="02040503050406030204" pitchFamily="18" charset="0"/>
                  </a:rPr>
                  <a:t>ZPP = RP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b="1">
                    <a:latin typeface="Cambria" panose="02040503050406030204" pitchFamily="18" charset="0"/>
                    <a:ea typeface="Cambria" panose="02040503050406030204" pitchFamily="18" charset="0"/>
                  </a:rPr>
                  <a:t> coRP</a:t>
                </a:r>
              </a:p>
            </p:txBody>
          </p:sp>
        </mc:Choice>
        <mc:Fallback xmlns="">
          <p:sp>
            <p:nvSpPr>
              <p:cNvPr id="9" name="Hộp Văn bản 38">
                <a:extLst>
                  <a:ext uri="{FF2B5EF4-FFF2-40B4-BE49-F238E27FC236}">
                    <a16:creationId xmlns:a16="http://schemas.microsoft.com/office/drawing/2014/main" id="{33995811-D71E-4305-A2F9-DF1BAA3351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2396" y="4607028"/>
                <a:ext cx="2924907" cy="369332"/>
              </a:xfrm>
              <a:prstGeom prst="rect">
                <a:avLst/>
              </a:prstGeom>
              <a:blipFill>
                <a:blip r:embed="rId2"/>
                <a:stretch>
                  <a:fillRect t="-11667" b="-2500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Đường nối Thẳng 39">
            <a:extLst>
              <a:ext uri="{FF2B5EF4-FFF2-40B4-BE49-F238E27FC236}">
                <a16:creationId xmlns:a16="http://schemas.microsoft.com/office/drawing/2014/main" id="{64E97606-DF47-48B8-80EA-CED041388C04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flipH="1">
            <a:off x="2648926" y="2831091"/>
            <a:ext cx="1975924" cy="71153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Đường nối Thẳng 40">
            <a:extLst>
              <a:ext uri="{FF2B5EF4-FFF2-40B4-BE49-F238E27FC236}">
                <a16:creationId xmlns:a16="http://schemas.microsoft.com/office/drawing/2014/main" id="{BAE2A05C-BED8-488A-B679-4BDA387ACE3C}"/>
              </a:ext>
            </a:extLst>
          </p:cNvPr>
          <p:cNvCxnSpPr>
            <a:cxnSpLocks/>
            <a:stCxn id="8" idx="0"/>
            <a:endCxn id="6" idx="2"/>
          </p:cNvCxnSpPr>
          <p:nvPr/>
        </p:nvCxnSpPr>
        <p:spPr>
          <a:xfrm flipH="1" flipV="1">
            <a:off x="4624850" y="2831091"/>
            <a:ext cx="1904415" cy="71153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Đường nối Thẳng 41">
            <a:extLst>
              <a:ext uri="{FF2B5EF4-FFF2-40B4-BE49-F238E27FC236}">
                <a16:creationId xmlns:a16="http://schemas.microsoft.com/office/drawing/2014/main" id="{9A70A531-26C8-4572-B5EE-F9B8B4435155}"/>
              </a:ext>
            </a:extLst>
          </p:cNvPr>
          <p:cNvCxnSpPr>
            <a:cxnSpLocks/>
            <a:stCxn id="9" idx="0"/>
            <a:endCxn id="7" idx="2"/>
          </p:cNvCxnSpPr>
          <p:nvPr/>
        </p:nvCxnSpPr>
        <p:spPr>
          <a:xfrm flipH="1" flipV="1">
            <a:off x="2648926" y="3911959"/>
            <a:ext cx="1975924" cy="69506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Đường nối Thẳng 42">
            <a:extLst>
              <a:ext uri="{FF2B5EF4-FFF2-40B4-BE49-F238E27FC236}">
                <a16:creationId xmlns:a16="http://schemas.microsoft.com/office/drawing/2014/main" id="{C57E1D4E-8C15-4CF2-A6DC-B6C91ABB266A}"/>
              </a:ext>
            </a:extLst>
          </p:cNvPr>
          <p:cNvCxnSpPr>
            <a:cxnSpLocks/>
            <a:stCxn id="9" idx="0"/>
            <a:endCxn id="8" idx="2"/>
          </p:cNvCxnSpPr>
          <p:nvPr/>
        </p:nvCxnSpPr>
        <p:spPr>
          <a:xfrm flipV="1">
            <a:off x="4624850" y="3911959"/>
            <a:ext cx="1904415" cy="69506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Hộp Văn bản 68">
            <a:extLst>
              <a:ext uri="{FF2B5EF4-FFF2-40B4-BE49-F238E27FC236}">
                <a16:creationId xmlns:a16="http://schemas.microsoft.com/office/drawing/2014/main" id="{57F8D259-0F2F-4C83-97CA-DFD0E6FD5B8F}"/>
              </a:ext>
            </a:extLst>
          </p:cNvPr>
          <p:cNvSpPr txBox="1"/>
          <p:nvPr/>
        </p:nvSpPr>
        <p:spPr>
          <a:xfrm>
            <a:off x="2908130" y="1699522"/>
            <a:ext cx="381405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P</a:t>
            </a:r>
            <a:r>
              <a:rPr lang="en-US"/>
              <a:t>robabilistic Turing Machine in </a:t>
            </a:r>
            <a:r>
              <a:rPr lang="en-US" b="1"/>
              <a:t>P</a:t>
            </a:r>
            <a:r>
              <a:rPr lang="en-US"/>
              <a:t>olynomial time với khả năng xảy ra lỗi</a:t>
            </a:r>
          </a:p>
        </p:txBody>
      </p:sp>
      <p:sp>
        <p:nvSpPr>
          <p:cNvPr id="71" name="Hộp Văn bản 70">
            <a:extLst>
              <a:ext uri="{FF2B5EF4-FFF2-40B4-BE49-F238E27FC236}">
                <a16:creationId xmlns:a16="http://schemas.microsoft.com/office/drawing/2014/main" id="{521D1BA4-5C11-481F-9F2E-3B8ABDEA9337}"/>
              </a:ext>
            </a:extLst>
          </p:cNvPr>
          <p:cNvSpPr txBox="1"/>
          <p:nvPr/>
        </p:nvSpPr>
        <p:spPr>
          <a:xfrm>
            <a:off x="61651" y="3119384"/>
            <a:ext cx="222238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/>
              <a:t>Probabilistic / </a:t>
            </a:r>
            <a:r>
              <a:rPr lang="en-US" b="1"/>
              <a:t>R</a:t>
            </a:r>
            <a:r>
              <a:rPr lang="en-US"/>
              <a:t>andom Turing Machine in </a:t>
            </a:r>
            <a:r>
              <a:rPr lang="en-US" b="1"/>
              <a:t>P</a:t>
            </a:r>
            <a:r>
              <a:rPr lang="en-US"/>
              <a:t>olynomial time with false negative only</a:t>
            </a:r>
          </a:p>
        </p:txBody>
      </p:sp>
      <p:sp>
        <p:nvSpPr>
          <p:cNvPr id="73" name="Hộp Văn bản 72">
            <a:extLst>
              <a:ext uri="{FF2B5EF4-FFF2-40B4-BE49-F238E27FC236}">
                <a16:creationId xmlns:a16="http://schemas.microsoft.com/office/drawing/2014/main" id="{55B088EB-589C-4691-99C5-3CEAEA0370F3}"/>
              </a:ext>
            </a:extLst>
          </p:cNvPr>
          <p:cNvSpPr txBox="1"/>
          <p:nvPr/>
        </p:nvSpPr>
        <p:spPr>
          <a:xfrm>
            <a:off x="7042735" y="2988629"/>
            <a:ext cx="222238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Probabilistic / </a:t>
            </a:r>
            <a:r>
              <a:rPr lang="en-US" b="1"/>
              <a:t>R</a:t>
            </a:r>
            <a:r>
              <a:rPr lang="en-US"/>
              <a:t>andom Turing Machine in </a:t>
            </a:r>
            <a:r>
              <a:rPr lang="en-US" b="1"/>
              <a:t>P</a:t>
            </a:r>
            <a:r>
              <a:rPr lang="en-US"/>
              <a:t>olynomial time with false positive only</a:t>
            </a:r>
          </a:p>
        </p:txBody>
      </p:sp>
      <p:sp>
        <p:nvSpPr>
          <p:cNvPr id="75" name="Hộp Văn bản 74">
            <a:extLst>
              <a:ext uri="{FF2B5EF4-FFF2-40B4-BE49-F238E27FC236}">
                <a16:creationId xmlns:a16="http://schemas.microsoft.com/office/drawing/2014/main" id="{9A135786-D991-4979-B009-960D493A947B}"/>
              </a:ext>
            </a:extLst>
          </p:cNvPr>
          <p:cNvSpPr txBox="1"/>
          <p:nvPr/>
        </p:nvSpPr>
        <p:spPr>
          <a:xfrm>
            <a:off x="2908130" y="5053511"/>
            <a:ext cx="33413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P</a:t>
            </a:r>
            <a:r>
              <a:rPr lang="en-US"/>
              <a:t>robabilistic / Random Turing Machine in </a:t>
            </a:r>
            <a:r>
              <a:rPr lang="en-US" b="1"/>
              <a:t>P</a:t>
            </a:r>
            <a:r>
              <a:rPr lang="en-US"/>
              <a:t>olynomial time with </a:t>
            </a:r>
            <a:r>
              <a:rPr lang="en-US" b="1"/>
              <a:t>Z</a:t>
            </a:r>
            <a:r>
              <a:rPr lang="en-US"/>
              <a:t>ero error</a:t>
            </a:r>
          </a:p>
        </p:txBody>
      </p:sp>
      <p:sp>
        <p:nvSpPr>
          <p:cNvPr id="3" name="Chỗ dành sẵn cho Số hiệu Bản chiếu 2">
            <a:extLst>
              <a:ext uri="{FF2B5EF4-FFF2-40B4-BE49-F238E27FC236}">
                <a16:creationId xmlns:a16="http://schemas.microsoft.com/office/drawing/2014/main" id="{B4857F7C-0AB3-446F-B314-0D3B48FD3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BBA0F-ED8F-4A6E-AA06-FEAFBF3D52EE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5966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Hộp Văn bản 57">
            <a:extLst>
              <a:ext uri="{FF2B5EF4-FFF2-40B4-BE49-F238E27FC236}">
                <a16:creationId xmlns:a16="http://schemas.microsoft.com/office/drawing/2014/main" id="{9BBE9475-127F-4D38-98F1-2AA8E9B7042F}"/>
              </a:ext>
            </a:extLst>
          </p:cNvPr>
          <p:cNvSpPr txBox="1"/>
          <p:nvPr/>
        </p:nvSpPr>
        <p:spPr>
          <a:xfrm>
            <a:off x="5410837" y="1522873"/>
            <a:ext cx="102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PSPACE</a:t>
            </a:r>
          </a:p>
        </p:txBody>
      </p:sp>
      <p:sp>
        <p:nvSpPr>
          <p:cNvPr id="15" name="Hộp Văn bản 58">
            <a:extLst>
              <a:ext uri="{FF2B5EF4-FFF2-40B4-BE49-F238E27FC236}">
                <a16:creationId xmlns:a16="http://schemas.microsoft.com/office/drawing/2014/main" id="{222B77C1-8DFC-4466-957D-2B2F70024324}"/>
              </a:ext>
            </a:extLst>
          </p:cNvPr>
          <p:cNvSpPr txBox="1"/>
          <p:nvPr/>
        </p:nvSpPr>
        <p:spPr>
          <a:xfrm>
            <a:off x="3434913" y="2603741"/>
            <a:ext cx="102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NP</a:t>
            </a:r>
          </a:p>
        </p:txBody>
      </p:sp>
      <p:sp>
        <p:nvSpPr>
          <p:cNvPr id="16" name="Hộp Văn bản 59">
            <a:extLst>
              <a:ext uri="{FF2B5EF4-FFF2-40B4-BE49-F238E27FC236}">
                <a16:creationId xmlns:a16="http://schemas.microsoft.com/office/drawing/2014/main" id="{012C7071-45A6-4B4B-A8B8-4BA44CA0F109}"/>
              </a:ext>
            </a:extLst>
          </p:cNvPr>
          <p:cNvSpPr txBox="1"/>
          <p:nvPr/>
        </p:nvSpPr>
        <p:spPr>
          <a:xfrm>
            <a:off x="7315252" y="2603741"/>
            <a:ext cx="102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coNP</a:t>
            </a:r>
          </a:p>
        </p:txBody>
      </p:sp>
      <p:sp>
        <p:nvSpPr>
          <p:cNvPr id="17" name="Hộp Văn bản 60">
            <a:extLst>
              <a:ext uri="{FF2B5EF4-FFF2-40B4-BE49-F238E27FC236}">
                <a16:creationId xmlns:a16="http://schemas.microsoft.com/office/drawing/2014/main" id="{71CD7921-3556-4B22-A223-B732AD231130}"/>
              </a:ext>
            </a:extLst>
          </p:cNvPr>
          <p:cNvSpPr txBox="1"/>
          <p:nvPr/>
        </p:nvSpPr>
        <p:spPr>
          <a:xfrm>
            <a:off x="5427836" y="5412275"/>
            <a:ext cx="102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P</a:t>
            </a:r>
          </a:p>
        </p:txBody>
      </p:sp>
      <p:cxnSp>
        <p:nvCxnSpPr>
          <p:cNvPr id="18" name="Đường nối Thẳng 61">
            <a:extLst>
              <a:ext uri="{FF2B5EF4-FFF2-40B4-BE49-F238E27FC236}">
                <a16:creationId xmlns:a16="http://schemas.microsoft.com/office/drawing/2014/main" id="{5EAE0A1E-C4D4-42D1-8AE7-17A54B241552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 flipH="1">
            <a:off x="3948384" y="1892205"/>
            <a:ext cx="1975924" cy="71153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Đường nối Thẳng 62">
            <a:extLst>
              <a:ext uri="{FF2B5EF4-FFF2-40B4-BE49-F238E27FC236}">
                <a16:creationId xmlns:a16="http://schemas.microsoft.com/office/drawing/2014/main" id="{97634E41-C1B4-490A-BF1E-3E998601C6C7}"/>
              </a:ext>
            </a:extLst>
          </p:cNvPr>
          <p:cNvCxnSpPr>
            <a:cxnSpLocks/>
            <a:stCxn id="16" idx="0"/>
            <a:endCxn id="14" idx="2"/>
          </p:cNvCxnSpPr>
          <p:nvPr/>
        </p:nvCxnSpPr>
        <p:spPr>
          <a:xfrm flipH="1" flipV="1">
            <a:off x="5924308" y="1892205"/>
            <a:ext cx="1904415" cy="71153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Đường nối Thẳng 63">
            <a:extLst>
              <a:ext uri="{FF2B5EF4-FFF2-40B4-BE49-F238E27FC236}">
                <a16:creationId xmlns:a16="http://schemas.microsoft.com/office/drawing/2014/main" id="{8EE471D7-CAC7-4D46-BBBC-08C20BF78716}"/>
              </a:ext>
            </a:extLst>
          </p:cNvPr>
          <p:cNvCxnSpPr>
            <a:cxnSpLocks/>
            <a:stCxn id="17" idx="0"/>
            <a:endCxn id="15" idx="2"/>
          </p:cNvCxnSpPr>
          <p:nvPr/>
        </p:nvCxnSpPr>
        <p:spPr>
          <a:xfrm flipH="1" flipV="1">
            <a:off x="3948384" y="2973073"/>
            <a:ext cx="1992923" cy="243920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Đường nối Thẳng 64">
            <a:extLst>
              <a:ext uri="{FF2B5EF4-FFF2-40B4-BE49-F238E27FC236}">
                <a16:creationId xmlns:a16="http://schemas.microsoft.com/office/drawing/2014/main" id="{686ED4F0-75C0-4274-B1B4-2BBD758B6626}"/>
              </a:ext>
            </a:extLst>
          </p:cNvPr>
          <p:cNvCxnSpPr>
            <a:cxnSpLocks/>
            <a:stCxn id="17" idx="0"/>
            <a:endCxn id="16" idx="2"/>
          </p:cNvCxnSpPr>
          <p:nvPr/>
        </p:nvCxnSpPr>
        <p:spPr>
          <a:xfrm flipV="1">
            <a:off x="5941307" y="2973073"/>
            <a:ext cx="1887416" cy="243920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Hộp Văn bản 75">
            <a:extLst>
              <a:ext uri="{FF2B5EF4-FFF2-40B4-BE49-F238E27FC236}">
                <a16:creationId xmlns:a16="http://schemas.microsoft.com/office/drawing/2014/main" id="{91C874B7-88BC-4763-8975-FE982715BE27}"/>
              </a:ext>
            </a:extLst>
          </p:cNvPr>
          <p:cNvSpPr txBox="1"/>
          <p:nvPr/>
        </p:nvSpPr>
        <p:spPr>
          <a:xfrm>
            <a:off x="5410836" y="2603741"/>
            <a:ext cx="102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BPP</a:t>
            </a:r>
          </a:p>
        </p:txBody>
      </p:sp>
      <p:cxnSp>
        <p:nvCxnSpPr>
          <p:cNvPr id="23" name="Đường nối Thẳng 76">
            <a:extLst>
              <a:ext uri="{FF2B5EF4-FFF2-40B4-BE49-F238E27FC236}">
                <a16:creationId xmlns:a16="http://schemas.microsoft.com/office/drawing/2014/main" id="{B3EB6BE2-A4F4-4595-AAA8-8D3DAA11EA58}"/>
              </a:ext>
            </a:extLst>
          </p:cNvPr>
          <p:cNvCxnSpPr>
            <a:cxnSpLocks/>
            <a:stCxn id="14" idx="2"/>
            <a:endCxn id="22" idx="0"/>
          </p:cNvCxnSpPr>
          <p:nvPr/>
        </p:nvCxnSpPr>
        <p:spPr>
          <a:xfrm flipH="1">
            <a:off x="5924307" y="1892205"/>
            <a:ext cx="1" cy="71153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Hộp Văn bản 85">
            <a:extLst>
              <a:ext uri="{FF2B5EF4-FFF2-40B4-BE49-F238E27FC236}">
                <a16:creationId xmlns:a16="http://schemas.microsoft.com/office/drawing/2014/main" id="{656E72DC-59B9-4093-8162-5A3549E142D9}"/>
              </a:ext>
            </a:extLst>
          </p:cNvPr>
          <p:cNvSpPr txBox="1"/>
          <p:nvPr/>
        </p:nvSpPr>
        <p:spPr>
          <a:xfrm>
            <a:off x="4655775" y="3258485"/>
            <a:ext cx="102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RP</a:t>
            </a:r>
          </a:p>
        </p:txBody>
      </p:sp>
      <p:sp>
        <p:nvSpPr>
          <p:cNvPr id="25" name="Hộp Văn bản 87">
            <a:extLst>
              <a:ext uri="{FF2B5EF4-FFF2-40B4-BE49-F238E27FC236}">
                <a16:creationId xmlns:a16="http://schemas.microsoft.com/office/drawing/2014/main" id="{574C125F-B633-44F1-80C3-E8844B9B3FEA}"/>
              </a:ext>
            </a:extLst>
          </p:cNvPr>
          <p:cNvSpPr txBox="1"/>
          <p:nvPr/>
        </p:nvSpPr>
        <p:spPr>
          <a:xfrm>
            <a:off x="6113149" y="3258485"/>
            <a:ext cx="102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coRP</a:t>
            </a:r>
          </a:p>
        </p:txBody>
      </p:sp>
      <p:sp>
        <p:nvSpPr>
          <p:cNvPr id="26" name="Hộp Văn bản 89">
            <a:extLst>
              <a:ext uri="{FF2B5EF4-FFF2-40B4-BE49-F238E27FC236}">
                <a16:creationId xmlns:a16="http://schemas.microsoft.com/office/drawing/2014/main" id="{3F313E95-5C9A-4FF2-B8BA-4E52DCA2A251}"/>
              </a:ext>
            </a:extLst>
          </p:cNvPr>
          <p:cNvSpPr txBox="1"/>
          <p:nvPr/>
        </p:nvSpPr>
        <p:spPr>
          <a:xfrm>
            <a:off x="5427836" y="4171436"/>
            <a:ext cx="102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ZPP</a:t>
            </a:r>
          </a:p>
        </p:txBody>
      </p:sp>
      <p:cxnSp>
        <p:nvCxnSpPr>
          <p:cNvPr id="27" name="Đường nối Thẳng 91">
            <a:extLst>
              <a:ext uri="{FF2B5EF4-FFF2-40B4-BE49-F238E27FC236}">
                <a16:creationId xmlns:a16="http://schemas.microsoft.com/office/drawing/2014/main" id="{6B84342B-3170-4094-84A7-46D47D32E6EC}"/>
              </a:ext>
            </a:extLst>
          </p:cNvPr>
          <p:cNvCxnSpPr>
            <a:cxnSpLocks/>
            <a:stCxn id="22" idx="2"/>
            <a:endCxn id="24" idx="0"/>
          </p:cNvCxnSpPr>
          <p:nvPr/>
        </p:nvCxnSpPr>
        <p:spPr>
          <a:xfrm flipH="1">
            <a:off x="5169246" y="2973073"/>
            <a:ext cx="755061" cy="28541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Đường nối Thẳng 94">
            <a:extLst>
              <a:ext uri="{FF2B5EF4-FFF2-40B4-BE49-F238E27FC236}">
                <a16:creationId xmlns:a16="http://schemas.microsoft.com/office/drawing/2014/main" id="{AEB418DE-E85E-40DA-BCF6-1D488ECA0042}"/>
              </a:ext>
            </a:extLst>
          </p:cNvPr>
          <p:cNvCxnSpPr>
            <a:cxnSpLocks/>
            <a:stCxn id="22" idx="2"/>
            <a:endCxn id="25" idx="0"/>
          </p:cNvCxnSpPr>
          <p:nvPr/>
        </p:nvCxnSpPr>
        <p:spPr>
          <a:xfrm>
            <a:off x="5924307" y="2973073"/>
            <a:ext cx="702313" cy="28541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Đường nối Thẳng 97">
            <a:extLst>
              <a:ext uri="{FF2B5EF4-FFF2-40B4-BE49-F238E27FC236}">
                <a16:creationId xmlns:a16="http://schemas.microsoft.com/office/drawing/2014/main" id="{A5B6D4E1-06FF-47F7-8A6E-8E6867103484}"/>
              </a:ext>
            </a:extLst>
          </p:cNvPr>
          <p:cNvCxnSpPr>
            <a:cxnSpLocks/>
            <a:stCxn id="26" idx="0"/>
            <a:endCxn id="25" idx="2"/>
          </p:cNvCxnSpPr>
          <p:nvPr/>
        </p:nvCxnSpPr>
        <p:spPr>
          <a:xfrm flipV="1">
            <a:off x="5941307" y="3627817"/>
            <a:ext cx="685313" cy="54361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Đường nối Thẳng 100">
            <a:extLst>
              <a:ext uri="{FF2B5EF4-FFF2-40B4-BE49-F238E27FC236}">
                <a16:creationId xmlns:a16="http://schemas.microsoft.com/office/drawing/2014/main" id="{9866A777-06F0-43F8-B4A2-42CF9423E0F1}"/>
              </a:ext>
            </a:extLst>
          </p:cNvPr>
          <p:cNvCxnSpPr>
            <a:cxnSpLocks/>
            <a:stCxn id="24" idx="2"/>
            <a:endCxn id="26" idx="0"/>
          </p:cNvCxnSpPr>
          <p:nvPr/>
        </p:nvCxnSpPr>
        <p:spPr>
          <a:xfrm>
            <a:off x="5169246" y="3627817"/>
            <a:ext cx="772061" cy="54361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Đường nối Thẳng 103">
            <a:extLst>
              <a:ext uri="{FF2B5EF4-FFF2-40B4-BE49-F238E27FC236}">
                <a16:creationId xmlns:a16="http://schemas.microsoft.com/office/drawing/2014/main" id="{8D384362-5BA9-4736-99D8-088D82E90CB7}"/>
              </a:ext>
            </a:extLst>
          </p:cNvPr>
          <p:cNvCxnSpPr>
            <a:cxnSpLocks/>
            <a:stCxn id="26" idx="2"/>
            <a:endCxn id="17" idx="0"/>
          </p:cNvCxnSpPr>
          <p:nvPr/>
        </p:nvCxnSpPr>
        <p:spPr>
          <a:xfrm>
            <a:off x="5941307" y="4540768"/>
            <a:ext cx="0" cy="87150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Đường nối Thẳng 106">
            <a:extLst>
              <a:ext uri="{FF2B5EF4-FFF2-40B4-BE49-F238E27FC236}">
                <a16:creationId xmlns:a16="http://schemas.microsoft.com/office/drawing/2014/main" id="{44E6BF6E-5755-44C7-A7C0-0FC75C0F64CB}"/>
              </a:ext>
            </a:extLst>
          </p:cNvPr>
          <p:cNvCxnSpPr>
            <a:cxnSpLocks/>
            <a:stCxn id="15" idx="2"/>
            <a:endCxn id="24" idx="0"/>
          </p:cNvCxnSpPr>
          <p:nvPr/>
        </p:nvCxnSpPr>
        <p:spPr>
          <a:xfrm>
            <a:off x="3948384" y="2973073"/>
            <a:ext cx="1220862" cy="28541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Đường nối Thẳng 109">
            <a:extLst>
              <a:ext uri="{FF2B5EF4-FFF2-40B4-BE49-F238E27FC236}">
                <a16:creationId xmlns:a16="http://schemas.microsoft.com/office/drawing/2014/main" id="{5FAA672B-B6C5-47C8-81B4-B6FC453A4902}"/>
              </a:ext>
            </a:extLst>
          </p:cNvPr>
          <p:cNvCxnSpPr>
            <a:cxnSpLocks/>
            <a:stCxn id="16" idx="2"/>
            <a:endCxn id="25" idx="0"/>
          </p:cNvCxnSpPr>
          <p:nvPr/>
        </p:nvCxnSpPr>
        <p:spPr>
          <a:xfrm flipH="1">
            <a:off x="6626620" y="2973073"/>
            <a:ext cx="1202103" cy="28541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85AA79B6-AFD5-4965-A4FD-CF6445D68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BBA0F-ED8F-4A6E-AA06-FEAFBF3D52EE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6514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1612F00-E5D1-41F8-B014-EE0C41431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</a:t>
            </a:r>
            <a:r>
              <a:rPr lang="en-US" dirty="0"/>
              <a:t>Quantum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20D0CDB7-408E-4087-97A3-9FD1143A2D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Quantum Turing machine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𝑠𝑡𝑎𝑟𝑡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𝑟𝑒𝑗𝑒𝑐𝑡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𝑎𝑐𝑐𝑒𝑝𝑡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20D0CDB7-408E-4087-97A3-9FD1143A2D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Hộp Văn bản 4">
                <a:extLst>
                  <a:ext uri="{FF2B5EF4-FFF2-40B4-BE49-F238E27FC236}">
                    <a16:creationId xmlns:a16="http://schemas.microsoft.com/office/drawing/2014/main" id="{EB697F9B-229F-4F77-8417-6960F27DA648}"/>
                  </a:ext>
                </a:extLst>
              </p:cNvPr>
              <p:cNvSpPr txBox="1"/>
              <p:nvPr/>
            </p:nvSpPr>
            <p:spPr>
              <a:xfrm>
                <a:off x="838200" y="2474893"/>
                <a:ext cx="6096000" cy="5579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l-GR" sz="2800"/>
                  <a:t>𝑄𝑇𝑀 = {𝑄, Σ,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𝑠𝑡𝑎𝑟𝑡</m:t>
                        </m:r>
                      </m:sub>
                    </m:sSub>
                  </m:oMath>
                </a14:m>
                <a:r>
                  <a:rPr lang="el-GR" sz="280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𝑎𝑐𝑐𝑒𝑝𝑡</m:t>
                        </m:r>
                      </m:sub>
                    </m:sSub>
                  </m:oMath>
                </a14:m>
                <a:r>
                  <a:rPr lang="el-GR" sz="280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𝑟𝑒𝑗𝑒𝑐𝑡</m:t>
                        </m:r>
                      </m:sub>
                    </m:sSub>
                  </m:oMath>
                </a14:m>
                <a:r>
                  <a:rPr lang="el-GR" sz="2800"/>
                  <a:t>, 𝛿′}</a:t>
                </a:r>
                <a:endParaRPr lang="en-US" sz="2800"/>
              </a:p>
            </p:txBody>
          </p:sp>
        </mc:Choice>
        <mc:Fallback xmlns="">
          <p:sp>
            <p:nvSpPr>
              <p:cNvPr id="5" name="Hộp Văn bản 4">
                <a:extLst>
                  <a:ext uri="{FF2B5EF4-FFF2-40B4-BE49-F238E27FC236}">
                    <a16:creationId xmlns:a16="http://schemas.microsoft.com/office/drawing/2014/main" id="{EB697F9B-229F-4F77-8417-6960F27DA6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474893"/>
                <a:ext cx="6096000" cy="557910"/>
              </a:xfrm>
              <a:prstGeom prst="rect">
                <a:avLst/>
              </a:prstGeom>
              <a:blipFill>
                <a:blip r:embed="rId3"/>
                <a:stretch>
                  <a:fillRect l="-2100" t="-13043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2BA585BF-8BC1-485B-BD62-BC514802A0D8}"/>
              </a:ext>
            </a:extLst>
          </p:cNvPr>
          <p:cNvSpPr txBox="1"/>
          <p:nvPr/>
        </p:nvSpPr>
        <p:spPr>
          <a:xfrm>
            <a:off x="838200" y="3246936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/>
              <a:t>𝛿′: 𝑄 × 𝛴 × 𝑄 × 𝛴 × {𝐿, 𝑅} → ℂ</a:t>
            </a:r>
          </a:p>
        </p:txBody>
      </p:sp>
      <p:pic>
        <p:nvPicPr>
          <p:cNvPr id="10" name="Hình ảnh 9">
            <a:extLst>
              <a:ext uri="{FF2B5EF4-FFF2-40B4-BE49-F238E27FC236}">
                <a16:creationId xmlns:a16="http://schemas.microsoft.com/office/drawing/2014/main" id="{2AF9AEF5-84F2-4F5E-87BD-0441BF7DAC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770156"/>
            <a:ext cx="7883181" cy="1141085"/>
          </a:xfrm>
          <a:prstGeom prst="rect">
            <a:avLst/>
          </a:prstGeom>
        </p:spPr>
      </p:pic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B2E371DA-E0CA-4F0F-BD5E-32BB48811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BBA0F-ED8F-4A6E-AA06-FEAFBF3D52EE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2086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Hộp Văn bản 4">
                <a:extLst>
                  <a:ext uri="{FF2B5EF4-FFF2-40B4-BE49-F238E27FC236}">
                    <a16:creationId xmlns:a16="http://schemas.microsoft.com/office/drawing/2014/main" id="{F5DF2EF2-FE93-4D59-AA87-D586C434AC45}"/>
                  </a:ext>
                </a:extLst>
              </p:cNvPr>
              <p:cNvSpPr txBox="1"/>
              <p:nvPr/>
            </p:nvSpPr>
            <p:spPr>
              <a:xfrm>
                <a:off x="1111348" y="3052689"/>
                <a:ext cx="458606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0"/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ạ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ng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th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á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en-US">
                    <a:latin typeface="Cambria" panose="02040503050406030204" pitchFamily="18" charset="0"/>
                    <a:ea typeface="Cambria" panose="020405030504060302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5" name="Hộp Văn bản 4">
                <a:extLst>
                  <a:ext uri="{FF2B5EF4-FFF2-40B4-BE49-F238E27FC236}">
                    <a16:creationId xmlns:a16="http://schemas.microsoft.com/office/drawing/2014/main" id="{F5DF2EF2-FE93-4D59-AA87-D586C434AC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348" y="3052689"/>
                <a:ext cx="4586067" cy="369332"/>
              </a:xfrm>
              <a:prstGeom prst="rect">
                <a:avLst/>
              </a:prstGeom>
              <a:blipFill>
                <a:blip r:embed="rId3"/>
                <a:stretch>
                  <a:fillRect l="-1062" t="-1333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5F51077E-B994-4567-AAC3-B98B4EE242D3}"/>
                  </a:ext>
                </a:extLst>
              </p:cNvPr>
              <p:cNvSpPr txBox="1"/>
              <p:nvPr/>
            </p:nvSpPr>
            <p:spPr>
              <a:xfrm>
                <a:off x="4259776" y="1856935"/>
                <a:ext cx="13082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mtClean="0"/>
                        <m:t>(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Tr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ạ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ng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th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á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m:rPr>
                          <m:nor/>
                        </m:rPr>
                        <a:rPr lang="en-US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5F51077E-B994-4567-AAC3-B98B4EE242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9776" y="1856935"/>
                <a:ext cx="1308295" cy="369332"/>
              </a:xfrm>
              <a:prstGeom prst="rect">
                <a:avLst/>
              </a:prstGeom>
              <a:blipFill>
                <a:blip r:embed="rId4"/>
                <a:stretch>
                  <a:fillRect l="-1402" r="-13084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Hộp Văn bản 6">
                <a:extLst>
                  <a:ext uri="{FF2B5EF4-FFF2-40B4-BE49-F238E27FC236}">
                    <a16:creationId xmlns:a16="http://schemas.microsoft.com/office/drawing/2014/main" id="{9C3888FA-38CD-4802-A40C-4A582305BE90}"/>
                  </a:ext>
                </a:extLst>
              </p:cNvPr>
              <p:cNvSpPr txBox="1"/>
              <p:nvPr/>
            </p:nvSpPr>
            <p:spPr>
              <a:xfrm>
                <a:off x="4259775" y="2487636"/>
                <a:ext cx="13082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mtClean="0"/>
                        <m:t>(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Tr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ạ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ng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th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á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sub>
                      </m:sSub>
                      <m:r>
                        <m:rPr>
                          <m:nor/>
                        </m:rPr>
                        <a:rPr lang="en-US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Hộp Văn bản 6">
                <a:extLst>
                  <a:ext uri="{FF2B5EF4-FFF2-40B4-BE49-F238E27FC236}">
                    <a16:creationId xmlns:a16="http://schemas.microsoft.com/office/drawing/2014/main" id="{9C3888FA-38CD-4802-A40C-4A582305BE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9775" y="2487636"/>
                <a:ext cx="1308295" cy="369332"/>
              </a:xfrm>
              <a:prstGeom prst="rect">
                <a:avLst/>
              </a:prstGeom>
              <a:blipFill>
                <a:blip r:embed="rId5"/>
                <a:stretch>
                  <a:fillRect l="-1402" r="-20561"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Hộp Văn bản 8">
                <a:extLst>
                  <a:ext uri="{FF2B5EF4-FFF2-40B4-BE49-F238E27FC236}">
                    <a16:creationId xmlns:a16="http://schemas.microsoft.com/office/drawing/2014/main" id="{83CBBC6A-9112-473B-87AA-BF143D751C20}"/>
                  </a:ext>
                </a:extLst>
              </p:cNvPr>
              <p:cNvSpPr txBox="1"/>
              <p:nvPr/>
            </p:nvSpPr>
            <p:spPr>
              <a:xfrm>
                <a:off x="4284691" y="3845969"/>
                <a:ext cx="13082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mtClean="0"/>
                        <m:t>(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Tr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ạ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ng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th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á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m:rPr>
                          <m:nor/>
                        </m:rPr>
                        <a:rPr lang="en-US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Hộp Văn bản 8">
                <a:extLst>
                  <a:ext uri="{FF2B5EF4-FFF2-40B4-BE49-F238E27FC236}">
                    <a16:creationId xmlns:a16="http://schemas.microsoft.com/office/drawing/2014/main" id="{83CBBC6A-9112-473B-87AA-BF143D751C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4691" y="3845969"/>
                <a:ext cx="1308295" cy="369332"/>
              </a:xfrm>
              <a:prstGeom prst="rect">
                <a:avLst/>
              </a:prstGeom>
              <a:blipFill>
                <a:blip r:embed="rId6"/>
                <a:stretch>
                  <a:fillRect l="-1402" r="-13551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Đường kết nối Mũi tên Thẳng 9">
            <a:extLst>
              <a:ext uri="{FF2B5EF4-FFF2-40B4-BE49-F238E27FC236}">
                <a16:creationId xmlns:a16="http://schemas.microsoft.com/office/drawing/2014/main" id="{1907F834-968B-46D4-B2B1-F8D6483D1522}"/>
              </a:ext>
            </a:extLst>
          </p:cNvPr>
          <p:cNvCxnSpPr/>
          <p:nvPr/>
        </p:nvCxnSpPr>
        <p:spPr>
          <a:xfrm>
            <a:off x="3071447" y="2360637"/>
            <a:ext cx="302455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Đường kết nối Mũi tên Thẳng 10">
            <a:extLst>
              <a:ext uri="{FF2B5EF4-FFF2-40B4-BE49-F238E27FC236}">
                <a16:creationId xmlns:a16="http://schemas.microsoft.com/office/drawing/2014/main" id="{75AC8795-72FB-43F9-95E1-2B89262BC0B2}"/>
              </a:ext>
            </a:extLst>
          </p:cNvPr>
          <p:cNvCxnSpPr/>
          <p:nvPr/>
        </p:nvCxnSpPr>
        <p:spPr>
          <a:xfrm>
            <a:off x="3050735" y="3041634"/>
            <a:ext cx="302455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Đường kết nối Mũi tên Thẳng 11">
            <a:extLst>
              <a:ext uri="{FF2B5EF4-FFF2-40B4-BE49-F238E27FC236}">
                <a16:creationId xmlns:a16="http://schemas.microsoft.com/office/drawing/2014/main" id="{54230B59-C26C-4171-BDC8-92ECF11251D1}"/>
              </a:ext>
            </a:extLst>
          </p:cNvPr>
          <p:cNvCxnSpPr/>
          <p:nvPr/>
        </p:nvCxnSpPr>
        <p:spPr>
          <a:xfrm>
            <a:off x="3050735" y="3732337"/>
            <a:ext cx="302455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Hộp Văn bản 12">
                <a:extLst>
                  <a:ext uri="{FF2B5EF4-FFF2-40B4-BE49-F238E27FC236}">
                    <a16:creationId xmlns:a16="http://schemas.microsoft.com/office/drawing/2014/main" id="{27200702-8B36-46FF-976E-6789A07688A1}"/>
                  </a:ext>
                </a:extLst>
              </p:cNvPr>
              <p:cNvSpPr txBox="1"/>
              <p:nvPr/>
            </p:nvSpPr>
            <p:spPr>
              <a:xfrm>
                <a:off x="2620889" y="1873342"/>
                <a:ext cx="13082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3" name="Hộp Văn bản 12">
                <a:extLst>
                  <a:ext uri="{FF2B5EF4-FFF2-40B4-BE49-F238E27FC236}">
                    <a16:creationId xmlns:a16="http://schemas.microsoft.com/office/drawing/2014/main" id="{27200702-8B36-46FF-976E-6789A07688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0889" y="1873342"/>
                <a:ext cx="130829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Hộp Văn bản 13">
                <a:extLst>
                  <a:ext uri="{FF2B5EF4-FFF2-40B4-BE49-F238E27FC236}">
                    <a16:creationId xmlns:a16="http://schemas.microsoft.com/office/drawing/2014/main" id="{88018421-0686-4417-B1BF-B98CCDDF4D3B}"/>
                  </a:ext>
                </a:extLst>
              </p:cNvPr>
              <p:cNvSpPr txBox="1"/>
              <p:nvPr/>
            </p:nvSpPr>
            <p:spPr>
              <a:xfrm>
                <a:off x="2620889" y="2545304"/>
                <a:ext cx="13082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4" name="Hộp Văn bản 13">
                <a:extLst>
                  <a:ext uri="{FF2B5EF4-FFF2-40B4-BE49-F238E27FC236}">
                    <a16:creationId xmlns:a16="http://schemas.microsoft.com/office/drawing/2014/main" id="{88018421-0686-4417-B1BF-B98CCDDF4D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0889" y="2545304"/>
                <a:ext cx="1308295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Hộp Văn bản 14">
                <a:extLst>
                  <a:ext uri="{FF2B5EF4-FFF2-40B4-BE49-F238E27FC236}">
                    <a16:creationId xmlns:a16="http://schemas.microsoft.com/office/drawing/2014/main" id="{87471B81-5085-4649-9B26-6CF495055C69}"/>
                  </a:ext>
                </a:extLst>
              </p:cNvPr>
              <p:cNvSpPr txBox="1"/>
              <p:nvPr/>
            </p:nvSpPr>
            <p:spPr>
              <a:xfrm>
                <a:off x="2620889" y="3249374"/>
                <a:ext cx="13082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5" name="Hộp Văn bản 14">
                <a:extLst>
                  <a:ext uri="{FF2B5EF4-FFF2-40B4-BE49-F238E27FC236}">
                    <a16:creationId xmlns:a16="http://schemas.microsoft.com/office/drawing/2014/main" id="{87471B81-5085-4649-9B26-6CF495055C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0889" y="3249374"/>
                <a:ext cx="130829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Đường kết nối Mũi tên Thẳng 15">
            <a:extLst>
              <a:ext uri="{FF2B5EF4-FFF2-40B4-BE49-F238E27FC236}">
                <a16:creationId xmlns:a16="http://schemas.microsoft.com/office/drawing/2014/main" id="{320651DD-D100-4A28-B21C-B0772AFCA83F}"/>
              </a:ext>
            </a:extLst>
          </p:cNvPr>
          <p:cNvCxnSpPr/>
          <p:nvPr/>
        </p:nvCxnSpPr>
        <p:spPr>
          <a:xfrm>
            <a:off x="3071447" y="4405437"/>
            <a:ext cx="302455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Hộp Văn bản 16">
                <a:extLst>
                  <a:ext uri="{FF2B5EF4-FFF2-40B4-BE49-F238E27FC236}">
                    <a16:creationId xmlns:a16="http://schemas.microsoft.com/office/drawing/2014/main" id="{F75F389D-09F6-4EE1-B796-7AAE8C4AF413}"/>
                  </a:ext>
                </a:extLst>
              </p:cNvPr>
              <p:cNvSpPr txBox="1"/>
              <p:nvPr/>
            </p:nvSpPr>
            <p:spPr>
              <a:xfrm>
                <a:off x="2740466" y="3949300"/>
                <a:ext cx="13082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7" name="Hộp Văn bản 16">
                <a:extLst>
                  <a:ext uri="{FF2B5EF4-FFF2-40B4-BE49-F238E27FC236}">
                    <a16:creationId xmlns:a16="http://schemas.microsoft.com/office/drawing/2014/main" id="{F75F389D-09F6-4EE1-B796-7AAE8C4AF4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0466" y="3949300"/>
                <a:ext cx="130829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Đường nối Thẳng 17">
            <a:extLst>
              <a:ext uri="{FF2B5EF4-FFF2-40B4-BE49-F238E27FC236}">
                <a16:creationId xmlns:a16="http://schemas.microsoft.com/office/drawing/2014/main" id="{788865B5-67EF-4727-A6DF-8B6350871A60}"/>
              </a:ext>
            </a:extLst>
          </p:cNvPr>
          <p:cNvCxnSpPr/>
          <p:nvPr/>
        </p:nvCxnSpPr>
        <p:spPr>
          <a:xfrm flipH="1">
            <a:off x="2563640" y="2360637"/>
            <a:ext cx="507807" cy="86566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Đường nối Thẳng 18">
            <a:extLst>
              <a:ext uri="{FF2B5EF4-FFF2-40B4-BE49-F238E27FC236}">
                <a16:creationId xmlns:a16="http://schemas.microsoft.com/office/drawing/2014/main" id="{D9C60642-299E-4E3E-8518-C45B7F9743D2}"/>
              </a:ext>
            </a:extLst>
          </p:cNvPr>
          <p:cNvCxnSpPr>
            <a:cxnSpLocks/>
          </p:cNvCxnSpPr>
          <p:nvPr/>
        </p:nvCxnSpPr>
        <p:spPr>
          <a:xfrm flipH="1">
            <a:off x="2563640" y="3033737"/>
            <a:ext cx="507807" cy="19256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Đường nối Thẳng 19">
            <a:extLst>
              <a:ext uri="{FF2B5EF4-FFF2-40B4-BE49-F238E27FC236}">
                <a16:creationId xmlns:a16="http://schemas.microsoft.com/office/drawing/2014/main" id="{27DB38EA-4025-4A0B-A14D-F9C6F90126DD}"/>
              </a:ext>
            </a:extLst>
          </p:cNvPr>
          <p:cNvCxnSpPr>
            <a:cxnSpLocks/>
          </p:cNvCxnSpPr>
          <p:nvPr/>
        </p:nvCxnSpPr>
        <p:spPr>
          <a:xfrm flipH="1" flipV="1">
            <a:off x="2563640" y="3226300"/>
            <a:ext cx="487095" cy="51678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Đường nối Thẳng 20">
            <a:extLst>
              <a:ext uri="{FF2B5EF4-FFF2-40B4-BE49-F238E27FC236}">
                <a16:creationId xmlns:a16="http://schemas.microsoft.com/office/drawing/2014/main" id="{1530B5FC-9E9B-4027-98ED-6F42CC8689D1}"/>
              </a:ext>
            </a:extLst>
          </p:cNvPr>
          <p:cNvCxnSpPr>
            <a:cxnSpLocks/>
          </p:cNvCxnSpPr>
          <p:nvPr/>
        </p:nvCxnSpPr>
        <p:spPr>
          <a:xfrm flipH="1" flipV="1">
            <a:off x="2563640" y="3226300"/>
            <a:ext cx="507808" cy="117913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A5FB5FB4-4129-4CD9-A605-A118C3FA0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BBA0F-ED8F-4A6E-AA06-FEAFBF3D52EE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1105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1612F00-E5D1-41F8-B014-EE0C41431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Quantum</a:t>
            </a:r>
            <a:endParaRPr lang="en-US" dirty="0"/>
          </a:p>
        </p:txBody>
      </p:sp>
      <p:pic>
        <p:nvPicPr>
          <p:cNvPr id="8" name="Hình ảnh 7">
            <a:extLst>
              <a:ext uri="{FF2B5EF4-FFF2-40B4-BE49-F238E27FC236}">
                <a16:creationId xmlns:a16="http://schemas.microsoft.com/office/drawing/2014/main" id="{DFBE3D19-6A1C-48C5-AF34-97C9CB19D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4"/>
            <a:ext cx="5456583" cy="2712993"/>
          </a:xfrm>
          <a:prstGeom prst="rect">
            <a:avLst/>
          </a:prstGeom>
        </p:spPr>
      </p:pic>
      <p:pic>
        <p:nvPicPr>
          <p:cNvPr id="9" name="Hình ảnh 8">
            <a:extLst>
              <a:ext uri="{FF2B5EF4-FFF2-40B4-BE49-F238E27FC236}">
                <a16:creationId xmlns:a16="http://schemas.microsoft.com/office/drawing/2014/main" id="{16FF15A8-2064-430B-B40C-BE4FEC899F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75" y="4673553"/>
            <a:ext cx="5305425" cy="1962150"/>
          </a:xfrm>
          <a:prstGeom prst="rect">
            <a:avLst/>
          </a:prstGeom>
        </p:spPr>
      </p:pic>
      <p:sp>
        <p:nvSpPr>
          <p:cNvPr id="3" name="Chỗ dành sẵn cho Số hiệu Bản chiếu 2">
            <a:extLst>
              <a:ext uri="{FF2B5EF4-FFF2-40B4-BE49-F238E27FC236}">
                <a16:creationId xmlns:a16="http://schemas.microsoft.com/office/drawing/2014/main" id="{64771D7D-CFE2-4F45-813C-F1D210206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BBA0F-ED8F-4A6E-AA06-FEAFBF3D52EE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5623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D74EE2B5-EAB7-4437-9BFE-45AC32C79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F7CBD-B9A5-4D53-9D65-FFCCF7EF1299}" type="slidenum">
              <a:rPr lang="vi-VN" smtClean="0"/>
              <a:t>35</a:t>
            </a:fld>
            <a:endParaRPr lang="vi-VN"/>
          </a:p>
        </p:txBody>
      </p:sp>
      <p:graphicFrame>
        <p:nvGraphicFramePr>
          <p:cNvPr id="5" name="Bảng 8">
            <a:extLst>
              <a:ext uri="{FF2B5EF4-FFF2-40B4-BE49-F238E27FC236}">
                <a16:creationId xmlns:a16="http://schemas.microsoft.com/office/drawing/2014/main" id="{7AD89E5A-59D7-4F51-B08C-FE655B855B85}"/>
              </a:ext>
            </a:extLst>
          </p:cNvPr>
          <p:cNvGraphicFramePr>
            <a:graphicFrameLocks noGrp="1"/>
          </p:cNvGraphicFramePr>
          <p:nvPr/>
        </p:nvGraphicFramePr>
        <p:xfrm>
          <a:off x="3904295" y="1097280"/>
          <a:ext cx="124440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4404">
                  <a:extLst>
                    <a:ext uri="{9D8B030D-6E8A-4147-A177-3AD203B41FA5}">
                      <a16:colId xmlns:a16="http://schemas.microsoft.com/office/drawing/2014/main" val="4226716743"/>
                    </a:ext>
                  </a:extLst>
                </a:gridCol>
              </a:tblGrid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#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662986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953674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4641734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707190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420527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974870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375856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204128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#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671949"/>
                  </a:ext>
                </a:extLst>
              </a:tr>
            </a:tbl>
          </a:graphicData>
        </a:graphic>
      </p:graphicFrame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0ADAA793-8D49-4BBF-A9A3-89A84AEAA47B}"/>
              </a:ext>
            </a:extLst>
          </p:cNvPr>
          <p:cNvSpPr txBox="1"/>
          <p:nvPr/>
        </p:nvSpPr>
        <p:spPr>
          <a:xfrm>
            <a:off x="5390780" y="962158"/>
            <a:ext cx="5064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L</a:t>
            </a: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3121E8D0-F59D-4A5D-951D-14E18835A720}"/>
              </a:ext>
            </a:extLst>
          </p:cNvPr>
          <p:cNvSpPr txBox="1"/>
          <p:nvPr/>
        </p:nvSpPr>
        <p:spPr>
          <a:xfrm>
            <a:off x="5323568" y="5107248"/>
            <a:ext cx="5064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R</a:t>
            </a:r>
          </a:p>
        </p:txBody>
      </p:sp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7875EE7E-687F-41ED-8F12-2681C6EBE0B1}"/>
              </a:ext>
            </a:extLst>
          </p:cNvPr>
          <p:cNvSpPr/>
          <p:nvPr/>
        </p:nvSpPr>
        <p:spPr>
          <a:xfrm>
            <a:off x="5897218" y="3167390"/>
            <a:ext cx="1146085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Reader</a:t>
            </a:r>
            <a:endParaRPr lang="vi-VN" b="1">
              <a:solidFill>
                <a:schemeClr val="tx1"/>
              </a:solidFill>
            </a:endParaRPr>
          </a:p>
        </p:txBody>
      </p:sp>
      <p:cxnSp>
        <p:nvCxnSpPr>
          <p:cNvPr id="10" name="Đường kết nối Mũi tên Thẳng 9">
            <a:extLst>
              <a:ext uri="{FF2B5EF4-FFF2-40B4-BE49-F238E27FC236}">
                <a16:creationId xmlns:a16="http://schemas.microsoft.com/office/drawing/2014/main" id="{D3518D8B-7BF6-453B-ABC3-BD339DF82ECB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5160998" y="3429000"/>
            <a:ext cx="7362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Hộp Văn bản 10">
                <a:extLst>
                  <a:ext uri="{FF2B5EF4-FFF2-40B4-BE49-F238E27FC236}">
                    <a16:creationId xmlns:a16="http://schemas.microsoft.com/office/drawing/2014/main" id="{5E1624B9-355F-4622-B5E2-DFFDC03CC872}"/>
                  </a:ext>
                </a:extLst>
              </p:cNvPr>
              <p:cNvSpPr txBox="1"/>
              <p:nvPr/>
            </p:nvSpPr>
            <p:spPr>
              <a:xfrm>
                <a:off x="7153318" y="2954083"/>
                <a:ext cx="2146852" cy="12134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𝑠𝑡𝑎𝑟𝑡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=0∈{0,1,#}</m:t>
                      </m:r>
                    </m:oMath>
                  </m:oMathPara>
                </a14:m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1" name="Hộp Văn bản 10">
                <a:extLst>
                  <a:ext uri="{FF2B5EF4-FFF2-40B4-BE49-F238E27FC236}">
                    <a16:creationId xmlns:a16="http://schemas.microsoft.com/office/drawing/2014/main" id="{5E1624B9-355F-4622-B5E2-DFFDC03CC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3318" y="2954083"/>
                <a:ext cx="2146852" cy="121340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8798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D74EE2B5-EAB7-4437-9BFE-45AC32C79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F7CBD-B9A5-4D53-9D65-FFCCF7EF1299}" type="slidenum">
              <a:rPr lang="vi-VN" smtClean="0"/>
              <a:t>36</a:t>
            </a:fld>
            <a:endParaRPr lang="vi-VN"/>
          </a:p>
        </p:txBody>
      </p:sp>
      <p:graphicFrame>
        <p:nvGraphicFramePr>
          <p:cNvPr id="5" name="Bảng 8">
            <a:extLst>
              <a:ext uri="{FF2B5EF4-FFF2-40B4-BE49-F238E27FC236}">
                <a16:creationId xmlns:a16="http://schemas.microsoft.com/office/drawing/2014/main" id="{7AD89E5A-59D7-4F51-B08C-FE655B855B85}"/>
              </a:ext>
            </a:extLst>
          </p:cNvPr>
          <p:cNvGraphicFramePr>
            <a:graphicFrameLocks noGrp="1"/>
          </p:cNvGraphicFramePr>
          <p:nvPr/>
        </p:nvGraphicFramePr>
        <p:xfrm>
          <a:off x="3904295" y="1097280"/>
          <a:ext cx="124440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4404">
                  <a:extLst>
                    <a:ext uri="{9D8B030D-6E8A-4147-A177-3AD203B41FA5}">
                      <a16:colId xmlns:a16="http://schemas.microsoft.com/office/drawing/2014/main" val="4226716743"/>
                    </a:ext>
                  </a:extLst>
                </a:gridCol>
              </a:tblGrid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#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662986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953674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4641734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707190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420527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974870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375856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204128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#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671949"/>
                  </a:ext>
                </a:extLst>
              </a:tr>
            </a:tbl>
          </a:graphicData>
        </a:graphic>
      </p:graphicFrame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0ADAA793-8D49-4BBF-A9A3-89A84AEAA47B}"/>
              </a:ext>
            </a:extLst>
          </p:cNvPr>
          <p:cNvSpPr txBox="1"/>
          <p:nvPr/>
        </p:nvSpPr>
        <p:spPr>
          <a:xfrm>
            <a:off x="5390780" y="962158"/>
            <a:ext cx="5064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L</a:t>
            </a: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3121E8D0-F59D-4A5D-951D-14E18835A720}"/>
              </a:ext>
            </a:extLst>
          </p:cNvPr>
          <p:cNvSpPr txBox="1"/>
          <p:nvPr/>
        </p:nvSpPr>
        <p:spPr>
          <a:xfrm>
            <a:off x="5323568" y="5107248"/>
            <a:ext cx="5064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R</a:t>
            </a:r>
          </a:p>
        </p:txBody>
      </p:sp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7875EE7E-687F-41ED-8F12-2681C6EBE0B1}"/>
              </a:ext>
            </a:extLst>
          </p:cNvPr>
          <p:cNvSpPr/>
          <p:nvPr/>
        </p:nvSpPr>
        <p:spPr>
          <a:xfrm>
            <a:off x="5897218" y="2623348"/>
            <a:ext cx="1146085" cy="523220"/>
          </a:xfrm>
          <a:prstGeom prst="rect">
            <a:avLst/>
          </a:prstGeom>
          <a:noFill/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Reader</a:t>
            </a:r>
            <a:endParaRPr lang="vi-VN" b="1">
              <a:solidFill>
                <a:schemeClr val="tx1"/>
              </a:solidFill>
            </a:endParaRPr>
          </a:p>
        </p:txBody>
      </p:sp>
      <p:cxnSp>
        <p:nvCxnSpPr>
          <p:cNvPr id="10" name="Đường kết nối Mũi tên Thẳng 9">
            <a:extLst>
              <a:ext uri="{FF2B5EF4-FFF2-40B4-BE49-F238E27FC236}">
                <a16:creationId xmlns:a16="http://schemas.microsoft.com/office/drawing/2014/main" id="{D3518D8B-7BF6-453B-ABC3-BD339DF82ECB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5160998" y="2884958"/>
            <a:ext cx="736220" cy="0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Hộp Văn bản 10">
                <a:extLst>
                  <a:ext uri="{FF2B5EF4-FFF2-40B4-BE49-F238E27FC236}">
                    <a16:creationId xmlns:a16="http://schemas.microsoft.com/office/drawing/2014/main" id="{5E1624B9-355F-4622-B5E2-DFFDC03CC872}"/>
                  </a:ext>
                </a:extLst>
              </p:cNvPr>
              <p:cNvSpPr txBox="1"/>
              <p:nvPr/>
            </p:nvSpPr>
            <p:spPr>
              <a:xfrm>
                <a:off x="7153318" y="2410041"/>
                <a:ext cx="214685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=0∈{0,1,#}</m:t>
                      </m:r>
                    </m:oMath>
                  </m:oMathPara>
                </a14:m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1" name="Hộp Văn bản 10">
                <a:extLst>
                  <a:ext uri="{FF2B5EF4-FFF2-40B4-BE49-F238E27FC236}">
                    <a16:creationId xmlns:a16="http://schemas.microsoft.com/office/drawing/2014/main" id="{5E1624B9-355F-4622-B5E2-DFFDC03CC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3318" y="2410041"/>
                <a:ext cx="2146852" cy="9233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Hình chữ nhật 8">
            <a:extLst>
              <a:ext uri="{FF2B5EF4-FFF2-40B4-BE49-F238E27FC236}">
                <a16:creationId xmlns:a16="http://schemas.microsoft.com/office/drawing/2014/main" id="{5965A58C-6F36-4435-8470-4495C535FFA7}"/>
              </a:ext>
            </a:extLst>
          </p:cNvPr>
          <p:cNvSpPr/>
          <p:nvPr/>
        </p:nvSpPr>
        <p:spPr>
          <a:xfrm>
            <a:off x="5897218" y="3695058"/>
            <a:ext cx="1146085" cy="523220"/>
          </a:xfrm>
          <a:prstGeom prst="rect">
            <a:avLst/>
          </a:prstGeom>
          <a:noFill/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Reader</a:t>
            </a:r>
            <a:endParaRPr lang="vi-VN" b="1">
              <a:solidFill>
                <a:schemeClr val="tx1"/>
              </a:solidFill>
            </a:endParaRPr>
          </a:p>
        </p:txBody>
      </p:sp>
      <p:cxnSp>
        <p:nvCxnSpPr>
          <p:cNvPr id="12" name="Đường kết nối Mũi tên Thẳng 11">
            <a:extLst>
              <a:ext uri="{FF2B5EF4-FFF2-40B4-BE49-F238E27FC236}">
                <a16:creationId xmlns:a16="http://schemas.microsoft.com/office/drawing/2014/main" id="{CACF6923-08CE-4756-91D1-DB63571A542E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5160998" y="3956668"/>
            <a:ext cx="736220" cy="0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Hộp Văn bản 12">
                <a:extLst>
                  <a:ext uri="{FF2B5EF4-FFF2-40B4-BE49-F238E27FC236}">
                    <a16:creationId xmlns:a16="http://schemas.microsoft.com/office/drawing/2014/main" id="{AFF0BFA7-CAAF-4AD2-87B7-01916AD4FAA4}"/>
                  </a:ext>
                </a:extLst>
              </p:cNvPr>
              <p:cNvSpPr txBox="1"/>
              <p:nvPr/>
            </p:nvSpPr>
            <p:spPr>
              <a:xfrm>
                <a:off x="7153318" y="3481751"/>
                <a:ext cx="214685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=0∈{0,1,#}</m:t>
                      </m:r>
                    </m:oMath>
                  </m:oMathPara>
                </a14:m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3" name="Hộp Văn bản 12">
                <a:extLst>
                  <a:ext uri="{FF2B5EF4-FFF2-40B4-BE49-F238E27FC236}">
                    <a16:creationId xmlns:a16="http://schemas.microsoft.com/office/drawing/2014/main" id="{AFF0BFA7-CAAF-4AD2-87B7-01916AD4FA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3318" y="3481751"/>
                <a:ext cx="2146852" cy="9233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59672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D74EE2B5-EAB7-4437-9BFE-45AC32C79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F7CBD-B9A5-4D53-9D65-FFCCF7EF1299}" type="slidenum">
              <a:rPr lang="vi-VN" smtClean="0"/>
              <a:t>37</a:t>
            </a:fld>
            <a:endParaRPr lang="vi-VN"/>
          </a:p>
        </p:txBody>
      </p:sp>
      <p:graphicFrame>
        <p:nvGraphicFramePr>
          <p:cNvPr id="5" name="Bảng 8">
            <a:extLst>
              <a:ext uri="{FF2B5EF4-FFF2-40B4-BE49-F238E27FC236}">
                <a16:creationId xmlns:a16="http://schemas.microsoft.com/office/drawing/2014/main" id="{7AD89E5A-59D7-4F51-B08C-FE655B855B85}"/>
              </a:ext>
            </a:extLst>
          </p:cNvPr>
          <p:cNvGraphicFramePr>
            <a:graphicFrameLocks noGrp="1"/>
          </p:cNvGraphicFramePr>
          <p:nvPr/>
        </p:nvGraphicFramePr>
        <p:xfrm>
          <a:off x="3904295" y="1097280"/>
          <a:ext cx="124440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4404">
                  <a:extLst>
                    <a:ext uri="{9D8B030D-6E8A-4147-A177-3AD203B41FA5}">
                      <a16:colId xmlns:a16="http://schemas.microsoft.com/office/drawing/2014/main" val="4226716743"/>
                    </a:ext>
                  </a:extLst>
                </a:gridCol>
              </a:tblGrid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#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662986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953674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4641734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707190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420527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974870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375856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204128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#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671949"/>
                  </a:ext>
                </a:extLst>
              </a:tr>
            </a:tbl>
          </a:graphicData>
        </a:graphic>
      </p:graphicFrame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0ADAA793-8D49-4BBF-A9A3-89A84AEAA47B}"/>
              </a:ext>
            </a:extLst>
          </p:cNvPr>
          <p:cNvSpPr txBox="1"/>
          <p:nvPr/>
        </p:nvSpPr>
        <p:spPr>
          <a:xfrm>
            <a:off x="5390780" y="962158"/>
            <a:ext cx="5064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L</a:t>
            </a: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3121E8D0-F59D-4A5D-951D-14E18835A720}"/>
              </a:ext>
            </a:extLst>
          </p:cNvPr>
          <p:cNvSpPr txBox="1"/>
          <p:nvPr/>
        </p:nvSpPr>
        <p:spPr>
          <a:xfrm>
            <a:off x="5323568" y="5107248"/>
            <a:ext cx="5064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R</a:t>
            </a:r>
          </a:p>
        </p:txBody>
      </p:sp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7875EE7E-687F-41ED-8F12-2681C6EBE0B1}"/>
              </a:ext>
            </a:extLst>
          </p:cNvPr>
          <p:cNvSpPr/>
          <p:nvPr/>
        </p:nvSpPr>
        <p:spPr>
          <a:xfrm>
            <a:off x="5897218" y="2117492"/>
            <a:ext cx="1146085" cy="523220"/>
          </a:xfrm>
          <a:prstGeom prst="rect">
            <a:avLst/>
          </a:prstGeom>
          <a:noFill/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Reader</a:t>
            </a:r>
            <a:endParaRPr lang="vi-VN" b="1">
              <a:solidFill>
                <a:schemeClr val="tx1"/>
              </a:solidFill>
            </a:endParaRPr>
          </a:p>
        </p:txBody>
      </p:sp>
      <p:cxnSp>
        <p:nvCxnSpPr>
          <p:cNvPr id="10" name="Đường kết nối Mũi tên Thẳng 9">
            <a:extLst>
              <a:ext uri="{FF2B5EF4-FFF2-40B4-BE49-F238E27FC236}">
                <a16:creationId xmlns:a16="http://schemas.microsoft.com/office/drawing/2014/main" id="{D3518D8B-7BF6-453B-ABC3-BD339DF82ECB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5160998" y="2379102"/>
            <a:ext cx="736220" cy="0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Hộp Văn bản 10">
                <a:extLst>
                  <a:ext uri="{FF2B5EF4-FFF2-40B4-BE49-F238E27FC236}">
                    <a16:creationId xmlns:a16="http://schemas.microsoft.com/office/drawing/2014/main" id="{5E1624B9-355F-4622-B5E2-DFFDC03CC872}"/>
                  </a:ext>
                </a:extLst>
              </p:cNvPr>
              <p:cNvSpPr txBox="1"/>
              <p:nvPr/>
            </p:nvSpPr>
            <p:spPr>
              <a:xfrm>
                <a:off x="7153318" y="1904185"/>
                <a:ext cx="214685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=0∈{0,1,#}</m:t>
                      </m:r>
                    </m:oMath>
                  </m:oMathPara>
                </a14:m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1" name="Hộp Văn bản 10">
                <a:extLst>
                  <a:ext uri="{FF2B5EF4-FFF2-40B4-BE49-F238E27FC236}">
                    <a16:creationId xmlns:a16="http://schemas.microsoft.com/office/drawing/2014/main" id="{5E1624B9-355F-4622-B5E2-DFFDC03CC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3318" y="1904185"/>
                <a:ext cx="2146852" cy="9233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Hình chữ nhật 8">
            <a:extLst>
              <a:ext uri="{FF2B5EF4-FFF2-40B4-BE49-F238E27FC236}">
                <a16:creationId xmlns:a16="http://schemas.microsoft.com/office/drawing/2014/main" id="{5965A58C-6F36-4435-8470-4495C535FFA7}"/>
              </a:ext>
            </a:extLst>
          </p:cNvPr>
          <p:cNvSpPr/>
          <p:nvPr/>
        </p:nvSpPr>
        <p:spPr>
          <a:xfrm>
            <a:off x="5897218" y="4196157"/>
            <a:ext cx="1146085" cy="523220"/>
          </a:xfrm>
          <a:prstGeom prst="rect">
            <a:avLst/>
          </a:prstGeom>
          <a:noFill/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Reader</a:t>
            </a:r>
            <a:endParaRPr lang="vi-VN" b="1">
              <a:solidFill>
                <a:schemeClr val="tx1"/>
              </a:solidFill>
            </a:endParaRPr>
          </a:p>
        </p:txBody>
      </p:sp>
      <p:cxnSp>
        <p:nvCxnSpPr>
          <p:cNvPr id="12" name="Đường kết nối Mũi tên Thẳng 11">
            <a:extLst>
              <a:ext uri="{FF2B5EF4-FFF2-40B4-BE49-F238E27FC236}">
                <a16:creationId xmlns:a16="http://schemas.microsoft.com/office/drawing/2014/main" id="{CACF6923-08CE-4756-91D1-DB63571A542E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5160998" y="4457767"/>
            <a:ext cx="736220" cy="0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Hộp Văn bản 12">
                <a:extLst>
                  <a:ext uri="{FF2B5EF4-FFF2-40B4-BE49-F238E27FC236}">
                    <a16:creationId xmlns:a16="http://schemas.microsoft.com/office/drawing/2014/main" id="{AFF0BFA7-CAAF-4AD2-87B7-01916AD4FAA4}"/>
                  </a:ext>
                </a:extLst>
              </p:cNvPr>
              <p:cNvSpPr txBox="1"/>
              <p:nvPr/>
            </p:nvSpPr>
            <p:spPr>
              <a:xfrm>
                <a:off x="7153318" y="3982850"/>
                <a:ext cx="2308182" cy="9447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𝑎𝑐𝑐𝑒𝑝𝑡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=1∈{0,1,#}</m:t>
                      </m:r>
                    </m:oMath>
                  </m:oMathPara>
                </a14:m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=∅</m:t>
                      </m:r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3" name="Hộp Văn bản 12">
                <a:extLst>
                  <a:ext uri="{FF2B5EF4-FFF2-40B4-BE49-F238E27FC236}">
                    <a16:creationId xmlns:a16="http://schemas.microsoft.com/office/drawing/2014/main" id="{AFF0BFA7-CAAF-4AD2-87B7-01916AD4FA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3318" y="3982850"/>
                <a:ext cx="2308182" cy="9447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90118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E78F44C9-F3A7-4881-9CAF-A147B540E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5. Quantum</a:t>
            </a:r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17092590-C6FC-4AC2-B353-34CC98DDF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F7CBD-B9A5-4D53-9D65-FFCCF7EF1299}" type="slidenum">
              <a:rPr lang="vi-VN" smtClean="0"/>
              <a:t>38</a:t>
            </a:fld>
            <a:endParaRPr lang="vi-VN"/>
          </a:p>
        </p:txBody>
      </p:sp>
      <p:pic>
        <p:nvPicPr>
          <p:cNvPr id="6" name="Hình ảnh 5">
            <a:extLst>
              <a:ext uri="{FF2B5EF4-FFF2-40B4-BE49-F238E27FC236}">
                <a16:creationId xmlns:a16="http://schemas.microsoft.com/office/drawing/2014/main" id="{E7929C97-214B-41CC-96F5-1F51D01C2D7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895" t="33149" r="12876" b="18888"/>
          <a:stretch/>
        </p:blipFill>
        <p:spPr>
          <a:xfrm>
            <a:off x="5963479" y="136525"/>
            <a:ext cx="6008756" cy="2350858"/>
          </a:xfrm>
          <a:prstGeom prst="rect">
            <a:avLst/>
          </a:prstGeom>
        </p:spPr>
      </p:pic>
      <p:pic>
        <p:nvPicPr>
          <p:cNvPr id="8" name="Hình ảnh 7">
            <a:extLst>
              <a:ext uri="{FF2B5EF4-FFF2-40B4-BE49-F238E27FC236}">
                <a16:creationId xmlns:a16="http://schemas.microsoft.com/office/drawing/2014/main" id="{4D37776E-F5F9-41FF-82B9-7B749D3ECA4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412" t="21449" r="10388" b="30048"/>
          <a:stretch/>
        </p:blipFill>
        <p:spPr>
          <a:xfrm>
            <a:off x="5963479" y="2487383"/>
            <a:ext cx="6008756" cy="2159824"/>
          </a:xfrm>
          <a:prstGeom prst="rect">
            <a:avLst/>
          </a:prstGeom>
        </p:spPr>
      </p:pic>
      <p:pic>
        <p:nvPicPr>
          <p:cNvPr id="10" name="Hình ảnh 9">
            <a:extLst>
              <a:ext uri="{FF2B5EF4-FFF2-40B4-BE49-F238E27FC236}">
                <a16:creationId xmlns:a16="http://schemas.microsoft.com/office/drawing/2014/main" id="{04D6DB95-9B2A-4210-BB71-1CED7702EE9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412" t="38841" r="9952" b="15752"/>
          <a:stretch/>
        </p:blipFill>
        <p:spPr>
          <a:xfrm>
            <a:off x="5963479" y="4647207"/>
            <a:ext cx="6032449" cy="2018421"/>
          </a:xfrm>
          <a:prstGeom prst="rect">
            <a:avLst/>
          </a:prstGeom>
        </p:spPr>
      </p:pic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55D743A1-7A7B-46D7-BCD9-822EFAB6B585}"/>
              </a:ext>
            </a:extLst>
          </p:cNvPr>
          <p:cNvSpPr txBox="1"/>
          <p:nvPr/>
        </p:nvSpPr>
        <p:spPr>
          <a:xfrm>
            <a:off x="838200" y="1827425"/>
            <a:ext cx="42141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>
                <a:latin typeface="Calibri (Thân)"/>
              </a:rPr>
              <a:t>𝑬𝑸𝑷 ⊆ 𝒁𝑸𝑷 ⊆ 𝑩𝑸𝑷</a:t>
            </a:r>
          </a:p>
        </p:txBody>
      </p:sp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5E0E2C50-2275-45DC-BAAA-78F45A84C5C0}"/>
              </a:ext>
            </a:extLst>
          </p:cNvPr>
          <p:cNvSpPr txBox="1"/>
          <p:nvPr/>
        </p:nvSpPr>
        <p:spPr>
          <a:xfrm>
            <a:off x="3949148" y="5194752"/>
            <a:ext cx="17625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QP-algorithm for solving Simon’s problem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277173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1612F00-E5D1-41F8-B014-EE0C41431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</a:t>
            </a:r>
            <a:r>
              <a:rPr lang="en-US" dirty="0"/>
              <a:t>Quantum</a:t>
            </a:r>
          </a:p>
        </p:txBody>
      </p:sp>
      <p:sp>
        <p:nvSpPr>
          <p:cNvPr id="32" name="Hộp Văn bản 57">
            <a:extLst>
              <a:ext uri="{FF2B5EF4-FFF2-40B4-BE49-F238E27FC236}">
                <a16:creationId xmlns:a16="http://schemas.microsoft.com/office/drawing/2014/main" id="{232CADA4-D0F0-422E-8F50-7D00CE5AB7F1}"/>
              </a:ext>
            </a:extLst>
          </p:cNvPr>
          <p:cNvSpPr txBox="1"/>
          <p:nvPr/>
        </p:nvSpPr>
        <p:spPr>
          <a:xfrm>
            <a:off x="7882621" y="576775"/>
            <a:ext cx="102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PSPACE</a:t>
            </a:r>
          </a:p>
        </p:txBody>
      </p:sp>
      <p:sp>
        <p:nvSpPr>
          <p:cNvPr id="33" name="Hộp Văn bản 58">
            <a:extLst>
              <a:ext uri="{FF2B5EF4-FFF2-40B4-BE49-F238E27FC236}">
                <a16:creationId xmlns:a16="http://schemas.microsoft.com/office/drawing/2014/main" id="{2F534D8C-F0A5-47F6-AB4C-A177BEA34A5D}"/>
              </a:ext>
            </a:extLst>
          </p:cNvPr>
          <p:cNvSpPr txBox="1"/>
          <p:nvPr/>
        </p:nvSpPr>
        <p:spPr>
          <a:xfrm>
            <a:off x="5288331" y="1657643"/>
            <a:ext cx="102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NP</a:t>
            </a:r>
          </a:p>
        </p:txBody>
      </p:sp>
      <p:sp>
        <p:nvSpPr>
          <p:cNvPr id="34" name="Hộp Văn bản 59">
            <a:extLst>
              <a:ext uri="{FF2B5EF4-FFF2-40B4-BE49-F238E27FC236}">
                <a16:creationId xmlns:a16="http://schemas.microsoft.com/office/drawing/2014/main" id="{59B35F93-CA0F-4281-8D97-95ECB68847E2}"/>
              </a:ext>
            </a:extLst>
          </p:cNvPr>
          <p:cNvSpPr txBox="1"/>
          <p:nvPr/>
        </p:nvSpPr>
        <p:spPr>
          <a:xfrm>
            <a:off x="10324218" y="1657643"/>
            <a:ext cx="102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coNP</a:t>
            </a:r>
          </a:p>
        </p:txBody>
      </p:sp>
      <p:sp>
        <p:nvSpPr>
          <p:cNvPr id="35" name="Hộp Văn bản 60">
            <a:extLst>
              <a:ext uri="{FF2B5EF4-FFF2-40B4-BE49-F238E27FC236}">
                <a16:creationId xmlns:a16="http://schemas.microsoft.com/office/drawing/2014/main" id="{3D880954-0A29-42D2-82AB-9710B92A226F}"/>
              </a:ext>
            </a:extLst>
          </p:cNvPr>
          <p:cNvSpPr txBox="1"/>
          <p:nvPr/>
        </p:nvSpPr>
        <p:spPr>
          <a:xfrm>
            <a:off x="7882619" y="6258468"/>
            <a:ext cx="102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P</a:t>
            </a:r>
          </a:p>
        </p:txBody>
      </p:sp>
      <p:cxnSp>
        <p:nvCxnSpPr>
          <p:cNvPr id="36" name="Đường nối Thẳng 61">
            <a:extLst>
              <a:ext uri="{FF2B5EF4-FFF2-40B4-BE49-F238E27FC236}">
                <a16:creationId xmlns:a16="http://schemas.microsoft.com/office/drawing/2014/main" id="{AD2D291B-4367-42D3-815B-61484D0EED01}"/>
              </a:ext>
            </a:extLst>
          </p:cNvPr>
          <p:cNvCxnSpPr>
            <a:stCxn id="32" idx="2"/>
            <a:endCxn id="33" idx="0"/>
          </p:cNvCxnSpPr>
          <p:nvPr/>
        </p:nvCxnSpPr>
        <p:spPr>
          <a:xfrm flipH="1">
            <a:off x="5801802" y="946107"/>
            <a:ext cx="2594290" cy="71153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Đường nối Thẳng 62">
            <a:extLst>
              <a:ext uri="{FF2B5EF4-FFF2-40B4-BE49-F238E27FC236}">
                <a16:creationId xmlns:a16="http://schemas.microsoft.com/office/drawing/2014/main" id="{FFEF63AC-19D5-4683-BB61-38F42DC9DF66}"/>
              </a:ext>
            </a:extLst>
          </p:cNvPr>
          <p:cNvCxnSpPr>
            <a:cxnSpLocks/>
            <a:stCxn id="34" idx="0"/>
            <a:endCxn id="32" idx="2"/>
          </p:cNvCxnSpPr>
          <p:nvPr/>
        </p:nvCxnSpPr>
        <p:spPr>
          <a:xfrm flipH="1" flipV="1">
            <a:off x="8396092" y="946107"/>
            <a:ext cx="2441597" cy="71153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Đường nối Thẳng 63">
            <a:extLst>
              <a:ext uri="{FF2B5EF4-FFF2-40B4-BE49-F238E27FC236}">
                <a16:creationId xmlns:a16="http://schemas.microsoft.com/office/drawing/2014/main" id="{F51F30A2-2B2C-4281-ADF1-BC7539311D02}"/>
              </a:ext>
            </a:extLst>
          </p:cNvPr>
          <p:cNvCxnSpPr>
            <a:cxnSpLocks/>
            <a:stCxn id="35" idx="0"/>
            <a:endCxn id="33" idx="2"/>
          </p:cNvCxnSpPr>
          <p:nvPr/>
        </p:nvCxnSpPr>
        <p:spPr>
          <a:xfrm flipH="1" flipV="1">
            <a:off x="5801802" y="2026975"/>
            <a:ext cx="2594288" cy="423149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Đường nối Thẳng 64">
            <a:extLst>
              <a:ext uri="{FF2B5EF4-FFF2-40B4-BE49-F238E27FC236}">
                <a16:creationId xmlns:a16="http://schemas.microsoft.com/office/drawing/2014/main" id="{22927535-D4ED-4FDC-9426-5A26BBD13A2B}"/>
              </a:ext>
            </a:extLst>
          </p:cNvPr>
          <p:cNvCxnSpPr>
            <a:cxnSpLocks/>
            <a:stCxn id="35" idx="0"/>
            <a:endCxn id="34" idx="2"/>
          </p:cNvCxnSpPr>
          <p:nvPr/>
        </p:nvCxnSpPr>
        <p:spPr>
          <a:xfrm flipV="1">
            <a:off x="8396090" y="2026975"/>
            <a:ext cx="2441599" cy="423149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Hộp Văn bản 75">
            <a:extLst>
              <a:ext uri="{FF2B5EF4-FFF2-40B4-BE49-F238E27FC236}">
                <a16:creationId xmlns:a16="http://schemas.microsoft.com/office/drawing/2014/main" id="{0EC4E1DE-35B6-4D07-AE59-EECAECE162A5}"/>
              </a:ext>
            </a:extLst>
          </p:cNvPr>
          <p:cNvSpPr txBox="1"/>
          <p:nvPr/>
        </p:nvSpPr>
        <p:spPr>
          <a:xfrm>
            <a:off x="6756524" y="2320061"/>
            <a:ext cx="102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BPP</a:t>
            </a:r>
          </a:p>
        </p:txBody>
      </p:sp>
      <p:cxnSp>
        <p:nvCxnSpPr>
          <p:cNvPr id="41" name="Đường nối Thẳng 76">
            <a:extLst>
              <a:ext uri="{FF2B5EF4-FFF2-40B4-BE49-F238E27FC236}">
                <a16:creationId xmlns:a16="http://schemas.microsoft.com/office/drawing/2014/main" id="{55570F54-C16E-4F11-8004-84313CB07331}"/>
              </a:ext>
            </a:extLst>
          </p:cNvPr>
          <p:cNvCxnSpPr>
            <a:cxnSpLocks/>
            <a:stCxn id="52" idx="2"/>
            <a:endCxn id="40" idx="0"/>
          </p:cNvCxnSpPr>
          <p:nvPr/>
        </p:nvCxnSpPr>
        <p:spPr>
          <a:xfrm flipH="1">
            <a:off x="7269995" y="1764735"/>
            <a:ext cx="1118612" cy="55532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Hộp Văn bản 85">
            <a:extLst>
              <a:ext uri="{FF2B5EF4-FFF2-40B4-BE49-F238E27FC236}">
                <a16:creationId xmlns:a16="http://schemas.microsoft.com/office/drawing/2014/main" id="{F882B1EA-FB5B-41BA-9564-753D00F834E0}"/>
              </a:ext>
            </a:extLst>
          </p:cNvPr>
          <p:cNvSpPr txBox="1"/>
          <p:nvPr/>
        </p:nvSpPr>
        <p:spPr>
          <a:xfrm>
            <a:off x="7013259" y="3958056"/>
            <a:ext cx="102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RP</a:t>
            </a:r>
          </a:p>
        </p:txBody>
      </p:sp>
      <p:sp>
        <p:nvSpPr>
          <p:cNvPr id="43" name="Hộp Văn bản 87">
            <a:extLst>
              <a:ext uri="{FF2B5EF4-FFF2-40B4-BE49-F238E27FC236}">
                <a16:creationId xmlns:a16="http://schemas.microsoft.com/office/drawing/2014/main" id="{0CF5A416-DADE-49E0-B566-778237358E20}"/>
              </a:ext>
            </a:extLst>
          </p:cNvPr>
          <p:cNvSpPr txBox="1"/>
          <p:nvPr/>
        </p:nvSpPr>
        <p:spPr>
          <a:xfrm>
            <a:off x="7899620" y="4022497"/>
            <a:ext cx="102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coRP</a:t>
            </a:r>
          </a:p>
        </p:txBody>
      </p:sp>
      <p:sp>
        <p:nvSpPr>
          <p:cNvPr id="44" name="Hộp Văn bản 89">
            <a:extLst>
              <a:ext uri="{FF2B5EF4-FFF2-40B4-BE49-F238E27FC236}">
                <a16:creationId xmlns:a16="http://schemas.microsoft.com/office/drawing/2014/main" id="{DFB0F095-AD77-485F-8008-1CA647D76310}"/>
              </a:ext>
            </a:extLst>
          </p:cNvPr>
          <p:cNvSpPr txBox="1"/>
          <p:nvPr/>
        </p:nvSpPr>
        <p:spPr>
          <a:xfrm>
            <a:off x="7899620" y="4851830"/>
            <a:ext cx="102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ZPP</a:t>
            </a:r>
          </a:p>
        </p:txBody>
      </p:sp>
      <p:cxnSp>
        <p:nvCxnSpPr>
          <p:cNvPr id="45" name="Đường nối Thẳng 91">
            <a:extLst>
              <a:ext uri="{FF2B5EF4-FFF2-40B4-BE49-F238E27FC236}">
                <a16:creationId xmlns:a16="http://schemas.microsoft.com/office/drawing/2014/main" id="{D8E2A341-4780-441B-B64D-D82F2C049E89}"/>
              </a:ext>
            </a:extLst>
          </p:cNvPr>
          <p:cNvCxnSpPr>
            <a:cxnSpLocks/>
            <a:stCxn id="40" idx="2"/>
            <a:endCxn id="42" idx="0"/>
          </p:cNvCxnSpPr>
          <p:nvPr/>
        </p:nvCxnSpPr>
        <p:spPr>
          <a:xfrm>
            <a:off x="7269995" y="2689393"/>
            <a:ext cx="256735" cy="126866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Đường nối Thẳng 94">
            <a:extLst>
              <a:ext uri="{FF2B5EF4-FFF2-40B4-BE49-F238E27FC236}">
                <a16:creationId xmlns:a16="http://schemas.microsoft.com/office/drawing/2014/main" id="{76A604EC-3B48-491F-8AAD-6C8E00C55A61}"/>
              </a:ext>
            </a:extLst>
          </p:cNvPr>
          <p:cNvCxnSpPr>
            <a:cxnSpLocks/>
            <a:stCxn id="40" idx="2"/>
            <a:endCxn id="43" idx="0"/>
          </p:cNvCxnSpPr>
          <p:nvPr/>
        </p:nvCxnSpPr>
        <p:spPr>
          <a:xfrm>
            <a:off x="7269995" y="2689393"/>
            <a:ext cx="1143096" cy="133310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Đường nối Thẳng 97">
            <a:extLst>
              <a:ext uri="{FF2B5EF4-FFF2-40B4-BE49-F238E27FC236}">
                <a16:creationId xmlns:a16="http://schemas.microsoft.com/office/drawing/2014/main" id="{0627547A-EF77-48E9-B764-4BA1311AE2A2}"/>
              </a:ext>
            </a:extLst>
          </p:cNvPr>
          <p:cNvCxnSpPr>
            <a:cxnSpLocks/>
            <a:stCxn id="44" idx="0"/>
            <a:endCxn id="43" idx="2"/>
          </p:cNvCxnSpPr>
          <p:nvPr/>
        </p:nvCxnSpPr>
        <p:spPr>
          <a:xfrm flipV="1">
            <a:off x="8413091" y="4391829"/>
            <a:ext cx="0" cy="46000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Đường nối Thẳng 100">
            <a:extLst>
              <a:ext uri="{FF2B5EF4-FFF2-40B4-BE49-F238E27FC236}">
                <a16:creationId xmlns:a16="http://schemas.microsoft.com/office/drawing/2014/main" id="{F5104D3D-A610-40DB-BC30-5EB991548EEC}"/>
              </a:ext>
            </a:extLst>
          </p:cNvPr>
          <p:cNvCxnSpPr>
            <a:cxnSpLocks/>
            <a:stCxn id="42" idx="2"/>
            <a:endCxn id="44" idx="0"/>
          </p:cNvCxnSpPr>
          <p:nvPr/>
        </p:nvCxnSpPr>
        <p:spPr>
          <a:xfrm>
            <a:off x="7526730" y="4327388"/>
            <a:ext cx="886361" cy="52444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Đường nối Thẳng 103">
            <a:extLst>
              <a:ext uri="{FF2B5EF4-FFF2-40B4-BE49-F238E27FC236}">
                <a16:creationId xmlns:a16="http://schemas.microsoft.com/office/drawing/2014/main" id="{5DBA1211-0D45-4683-830C-B98D6886FDE8}"/>
              </a:ext>
            </a:extLst>
          </p:cNvPr>
          <p:cNvCxnSpPr>
            <a:cxnSpLocks/>
            <a:stCxn id="44" idx="2"/>
            <a:endCxn id="35" idx="0"/>
          </p:cNvCxnSpPr>
          <p:nvPr/>
        </p:nvCxnSpPr>
        <p:spPr>
          <a:xfrm flipH="1">
            <a:off x="8396090" y="5221162"/>
            <a:ext cx="17001" cy="103730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Đường nối Thẳng 106">
            <a:extLst>
              <a:ext uri="{FF2B5EF4-FFF2-40B4-BE49-F238E27FC236}">
                <a16:creationId xmlns:a16="http://schemas.microsoft.com/office/drawing/2014/main" id="{70F0B276-13C8-4B04-9D19-2A4381BFFAF9}"/>
              </a:ext>
            </a:extLst>
          </p:cNvPr>
          <p:cNvCxnSpPr>
            <a:cxnSpLocks/>
            <a:stCxn id="33" idx="2"/>
            <a:endCxn id="42" idx="0"/>
          </p:cNvCxnSpPr>
          <p:nvPr/>
        </p:nvCxnSpPr>
        <p:spPr>
          <a:xfrm>
            <a:off x="5801802" y="2026975"/>
            <a:ext cx="1724928" cy="193108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Đường nối Thẳng 109">
            <a:extLst>
              <a:ext uri="{FF2B5EF4-FFF2-40B4-BE49-F238E27FC236}">
                <a16:creationId xmlns:a16="http://schemas.microsoft.com/office/drawing/2014/main" id="{0A917821-E4F5-4FC3-BE7A-7A4B082EFAFC}"/>
              </a:ext>
            </a:extLst>
          </p:cNvPr>
          <p:cNvCxnSpPr>
            <a:cxnSpLocks/>
            <a:stCxn id="34" idx="2"/>
            <a:endCxn id="43" idx="0"/>
          </p:cNvCxnSpPr>
          <p:nvPr/>
        </p:nvCxnSpPr>
        <p:spPr>
          <a:xfrm flipH="1">
            <a:off x="8413091" y="2026975"/>
            <a:ext cx="2424598" cy="199552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Hộp Văn bản 34">
            <a:extLst>
              <a:ext uri="{FF2B5EF4-FFF2-40B4-BE49-F238E27FC236}">
                <a16:creationId xmlns:a16="http://schemas.microsoft.com/office/drawing/2014/main" id="{CB53AB43-8C26-4AAF-9CC5-003868497CD5}"/>
              </a:ext>
            </a:extLst>
          </p:cNvPr>
          <p:cNvSpPr txBox="1"/>
          <p:nvPr/>
        </p:nvSpPr>
        <p:spPr>
          <a:xfrm>
            <a:off x="7875136" y="1395403"/>
            <a:ext cx="102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BQP</a:t>
            </a:r>
          </a:p>
        </p:txBody>
      </p:sp>
      <p:cxnSp>
        <p:nvCxnSpPr>
          <p:cNvPr id="53" name="Đường nối Thẳng 66">
            <a:extLst>
              <a:ext uri="{FF2B5EF4-FFF2-40B4-BE49-F238E27FC236}">
                <a16:creationId xmlns:a16="http://schemas.microsoft.com/office/drawing/2014/main" id="{C337DE81-D9CF-43BF-AA07-98CD4532527B}"/>
              </a:ext>
            </a:extLst>
          </p:cNvPr>
          <p:cNvCxnSpPr>
            <a:cxnSpLocks/>
            <a:stCxn id="52" idx="0"/>
            <a:endCxn id="32" idx="2"/>
          </p:cNvCxnSpPr>
          <p:nvPr/>
        </p:nvCxnSpPr>
        <p:spPr>
          <a:xfrm flipV="1">
            <a:off x="8388607" y="946107"/>
            <a:ext cx="7485" cy="44929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Hộp Văn bản 47">
            <a:extLst>
              <a:ext uri="{FF2B5EF4-FFF2-40B4-BE49-F238E27FC236}">
                <a16:creationId xmlns:a16="http://schemas.microsoft.com/office/drawing/2014/main" id="{780348F1-4920-498A-83BA-A5DFDC975EF5}"/>
              </a:ext>
            </a:extLst>
          </p:cNvPr>
          <p:cNvSpPr txBox="1"/>
          <p:nvPr/>
        </p:nvSpPr>
        <p:spPr>
          <a:xfrm>
            <a:off x="8773436" y="2312386"/>
            <a:ext cx="102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ZQP</a:t>
            </a:r>
          </a:p>
        </p:txBody>
      </p:sp>
      <p:sp>
        <p:nvSpPr>
          <p:cNvPr id="55" name="Hộp Văn bản 48">
            <a:extLst>
              <a:ext uri="{FF2B5EF4-FFF2-40B4-BE49-F238E27FC236}">
                <a16:creationId xmlns:a16="http://schemas.microsoft.com/office/drawing/2014/main" id="{C376342D-A64D-4C29-B9C7-8B4F5B86D39F}"/>
              </a:ext>
            </a:extLst>
          </p:cNvPr>
          <p:cNvSpPr txBox="1"/>
          <p:nvPr/>
        </p:nvSpPr>
        <p:spPr>
          <a:xfrm>
            <a:off x="8773704" y="3611621"/>
            <a:ext cx="102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EQP</a:t>
            </a:r>
          </a:p>
        </p:txBody>
      </p:sp>
      <p:cxnSp>
        <p:nvCxnSpPr>
          <p:cNvPr id="56" name="Đường nối Thẳng 73">
            <a:extLst>
              <a:ext uri="{FF2B5EF4-FFF2-40B4-BE49-F238E27FC236}">
                <a16:creationId xmlns:a16="http://schemas.microsoft.com/office/drawing/2014/main" id="{83733A3A-ABCE-4B45-B819-0C7FF88841C3}"/>
              </a:ext>
            </a:extLst>
          </p:cNvPr>
          <p:cNvCxnSpPr>
            <a:cxnSpLocks/>
            <a:stCxn id="52" idx="2"/>
            <a:endCxn id="54" idx="0"/>
          </p:cNvCxnSpPr>
          <p:nvPr/>
        </p:nvCxnSpPr>
        <p:spPr>
          <a:xfrm>
            <a:off x="8388607" y="1764735"/>
            <a:ext cx="898300" cy="54765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Đường nối Thẳng 77">
            <a:extLst>
              <a:ext uri="{FF2B5EF4-FFF2-40B4-BE49-F238E27FC236}">
                <a16:creationId xmlns:a16="http://schemas.microsoft.com/office/drawing/2014/main" id="{017D9973-55BD-4EA6-826A-AF1F28E8035A}"/>
              </a:ext>
            </a:extLst>
          </p:cNvPr>
          <p:cNvCxnSpPr>
            <a:cxnSpLocks/>
            <a:stCxn id="54" idx="2"/>
            <a:endCxn id="55" idx="0"/>
          </p:cNvCxnSpPr>
          <p:nvPr/>
        </p:nvCxnSpPr>
        <p:spPr>
          <a:xfrm>
            <a:off x="9286907" y="2681718"/>
            <a:ext cx="268" cy="92990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Đường nối Thẳng 80">
            <a:extLst>
              <a:ext uri="{FF2B5EF4-FFF2-40B4-BE49-F238E27FC236}">
                <a16:creationId xmlns:a16="http://schemas.microsoft.com/office/drawing/2014/main" id="{3B09B0E1-88A6-417F-9D1D-86C2654D62FF}"/>
              </a:ext>
            </a:extLst>
          </p:cNvPr>
          <p:cNvCxnSpPr>
            <a:cxnSpLocks/>
            <a:stCxn id="55" idx="2"/>
            <a:endCxn id="35" idx="0"/>
          </p:cNvCxnSpPr>
          <p:nvPr/>
        </p:nvCxnSpPr>
        <p:spPr>
          <a:xfrm flipH="1">
            <a:off x="8396090" y="3980953"/>
            <a:ext cx="891085" cy="227751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7" name="Hộp Văn bản 76">
            <a:extLst>
              <a:ext uri="{FF2B5EF4-FFF2-40B4-BE49-F238E27FC236}">
                <a16:creationId xmlns:a16="http://schemas.microsoft.com/office/drawing/2014/main" id="{0E912871-008A-4544-AC8A-46C00357851C}"/>
              </a:ext>
            </a:extLst>
          </p:cNvPr>
          <p:cNvSpPr txBox="1"/>
          <p:nvPr/>
        </p:nvSpPr>
        <p:spPr>
          <a:xfrm>
            <a:off x="833687" y="1918584"/>
            <a:ext cx="37205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Q</a:t>
            </a:r>
            <a:r>
              <a:rPr lang="en-US"/>
              <a:t>uantum Turing Machine in </a:t>
            </a:r>
            <a:r>
              <a:rPr lang="en-US" b="1"/>
              <a:t>P</a:t>
            </a:r>
            <a:r>
              <a:rPr lang="en-US"/>
              <a:t>olynomial time with </a:t>
            </a:r>
            <a:r>
              <a:rPr lang="en-US" b="1"/>
              <a:t>B</a:t>
            </a:r>
            <a:r>
              <a:rPr lang="en-US"/>
              <a:t>ounded error (sai số bị chặn)</a:t>
            </a:r>
          </a:p>
        </p:txBody>
      </p:sp>
      <p:cxnSp>
        <p:nvCxnSpPr>
          <p:cNvPr id="5" name="Đường kết nối Mũi tên Thẳng 4">
            <a:extLst>
              <a:ext uri="{FF2B5EF4-FFF2-40B4-BE49-F238E27FC236}">
                <a16:creationId xmlns:a16="http://schemas.microsoft.com/office/drawing/2014/main" id="{B74130E4-08DE-459C-9A6B-BB6878E429B3}"/>
              </a:ext>
            </a:extLst>
          </p:cNvPr>
          <p:cNvCxnSpPr>
            <a:stCxn id="77" idx="3"/>
            <a:endCxn id="52" idx="1"/>
          </p:cNvCxnSpPr>
          <p:nvPr/>
        </p:nvCxnSpPr>
        <p:spPr>
          <a:xfrm flipV="1">
            <a:off x="4554235" y="1580069"/>
            <a:ext cx="3320901" cy="8001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09BED436-FF0C-466B-B2C5-F95489EB6E20}"/>
              </a:ext>
            </a:extLst>
          </p:cNvPr>
          <p:cNvSpPr txBox="1"/>
          <p:nvPr/>
        </p:nvSpPr>
        <p:spPr>
          <a:xfrm>
            <a:off x="833687" y="3064492"/>
            <a:ext cx="37205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Q</a:t>
            </a:r>
            <a:r>
              <a:rPr lang="en-US"/>
              <a:t>uantum Turing Machine in </a:t>
            </a:r>
            <a:r>
              <a:rPr lang="en-US" b="1"/>
              <a:t>P</a:t>
            </a:r>
            <a:r>
              <a:rPr lang="en-US"/>
              <a:t>olynomial time with </a:t>
            </a:r>
            <a:r>
              <a:rPr lang="en-US" b="1"/>
              <a:t>Z</a:t>
            </a:r>
            <a:r>
              <a:rPr lang="en-US"/>
              <a:t>ero error</a:t>
            </a:r>
          </a:p>
        </p:txBody>
      </p:sp>
      <p:cxnSp>
        <p:nvCxnSpPr>
          <p:cNvPr id="79" name="Đường kết nối Mũi tên Thẳng 78">
            <a:extLst>
              <a:ext uri="{FF2B5EF4-FFF2-40B4-BE49-F238E27FC236}">
                <a16:creationId xmlns:a16="http://schemas.microsoft.com/office/drawing/2014/main" id="{126E8A83-A87F-4EC8-BF69-7D3D5716BB38}"/>
              </a:ext>
            </a:extLst>
          </p:cNvPr>
          <p:cNvCxnSpPr>
            <a:cxnSpLocks/>
            <a:stCxn id="6" idx="3"/>
            <a:endCxn id="54" idx="1"/>
          </p:cNvCxnSpPr>
          <p:nvPr/>
        </p:nvCxnSpPr>
        <p:spPr>
          <a:xfrm flipV="1">
            <a:off x="4554235" y="2497052"/>
            <a:ext cx="4219201" cy="8906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C7051BF4-0975-4B1D-915A-5B9D9055FE59}"/>
              </a:ext>
            </a:extLst>
          </p:cNvPr>
          <p:cNvSpPr txBox="1"/>
          <p:nvPr/>
        </p:nvSpPr>
        <p:spPr>
          <a:xfrm>
            <a:off x="833687" y="4510298"/>
            <a:ext cx="37205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Q</a:t>
            </a:r>
            <a:r>
              <a:rPr lang="en-US"/>
              <a:t>uantum Turing Machine in </a:t>
            </a:r>
            <a:r>
              <a:rPr lang="en-US" b="1"/>
              <a:t>P</a:t>
            </a:r>
            <a:r>
              <a:rPr lang="en-US"/>
              <a:t>olynomial </a:t>
            </a:r>
            <a:r>
              <a:rPr lang="en-US" b="1"/>
              <a:t>E</a:t>
            </a:r>
            <a:r>
              <a:rPr lang="en-US"/>
              <a:t>xactly time with no error</a:t>
            </a:r>
          </a:p>
        </p:txBody>
      </p:sp>
      <p:cxnSp>
        <p:nvCxnSpPr>
          <p:cNvPr id="81" name="Đường kết nối Mũi tên Thẳng 80">
            <a:extLst>
              <a:ext uri="{FF2B5EF4-FFF2-40B4-BE49-F238E27FC236}">
                <a16:creationId xmlns:a16="http://schemas.microsoft.com/office/drawing/2014/main" id="{D9C5A16C-35BB-4207-A642-39513EA8F076}"/>
              </a:ext>
            </a:extLst>
          </p:cNvPr>
          <p:cNvCxnSpPr>
            <a:cxnSpLocks/>
            <a:stCxn id="9" idx="3"/>
            <a:endCxn id="55" idx="1"/>
          </p:cNvCxnSpPr>
          <p:nvPr/>
        </p:nvCxnSpPr>
        <p:spPr>
          <a:xfrm flipV="1">
            <a:off x="4554235" y="3796287"/>
            <a:ext cx="4219469" cy="10371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Chỗ dành sẵn cho Số hiệu Bản chiếu 2">
            <a:extLst>
              <a:ext uri="{FF2B5EF4-FFF2-40B4-BE49-F238E27FC236}">
                <a16:creationId xmlns:a16="http://schemas.microsoft.com/office/drawing/2014/main" id="{DEF3551F-68C3-44FE-8E49-7FDF2441B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BBA0F-ED8F-4A6E-AA06-FEAFBF3D52EE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76755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FE2F50D-1B8B-41BE-999C-E0A79A271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5. Summary</a:t>
            </a:r>
          </a:p>
        </p:txBody>
      </p:sp>
      <p:pic>
        <p:nvPicPr>
          <p:cNvPr id="4" name="Chỗ dành sẵn cho Nội dung 3">
            <a:extLst>
              <a:ext uri="{FF2B5EF4-FFF2-40B4-BE49-F238E27FC236}">
                <a16:creationId xmlns:a16="http://schemas.microsoft.com/office/drawing/2014/main" id="{441441AF-901E-4780-846F-993E18AADC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7725" y="1690688"/>
            <a:ext cx="5553075" cy="3083922"/>
          </a:xfrm>
          <a:prstGeom prst="rect">
            <a:avLst/>
          </a:prstGeom>
        </p:spPr>
      </p:pic>
      <p:sp>
        <p:nvSpPr>
          <p:cNvPr id="3" name="Chỗ dành sẵn cho Số hiệu Bản chiếu 2">
            <a:extLst>
              <a:ext uri="{FF2B5EF4-FFF2-40B4-BE49-F238E27FC236}">
                <a16:creationId xmlns:a16="http://schemas.microsoft.com/office/drawing/2014/main" id="{1190A33F-2F9E-44DB-BD89-A4E97829A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BBA0F-ED8F-4A6E-AA06-FEAFBF3D52EE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832693"/>
      </p:ext>
    </p:extLst>
  </p:cSld>
  <p:clrMapOvr>
    <a:masterClrMapping/>
  </p:clrMapOvr>
</p:sld>
</file>

<file path=ppt/theme/theme1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604</TotalTime>
  <Words>1328</Words>
  <Application>Microsoft Macintosh PowerPoint</Application>
  <PresentationFormat>Widescreen</PresentationFormat>
  <Paragraphs>434</Paragraphs>
  <Slides>40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7" baseType="lpstr">
      <vt:lpstr>Arial</vt:lpstr>
      <vt:lpstr>Calibri</vt:lpstr>
      <vt:lpstr>Calibri (Thân)</vt:lpstr>
      <vt:lpstr>Cambria</vt:lpstr>
      <vt:lpstr>Cambria Math</vt:lpstr>
      <vt:lpstr>Times New Roman</vt:lpstr>
      <vt:lpstr>Chủ đề Office</vt:lpstr>
      <vt:lpstr>Quantum complexity</vt:lpstr>
      <vt:lpstr>1. Classical (Many marbles)</vt:lpstr>
      <vt:lpstr>1. Classical</vt:lpstr>
      <vt:lpstr>2. Dynamic / Markov (Single marble)</vt:lpstr>
      <vt:lpstr>2. Markov</vt:lpstr>
      <vt:lpstr>2. Dynamic</vt:lpstr>
      <vt:lpstr>3. Quantum</vt:lpstr>
      <vt:lpstr>Quantum Turing machine</vt:lpstr>
      <vt:lpstr>Time / space complexity</vt:lpstr>
      <vt:lpstr>1. Deterministic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2. Nondeterministic</vt:lpstr>
      <vt:lpstr>2. Nondeterministic</vt:lpstr>
      <vt:lpstr>PowerPoint Presentation</vt:lpstr>
      <vt:lpstr>Example: Sub-set sum probel</vt:lpstr>
      <vt:lpstr>PowerPoint Presentation</vt:lpstr>
      <vt:lpstr>PowerPoint Presentation</vt:lpstr>
      <vt:lpstr>3. Probability</vt:lpstr>
      <vt:lpstr>3. Probability</vt:lpstr>
      <vt:lpstr>3. Probability</vt:lpstr>
      <vt:lpstr>PowerPoint Presentation</vt:lpstr>
      <vt:lpstr>4. Quantum</vt:lpstr>
      <vt:lpstr>PowerPoint Presentation</vt:lpstr>
      <vt:lpstr>4. Quantum</vt:lpstr>
      <vt:lpstr>PowerPoint Presentation</vt:lpstr>
      <vt:lpstr>PowerPoint Presentation</vt:lpstr>
      <vt:lpstr>PowerPoint Presentation</vt:lpstr>
      <vt:lpstr>5. Quantum</vt:lpstr>
      <vt:lpstr>4. Quantum</vt:lpstr>
      <vt:lpstr>5.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markov</dc:title>
  <dc:creator>Tuan Hai</dc:creator>
  <cp:lastModifiedBy>Nguyễn Thị Lê Thủy</cp:lastModifiedBy>
  <cp:revision>10</cp:revision>
  <dcterms:created xsi:type="dcterms:W3CDTF">2021-08-20T01:36:07Z</dcterms:created>
  <dcterms:modified xsi:type="dcterms:W3CDTF">2025-12-22T09:33:52Z</dcterms:modified>
</cp:coreProperties>
</file>